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  <p:sldMasterId id="2147483704" r:id="rId2"/>
  </p:sldMasterIdLst>
  <p:notesMasterIdLst>
    <p:notesMasterId r:id="rId4"/>
  </p:notesMasterIdLst>
  <p:sldIdLst>
    <p:sldId id="256" r:id="rId3"/>
  </p:sldIdLst>
  <p:sldSz cx="9144000" cy="5143500" type="screen16x9"/>
  <p:notesSz cx="6858000" cy="9144000"/>
  <p:embeddedFontLst>
    <p:embeddedFont>
      <p:font typeface="Cairo" panose="020B0604020202020204" charset="-78"/>
      <p:regular r:id="rId5"/>
      <p:bold r:id="rId6"/>
    </p:embeddedFont>
    <p:embeddedFont>
      <p:font typeface="Maven Pro" panose="020B0604020202020204" charset="0"/>
      <p:regular r:id="rId7"/>
      <p:bold r:id="rId8"/>
    </p:embeddedFont>
    <p:embeddedFont>
      <p:font typeface="Merriweather Sans" pitchFamily="2" charset="0"/>
      <p:regular r:id="rId9"/>
      <p:bold r:id="rId10"/>
      <p:italic r:id="rId11"/>
      <p:boldItalic r:id="rId12"/>
    </p:embeddedFont>
    <p:embeddedFont>
      <p:font typeface="Raleway" pitchFamily="2" charset="0"/>
      <p:regular r:id="rId13"/>
      <p:bold r:id="rId14"/>
      <p:italic r:id="rId15"/>
      <p:boldItalic r:id="rId16"/>
    </p:embeddedFont>
    <p:embeddedFont>
      <p:font typeface="Roboto Condensed Light" panose="02000000000000000000" pitchFamily="2" charset="0"/>
      <p:regular r:id="rId17"/>
      <p: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345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7" name="Google Shape;3757;g10bf4e092f3_0_7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8" name="Google Shape;3758;g10bf4e092f3_0_7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www.freepik.com/" TargetMode="Externa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6">
  <p:cSld name="CUSTOM_1_1_1_1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503650" y="-247100"/>
            <a:ext cx="9947900" cy="5810425"/>
            <a:chOff x="-503650" y="-247100"/>
            <a:chExt cx="9947900" cy="5810425"/>
          </a:xfrm>
        </p:grpSpPr>
        <p:grpSp>
          <p:nvGrpSpPr>
            <p:cNvPr id="52" name="Google Shape;52;p13"/>
            <p:cNvGrpSpPr/>
            <p:nvPr/>
          </p:nvGrpSpPr>
          <p:grpSpPr>
            <a:xfrm>
              <a:off x="-503650" y="-247100"/>
              <a:ext cx="9947900" cy="5810425"/>
              <a:chOff x="-503650" y="-247100"/>
              <a:chExt cx="9947900" cy="5810425"/>
            </a:xfrm>
          </p:grpSpPr>
          <p:sp>
            <p:nvSpPr>
              <p:cNvPr id="53" name="Google Shape;53;p13"/>
              <p:cNvSpPr/>
              <p:nvPr/>
            </p:nvSpPr>
            <p:spPr>
              <a:xfrm rot="10800000">
                <a:off x="5594950" y="4178325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13"/>
              <p:cNvSpPr/>
              <p:nvPr/>
            </p:nvSpPr>
            <p:spPr>
              <a:xfrm>
                <a:off x="741525" y="4525100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13"/>
              <p:cNvSpPr/>
              <p:nvPr/>
            </p:nvSpPr>
            <p:spPr>
              <a:xfrm>
                <a:off x="550500" y="4482650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13"/>
              <p:cNvSpPr/>
              <p:nvPr/>
            </p:nvSpPr>
            <p:spPr>
              <a:xfrm>
                <a:off x="2013675" y="4390675"/>
                <a:ext cx="905700" cy="905700"/>
              </a:xfrm>
              <a:prstGeom prst="ellipse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13"/>
              <p:cNvSpPr/>
              <p:nvPr/>
            </p:nvSpPr>
            <p:spPr>
              <a:xfrm rot="10800000">
                <a:off x="-114550" y="4390675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13"/>
              <p:cNvSpPr/>
              <p:nvPr/>
            </p:nvSpPr>
            <p:spPr>
              <a:xfrm>
                <a:off x="2991625" y="468612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13"/>
              <p:cNvSpPr/>
              <p:nvPr/>
            </p:nvSpPr>
            <p:spPr>
              <a:xfrm rot="5400000">
                <a:off x="7994975" y="1485625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13"/>
              <p:cNvSpPr/>
              <p:nvPr/>
            </p:nvSpPr>
            <p:spPr>
              <a:xfrm>
                <a:off x="8140925" y="3594975"/>
                <a:ext cx="723600" cy="723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13"/>
              <p:cNvSpPr/>
              <p:nvPr/>
            </p:nvSpPr>
            <p:spPr>
              <a:xfrm rot="-5400000">
                <a:off x="8498500" y="273302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13"/>
              <p:cNvSpPr/>
              <p:nvPr/>
            </p:nvSpPr>
            <p:spPr>
              <a:xfrm>
                <a:off x="3802725" y="177750"/>
                <a:ext cx="723600" cy="723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13"/>
              <p:cNvSpPr/>
              <p:nvPr/>
            </p:nvSpPr>
            <p:spPr>
              <a:xfrm>
                <a:off x="6346750" y="-11267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13"/>
              <p:cNvSpPr/>
              <p:nvPr/>
            </p:nvSpPr>
            <p:spPr>
              <a:xfrm rot="10800000">
                <a:off x="7361050" y="-247100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13"/>
              <p:cNvSpPr/>
              <p:nvPr/>
            </p:nvSpPr>
            <p:spPr>
              <a:xfrm rot="10800000">
                <a:off x="7552075" y="-204650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13"/>
              <p:cNvSpPr/>
              <p:nvPr/>
            </p:nvSpPr>
            <p:spPr>
              <a:xfrm>
                <a:off x="8217125" y="-112675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3"/>
              <p:cNvSpPr/>
              <p:nvPr/>
            </p:nvSpPr>
            <p:spPr>
              <a:xfrm>
                <a:off x="1959375" y="-176000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3"/>
              <p:cNvSpPr/>
              <p:nvPr/>
            </p:nvSpPr>
            <p:spPr>
              <a:xfrm rot="10800000">
                <a:off x="1603425" y="-13332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3"/>
              <p:cNvSpPr/>
              <p:nvPr/>
            </p:nvSpPr>
            <p:spPr>
              <a:xfrm>
                <a:off x="157525" y="598400"/>
                <a:ext cx="1014300" cy="10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0" name="Google Shape;70;p13"/>
              <p:cNvGrpSpPr/>
              <p:nvPr/>
            </p:nvGrpSpPr>
            <p:grpSpPr>
              <a:xfrm rot="5400000">
                <a:off x="982100" y="128625"/>
                <a:ext cx="58200" cy="394600"/>
                <a:chOff x="260450" y="1075275"/>
                <a:chExt cx="58200" cy="394600"/>
              </a:xfrm>
            </p:grpSpPr>
            <p:sp>
              <p:nvSpPr>
                <p:cNvPr id="71" name="Google Shape;71;p13"/>
                <p:cNvSpPr/>
                <p:nvPr/>
              </p:nvSpPr>
              <p:spPr>
                <a:xfrm>
                  <a:off x="260450" y="10752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72;p13"/>
                <p:cNvSpPr/>
                <p:nvPr/>
              </p:nvSpPr>
              <p:spPr>
                <a:xfrm>
                  <a:off x="260450" y="12434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73;p13"/>
                <p:cNvSpPr/>
                <p:nvPr/>
              </p:nvSpPr>
              <p:spPr>
                <a:xfrm>
                  <a:off x="260450" y="11593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74;p13"/>
                <p:cNvSpPr/>
                <p:nvPr/>
              </p:nvSpPr>
              <p:spPr>
                <a:xfrm>
                  <a:off x="260450" y="13275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75;p13"/>
                <p:cNvSpPr/>
                <p:nvPr/>
              </p:nvSpPr>
              <p:spPr>
                <a:xfrm>
                  <a:off x="260450" y="14116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6" name="Google Shape;76;p13"/>
              <p:cNvSpPr/>
              <p:nvPr/>
            </p:nvSpPr>
            <p:spPr>
              <a:xfrm>
                <a:off x="-503650" y="330112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7" name="Google Shape;77;p13"/>
              <p:cNvGrpSpPr/>
              <p:nvPr/>
            </p:nvGrpSpPr>
            <p:grpSpPr>
              <a:xfrm rot="5400000">
                <a:off x="7325675" y="4646225"/>
                <a:ext cx="58200" cy="394600"/>
                <a:chOff x="260450" y="1075275"/>
                <a:chExt cx="58200" cy="394600"/>
              </a:xfrm>
            </p:grpSpPr>
            <p:sp>
              <p:nvSpPr>
                <p:cNvPr id="78" name="Google Shape;78;p13"/>
                <p:cNvSpPr/>
                <p:nvPr/>
              </p:nvSpPr>
              <p:spPr>
                <a:xfrm>
                  <a:off x="260450" y="10752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" name="Google Shape;79;p13"/>
                <p:cNvSpPr/>
                <p:nvPr/>
              </p:nvSpPr>
              <p:spPr>
                <a:xfrm>
                  <a:off x="260450" y="12434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80;p13"/>
                <p:cNvSpPr/>
                <p:nvPr/>
              </p:nvSpPr>
              <p:spPr>
                <a:xfrm>
                  <a:off x="260450" y="11593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81;p13"/>
                <p:cNvSpPr/>
                <p:nvPr/>
              </p:nvSpPr>
              <p:spPr>
                <a:xfrm>
                  <a:off x="260450" y="13275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82;p13"/>
                <p:cNvSpPr/>
                <p:nvPr/>
              </p:nvSpPr>
              <p:spPr>
                <a:xfrm>
                  <a:off x="260450" y="14116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83" name="Google Shape;83;p13"/>
            <p:cNvSpPr/>
            <p:nvPr/>
          </p:nvSpPr>
          <p:spPr>
            <a:xfrm>
              <a:off x="576900" y="467705"/>
              <a:ext cx="7990200" cy="42081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2919375" y="767975"/>
            <a:ext cx="33051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2"/>
          </p:nvPr>
        </p:nvSpPr>
        <p:spPr>
          <a:xfrm>
            <a:off x="1525804" y="2118432"/>
            <a:ext cx="6092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525350" y="3014950"/>
            <a:ext cx="6093000" cy="4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3"/>
          </p:nvPr>
        </p:nvSpPr>
        <p:spPr>
          <a:xfrm>
            <a:off x="1525650" y="1601850"/>
            <a:ext cx="60927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4"/>
          </p:nvPr>
        </p:nvSpPr>
        <p:spPr>
          <a:xfrm>
            <a:off x="1525650" y="2703425"/>
            <a:ext cx="60927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ctrTitle"/>
          </p:nvPr>
        </p:nvSpPr>
        <p:spPr>
          <a:xfrm>
            <a:off x="1207725" y="1578588"/>
            <a:ext cx="6728400" cy="170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1"/>
          </p:nvPr>
        </p:nvSpPr>
        <p:spPr>
          <a:xfrm>
            <a:off x="1897800" y="3165613"/>
            <a:ext cx="5348400" cy="3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0" y="488500"/>
            <a:ext cx="11094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638225" y="-38450"/>
            <a:ext cx="150000" cy="332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-75" y="4601750"/>
            <a:ext cx="9144000" cy="54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8049775" y="1853300"/>
            <a:ext cx="762000" cy="76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8237875" y="0"/>
            <a:ext cx="914400" cy="91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8355775" y="2372300"/>
            <a:ext cx="150000" cy="277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" name="Google Shape;101;p15"/>
          <p:cNvGrpSpPr/>
          <p:nvPr/>
        </p:nvGrpSpPr>
        <p:grpSpPr>
          <a:xfrm>
            <a:off x="7872752" y="195850"/>
            <a:ext cx="688293" cy="522692"/>
            <a:chOff x="369077" y="3781125"/>
            <a:chExt cx="688293" cy="522692"/>
          </a:xfrm>
        </p:grpSpPr>
        <p:sp>
          <p:nvSpPr>
            <p:cNvPr id="102" name="Google Shape;102;p15"/>
            <p:cNvSpPr/>
            <p:nvPr/>
          </p:nvSpPr>
          <p:spPr>
            <a:xfrm>
              <a:off x="369077" y="3781125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496415" y="3781132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623754" y="3781132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751092" y="3781132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878431" y="3781132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1005769" y="3781132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369077" y="3875342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496415" y="3875349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623754" y="3875349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751092" y="3875349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878431" y="3875349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1005769" y="3875349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369077" y="3969560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496415" y="3969566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623754" y="3969566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751092" y="3969566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878431" y="3969566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005769" y="3969566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369077" y="4063777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496415" y="4063783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623754" y="4063783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751092" y="4063783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878431" y="4063783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1005769" y="4063783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369077" y="4157994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496415" y="4158000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623754" y="4158000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751092" y="4158000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878431" y="4158000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1005769" y="4158000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369077" y="4252211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496415" y="4252217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623754" y="4252217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751092" y="4252217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878431" y="4252217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1005769" y="4252217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15"/>
          <p:cNvSpPr/>
          <p:nvPr/>
        </p:nvSpPr>
        <p:spPr>
          <a:xfrm>
            <a:off x="0" y="3844250"/>
            <a:ext cx="585900" cy="129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906950" y="4683675"/>
            <a:ext cx="289800" cy="28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" name="Google Shape;140;p15"/>
          <p:cNvGrpSpPr/>
          <p:nvPr/>
        </p:nvGrpSpPr>
        <p:grpSpPr>
          <a:xfrm>
            <a:off x="369077" y="3781125"/>
            <a:ext cx="688293" cy="522692"/>
            <a:chOff x="369077" y="3781125"/>
            <a:chExt cx="688293" cy="522692"/>
          </a:xfrm>
        </p:grpSpPr>
        <p:sp>
          <p:nvSpPr>
            <p:cNvPr id="141" name="Google Shape;141;p15"/>
            <p:cNvSpPr/>
            <p:nvPr/>
          </p:nvSpPr>
          <p:spPr>
            <a:xfrm>
              <a:off x="369077" y="3781125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496415" y="3781132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623754" y="3781132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751092" y="3781132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878431" y="3781132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1005769" y="3781132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369077" y="3875342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496415" y="3875349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623754" y="3875349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751092" y="3875349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878431" y="3875349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1005769" y="3875349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369077" y="3969560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496415" y="3969566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623754" y="3969566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751092" y="3969566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878431" y="3969566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1005769" y="3969566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369077" y="4063777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496415" y="4063783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623754" y="4063783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751092" y="4063783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878431" y="4063783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1005769" y="4063783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369077" y="4157994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496415" y="4158000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23754" y="4158000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751092" y="4158000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878431" y="4158000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005769" y="4158000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369077" y="4252211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496415" y="4252217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623754" y="4252217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751092" y="4252217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878431" y="4252217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1005769" y="4252217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" name="Google Shape;177;p15"/>
          <p:cNvGrpSpPr/>
          <p:nvPr/>
        </p:nvGrpSpPr>
        <p:grpSpPr>
          <a:xfrm>
            <a:off x="1479100" y="271453"/>
            <a:ext cx="541860" cy="217043"/>
            <a:chOff x="1479100" y="271453"/>
            <a:chExt cx="541860" cy="217043"/>
          </a:xfrm>
        </p:grpSpPr>
        <p:cxnSp>
          <p:nvCxnSpPr>
            <p:cNvPr id="178" name="Google Shape;178;p15"/>
            <p:cNvCxnSpPr/>
            <p:nvPr/>
          </p:nvCxnSpPr>
          <p:spPr>
            <a:xfrm rot="7613001">
              <a:off x="1816600" y="386347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" name="Google Shape;179;p15"/>
            <p:cNvCxnSpPr/>
            <p:nvPr/>
          </p:nvCxnSpPr>
          <p:spPr>
            <a:xfrm rot="7613001">
              <a:off x="1719460" y="383161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" name="Google Shape;180;p15"/>
            <p:cNvCxnSpPr/>
            <p:nvPr/>
          </p:nvCxnSpPr>
          <p:spPr>
            <a:xfrm rot="7613001">
              <a:off x="1622320" y="379975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" name="Google Shape;181;p15"/>
            <p:cNvCxnSpPr/>
            <p:nvPr/>
          </p:nvCxnSpPr>
          <p:spPr>
            <a:xfrm rot="7613001">
              <a:off x="1525180" y="376789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15"/>
            <p:cNvCxnSpPr/>
            <p:nvPr/>
          </p:nvCxnSpPr>
          <p:spPr>
            <a:xfrm rot="7613001">
              <a:off x="1428040" y="373603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3" name="Google Shape;183;p15"/>
          <p:cNvSpPr/>
          <p:nvPr/>
        </p:nvSpPr>
        <p:spPr>
          <a:xfrm>
            <a:off x="8663600" y="1117100"/>
            <a:ext cx="289800" cy="28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4" name="Google Shape;184;p15"/>
          <p:cNvGrpSpPr/>
          <p:nvPr/>
        </p:nvGrpSpPr>
        <p:grpSpPr>
          <a:xfrm>
            <a:off x="8699983" y="2813820"/>
            <a:ext cx="217043" cy="541860"/>
            <a:chOff x="53558" y="2300820"/>
            <a:chExt cx="217043" cy="541860"/>
          </a:xfrm>
        </p:grpSpPr>
        <p:cxnSp>
          <p:nvCxnSpPr>
            <p:cNvPr id="185" name="Google Shape;185;p15"/>
            <p:cNvCxnSpPr/>
            <p:nvPr/>
          </p:nvCxnSpPr>
          <p:spPr>
            <a:xfrm rot="-8586999">
              <a:off x="27998" y="2766030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" name="Google Shape;186;p15"/>
            <p:cNvCxnSpPr/>
            <p:nvPr/>
          </p:nvCxnSpPr>
          <p:spPr>
            <a:xfrm rot="-8586999">
              <a:off x="31184" y="2668890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p15"/>
            <p:cNvCxnSpPr/>
            <p:nvPr/>
          </p:nvCxnSpPr>
          <p:spPr>
            <a:xfrm rot="-8586999">
              <a:off x="34370" y="2571750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15"/>
            <p:cNvCxnSpPr/>
            <p:nvPr/>
          </p:nvCxnSpPr>
          <p:spPr>
            <a:xfrm rot="-8586999">
              <a:off x="37556" y="2474610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15"/>
            <p:cNvCxnSpPr/>
            <p:nvPr/>
          </p:nvCxnSpPr>
          <p:spPr>
            <a:xfrm rot="-8586999">
              <a:off x="40742" y="2377470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7"/>
          <p:cNvGrpSpPr/>
          <p:nvPr/>
        </p:nvGrpSpPr>
        <p:grpSpPr>
          <a:xfrm>
            <a:off x="-15175" y="420400"/>
            <a:ext cx="9159300" cy="4723100"/>
            <a:chOff x="-15175" y="420400"/>
            <a:chExt cx="9159300" cy="4723100"/>
          </a:xfrm>
        </p:grpSpPr>
        <p:sp>
          <p:nvSpPr>
            <p:cNvPr id="194" name="Google Shape;194;p17"/>
            <p:cNvSpPr/>
            <p:nvPr/>
          </p:nvSpPr>
          <p:spPr>
            <a:xfrm>
              <a:off x="-15175" y="1163400"/>
              <a:ext cx="9159300" cy="398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403925" y="671200"/>
              <a:ext cx="309300" cy="309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7393275" y="420400"/>
              <a:ext cx="1750800" cy="238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7" name="Google Shape;197;p17"/>
            <p:cNvGrpSpPr/>
            <p:nvPr/>
          </p:nvGrpSpPr>
          <p:grpSpPr>
            <a:xfrm rot="5400000">
              <a:off x="131600" y="4148953"/>
              <a:ext cx="541860" cy="217043"/>
              <a:chOff x="1479100" y="271453"/>
              <a:chExt cx="541860" cy="217043"/>
            </a:xfrm>
          </p:grpSpPr>
          <p:cxnSp>
            <p:nvCxnSpPr>
              <p:cNvPr id="198" name="Google Shape;198;p17"/>
              <p:cNvCxnSpPr/>
              <p:nvPr/>
            </p:nvCxnSpPr>
            <p:spPr>
              <a:xfrm rot="7613001">
                <a:off x="1816600" y="386347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9" name="Google Shape;199;p17"/>
              <p:cNvCxnSpPr/>
              <p:nvPr/>
            </p:nvCxnSpPr>
            <p:spPr>
              <a:xfrm rot="7613001">
                <a:off x="1719460" y="383161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0" name="Google Shape;200;p17"/>
              <p:cNvCxnSpPr/>
              <p:nvPr/>
            </p:nvCxnSpPr>
            <p:spPr>
              <a:xfrm rot="7613001">
                <a:off x="1622320" y="379975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1" name="Google Shape;201;p17"/>
              <p:cNvCxnSpPr/>
              <p:nvPr/>
            </p:nvCxnSpPr>
            <p:spPr>
              <a:xfrm rot="7613001">
                <a:off x="1525180" y="376789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" name="Google Shape;202;p17"/>
              <p:cNvCxnSpPr/>
              <p:nvPr/>
            </p:nvCxnSpPr>
            <p:spPr>
              <a:xfrm rot="7613001">
                <a:off x="1428040" y="373603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03" name="Google Shape;203;p1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/>
          <p:nvPr/>
        </p:nvSpPr>
        <p:spPr>
          <a:xfrm>
            <a:off x="0" y="0"/>
            <a:ext cx="4790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3736500" cy="345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508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u="sng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4694400" y="1152475"/>
            <a:ext cx="3736500" cy="345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508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u="sng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8355725" y="0"/>
            <a:ext cx="150000" cy="195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8505725" y="3910250"/>
            <a:ext cx="638400" cy="44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2" name="Google Shape;212;p18"/>
          <p:cNvGrpSpPr/>
          <p:nvPr/>
        </p:nvGrpSpPr>
        <p:grpSpPr>
          <a:xfrm>
            <a:off x="4522325" y="4644253"/>
            <a:ext cx="541860" cy="217043"/>
            <a:chOff x="1479100" y="271453"/>
            <a:chExt cx="541860" cy="217043"/>
          </a:xfrm>
        </p:grpSpPr>
        <p:cxnSp>
          <p:nvCxnSpPr>
            <p:cNvPr id="213" name="Google Shape;213;p18"/>
            <p:cNvCxnSpPr/>
            <p:nvPr/>
          </p:nvCxnSpPr>
          <p:spPr>
            <a:xfrm rot="7613001">
              <a:off x="1816600" y="386347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" name="Google Shape;214;p18"/>
            <p:cNvCxnSpPr/>
            <p:nvPr/>
          </p:nvCxnSpPr>
          <p:spPr>
            <a:xfrm rot="7613001">
              <a:off x="1719460" y="383161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18"/>
            <p:cNvCxnSpPr/>
            <p:nvPr/>
          </p:nvCxnSpPr>
          <p:spPr>
            <a:xfrm rot="7613001">
              <a:off x="1622320" y="379975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p18"/>
            <p:cNvCxnSpPr/>
            <p:nvPr/>
          </p:nvCxnSpPr>
          <p:spPr>
            <a:xfrm rot="7613001">
              <a:off x="1525180" y="376789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" name="Google Shape;217;p18"/>
            <p:cNvCxnSpPr/>
            <p:nvPr/>
          </p:nvCxnSpPr>
          <p:spPr>
            <a:xfrm rot="7613001">
              <a:off x="1428040" y="373603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8" name="Google Shape;218;p18"/>
          <p:cNvSpPr/>
          <p:nvPr/>
        </p:nvSpPr>
        <p:spPr>
          <a:xfrm>
            <a:off x="124100" y="1288525"/>
            <a:ext cx="215400" cy="21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9"/>
          <p:cNvSpPr/>
          <p:nvPr/>
        </p:nvSpPr>
        <p:spPr>
          <a:xfrm>
            <a:off x="-50" y="0"/>
            <a:ext cx="9144000" cy="11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19"/>
          <p:cNvGrpSpPr/>
          <p:nvPr/>
        </p:nvGrpSpPr>
        <p:grpSpPr>
          <a:xfrm>
            <a:off x="6913400" y="322453"/>
            <a:ext cx="541860" cy="217043"/>
            <a:chOff x="1479100" y="271453"/>
            <a:chExt cx="541860" cy="217043"/>
          </a:xfrm>
        </p:grpSpPr>
        <p:cxnSp>
          <p:nvCxnSpPr>
            <p:cNvPr id="223" name="Google Shape;223;p19"/>
            <p:cNvCxnSpPr/>
            <p:nvPr/>
          </p:nvCxnSpPr>
          <p:spPr>
            <a:xfrm rot="7613001">
              <a:off x="1816600" y="386347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" name="Google Shape;224;p19"/>
            <p:cNvCxnSpPr/>
            <p:nvPr/>
          </p:nvCxnSpPr>
          <p:spPr>
            <a:xfrm rot="7613001">
              <a:off x="1719460" y="383161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" name="Google Shape;225;p19"/>
            <p:cNvCxnSpPr/>
            <p:nvPr/>
          </p:nvCxnSpPr>
          <p:spPr>
            <a:xfrm rot="7613001">
              <a:off x="1622320" y="379975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19"/>
            <p:cNvCxnSpPr/>
            <p:nvPr/>
          </p:nvCxnSpPr>
          <p:spPr>
            <a:xfrm rot="7613001">
              <a:off x="1525180" y="376789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19"/>
            <p:cNvCxnSpPr/>
            <p:nvPr/>
          </p:nvCxnSpPr>
          <p:spPr>
            <a:xfrm rot="7613001">
              <a:off x="1428040" y="373603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0" name="Google Shape;230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36" name="Google Shape;236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7" name="Google Shape;237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2" name="Google Shape;242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">
  <p:cSld name="CUSTOM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26"/>
          <p:cNvGrpSpPr/>
          <p:nvPr/>
        </p:nvGrpSpPr>
        <p:grpSpPr>
          <a:xfrm>
            <a:off x="-1097950" y="-838850"/>
            <a:ext cx="11645300" cy="6515400"/>
            <a:chOff x="-1097950" y="-838850"/>
            <a:chExt cx="11645300" cy="6515400"/>
          </a:xfrm>
        </p:grpSpPr>
        <p:sp>
          <p:nvSpPr>
            <p:cNvPr id="246" name="Google Shape;246;p26"/>
            <p:cNvSpPr/>
            <p:nvPr/>
          </p:nvSpPr>
          <p:spPr>
            <a:xfrm rot="5400000">
              <a:off x="69250" y="3393950"/>
              <a:ext cx="1412700" cy="12240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5CDC1">
                <a:alpha val="83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 rot="5400000">
              <a:off x="-263300" y="329775"/>
              <a:ext cx="751500" cy="651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5CDC1">
                <a:alpha val="83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 rot="5400000">
              <a:off x="405700" y="-279450"/>
              <a:ext cx="486300" cy="4215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5CDC1">
                <a:alpha val="83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 rot="5400000">
              <a:off x="8630100" y="1235300"/>
              <a:ext cx="751500" cy="651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5CDC1">
                <a:alpha val="83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 rot="5400000">
              <a:off x="7192350" y="-723800"/>
              <a:ext cx="1725000" cy="1494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5CDC1">
                <a:alpha val="83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 rot="5400000">
              <a:off x="8937400" y="-357625"/>
              <a:ext cx="1725000" cy="1494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5CDC1">
                <a:alpha val="83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 rot="5400000">
              <a:off x="8879900" y="3349700"/>
              <a:ext cx="751500" cy="651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5CDC1">
                <a:alpha val="83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6"/>
            <p:cNvSpPr/>
            <p:nvPr/>
          </p:nvSpPr>
          <p:spPr>
            <a:xfrm rot="5400000">
              <a:off x="8630100" y="4719550"/>
              <a:ext cx="751500" cy="651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5CDC1">
                <a:alpha val="83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6"/>
            <p:cNvSpPr/>
            <p:nvPr/>
          </p:nvSpPr>
          <p:spPr>
            <a:xfrm rot="5400000">
              <a:off x="545375" y="4376050"/>
              <a:ext cx="1393500" cy="12075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6"/>
            <p:cNvSpPr/>
            <p:nvPr/>
          </p:nvSpPr>
          <p:spPr>
            <a:xfrm rot="5400000">
              <a:off x="-1190950" y="3259225"/>
              <a:ext cx="1393500" cy="12075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6"/>
            <p:cNvSpPr/>
            <p:nvPr/>
          </p:nvSpPr>
          <p:spPr>
            <a:xfrm rot="5400000">
              <a:off x="485150" y="2430200"/>
              <a:ext cx="449400" cy="389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6"/>
            <p:cNvSpPr/>
            <p:nvPr/>
          </p:nvSpPr>
          <p:spPr>
            <a:xfrm rot="5400000">
              <a:off x="2055700" y="4547500"/>
              <a:ext cx="274800" cy="2382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6"/>
            <p:cNvSpPr/>
            <p:nvPr/>
          </p:nvSpPr>
          <p:spPr>
            <a:xfrm rot="5400000">
              <a:off x="-382775" y="780525"/>
              <a:ext cx="833100" cy="722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6"/>
            <p:cNvSpPr/>
            <p:nvPr/>
          </p:nvSpPr>
          <p:spPr>
            <a:xfrm rot="5400000">
              <a:off x="293250" y="1571625"/>
              <a:ext cx="204900" cy="177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6"/>
            <p:cNvSpPr/>
            <p:nvPr/>
          </p:nvSpPr>
          <p:spPr>
            <a:xfrm rot="5400000">
              <a:off x="1539125" y="565700"/>
              <a:ext cx="365700" cy="3177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6"/>
            <p:cNvSpPr/>
            <p:nvPr/>
          </p:nvSpPr>
          <p:spPr>
            <a:xfrm rot="5400000">
              <a:off x="6440150" y="-116450"/>
              <a:ext cx="702000" cy="609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6"/>
            <p:cNvSpPr/>
            <p:nvPr/>
          </p:nvSpPr>
          <p:spPr>
            <a:xfrm rot="5400000">
              <a:off x="8096575" y="-434600"/>
              <a:ext cx="1193400" cy="10368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6"/>
            <p:cNvSpPr/>
            <p:nvPr/>
          </p:nvSpPr>
          <p:spPr>
            <a:xfrm rot="5400000">
              <a:off x="9353000" y="758800"/>
              <a:ext cx="1193400" cy="10368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6"/>
            <p:cNvSpPr/>
            <p:nvPr/>
          </p:nvSpPr>
          <p:spPr>
            <a:xfrm rot="5400000">
              <a:off x="9007400" y="3891025"/>
              <a:ext cx="610800" cy="5307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6"/>
            <p:cNvSpPr/>
            <p:nvPr/>
          </p:nvSpPr>
          <p:spPr>
            <a:xfrm rot="5400000">
              <a:off x="8169800" y="4948925"/>
              <a:ext cx="610800" cy="5307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6"/>
            <p:cNvSpPr/>
            <p:nvPr/>
          </p:nvSpPr>
          <p:spPr>
            <a:xfrm rot="5400000">
              <a:off x="9356350" y="4714450"/>
              <a:ext cx="610800" cy="5307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6"/>
            <p:cNvSpPr/>
            <p:nvPr/>
          </p:nvSpPr>
          <p:spPr>
            <a:xfrm rot="5400000">
              <a:off x="8012725" y="4691500"/>
              <a:ext cx="261600" cy="227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6"/>
            <p:cNvSpPr/>
            <p:nvPr/>
          </p:nvSpPr>
          <p:spPr>
            <a:xfrm rot="5400000">
              <a:off x="9306650" y="2954225"/>
              <a:ext cx="186600" cy="162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6"/>
            <p:cNvSpPr/>
            <p:nvPr/>
          </p:nvSpPr>
          <p:spPr>
            <a:xfrm rot="5400000">
              <a:off x="-632850" y="4201325"/>
              <a:ext cx="1412700" cy="12240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 rot="5400000">
              <a:off x="-308250" y="2677175"/>
              <a:ext cx="763500" cy="6615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 rot="5400000">
              <a:off x="761700" y="182550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 rot="5400000">
              <a:off x="1093000" y="4036825"/>
              <a:ext cx="661200" cy="5727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 rot="5400000">
              <a:off x="8313050" y="4097900"/>
              <a:ext cx="661200" cy="5727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 rot="5400000">
              <a:off x="9464775" y="4317650"/>
              <a:ext cx="661200" cy="5727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 rot="5400000">
              <a:off x="-6225" y="2094275"/>
              <a:ext cx="159300" cy="138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 rot="5400000">
              <a:off x="790950" y="3612450"/>
              <a:ext cx="159300" cy="138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 rot="5400000">
              <a:off x="1663475" y="153300"/>
              <a:ext cx="159300" cy="138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 rot="5400000">
              <a:off x="662050" y="938575"/>
              <a:ext cx="260100" cy="2256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 rot="5400000">
              <a:off x="7910600" y="-254750"/>
              <a:ext cx="1833300" cy="15885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 rot="5400000">
              <a:off x="7053750" y="692275"/>
              <a:ext cx="661200" cy="5727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 rot="5400000">
              <a:off x="6821225" y="390688"/>
              <a:ext cx="159300" cy="138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 rot="5400000">
              <a:off x="9266175" y="2143238"/>
              <a:ext cx="260100" cy="2256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 rot="5400000">
              <a:off x="8568150" y="3518388"/>
              <a:ext cx="260100" cy="2256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6"/>
            <p:cNvSpPr/>
            <p:nvPr/>
          </p:nvSpPr>
          <p:spPr>
            <a:xfrm rot="5400000">
              <a:off x="7907400" y="4504963"/>
              <a:ext cx="159300" cy="138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6"/>
            <p:cNvSpPr/>
            <p:nvPr/>
          </p:nvSpPr>
          <p:spPr>
            <a:xfrm rot="5400000">
              <a:off x="683125" y="512675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6"/>
            <p:cNvSpPr/>
            <p:nvPr/>
          </p:nvSpPr>
          <p:spPr>
            <a:xfrm rot="5400000">
              <a:off x="-283900" y="1163350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rgbClr val="C5CDC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6"/>
            <p:cNvSpPr/>
            <p:nvPr/>
          </p:nvSpPr>
          <p:spPr>
            <a:xfrm rot="5400000">
              <a:off x="-329000" y="-124250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6"/>
            <p:cNvSpPr/>
            <p:nvPr/>
          </p:nvSpPr>
          <p:spPr>
            <a:xfrm rot="5400000">
              <a:off x="187000" y="3060450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 rot="5400000">
              <a:off x="9463125" y="3222500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6"/>
            <p:cNvSpPr/>
            <p:nvPr/>
          </p:nvSpPr>
          <p:spPr>
            <a:xfrm rot="5400000">
              <a:off x="683125" y="3831075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6"/>
            <p:cNvSpPr/>
            <p:nvPr/>
          </p:nvSpPr>
          <p:spPr>
            <a:xfrm rot="5400000">
              <a:off x="8049650" y="3831075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6"/>
            <p:cNvSpPr/>
            <p:nvPr/>
          </p:nvSpPr>
          <p:spPr>
            <a:xfrm rot="5400000">
              <a:off x="6985175" y="157775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6"/>
            <p:cNvSpPr/>
            <p:nvPr/>
          </p:nvSpPr>
          <p:spPr>
            <a:xfrm rot="5400000">
              <a:off x="9175200" y="201400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6"/>
            <p:cNvSpPr/>
            <p:nvPr/>
          </p:nvSpPr>
          <p:spPr>
            <a:xfrm rot="5400000">
              <a:off x="8049650" y="1108175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6"/>
            <p:cNvSpPr/>
            <p:nvPr/>
          </p:nvSpPr>
          <p:spPr>
            <a:xfrm rot="5400000">
              <a:off x="8854550" y="1616675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" name="Google Shape;296;p26"/>
          <p:cNvSpPr txBox="1">
            <a:spLocks noGrp="1"/>
          </p:cNvSpPr>
          <p:nvPr>
            <p:ph type="title"/>
          </p:nvPr>
        </p:nvSpPr>
        <p:spPr>
          <a:xfrm>
            <a:off x="3023550" y="704950"/>
            <a:ext cx="3096900" cy="61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97" name="Google Shape;297;p26"/>
          <p:cNvSpPr txBox="1">
            <a:spLocks noGrp="1"/>
          </p:cNvSpPr>
          <p:nvPr>
            <p:ph type="title" idx="2"/>
          </p:nvPr>
        </p:nvSpPr>
        <p:spPr>
          <a:xfrm>
            <a:off x="2804838" y="1903400"/>
            <a:ext cx="3653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98" name="Google Shape;298;p26"/>
          <p:cNvSpPr txBox="1">
            <a:spLocks noGrp="1"/>
          </p:cNvSpPr>
          <p:nvPr>
            <p:ph type="subTitle" idx="1"/>
          </p:nvPr>
        </p:nvSpPr>
        <p:spPr>
          <a:xfrm>
            <a:off x="2518975" y="2855950"/>
            <a:ext cx="4224900" cy="6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6"/>
          <p:cNvSpPr txBox="1">
            <a:spLocks noGrp="1"/>
          </p:cNvSpPr>
          <p:nvPr>
            <p:ph type="subTitle" idx="3"/>
          </p:nvPr>
        </p:nvSpPr>
        <p:spPr>
          <a:xfrm>
            <a:off x="2365201" y="1470550"/>
            <a:ext cx="4719000" cy="4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6"/>
          <p:cNvSpPr txBox="1">
            <a:spLocks noGrp="1"/>
          </p:cNvSpPr>
          <p:nvPr>
            <p:ph type="subTitle" idx="4"/>
          </p:nvPr>
        </p:nvSpPr>
        <p:spPr>
          <a:xfrm>
            <a:off x="2365200" y="2545850"/>
            <a:ext cx="4719000" cy="31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Merriweather Sans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Font typeface="Merriweather Sans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Font typeface="Merriweather Sans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Font typeface="Merriweather Sans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Font typeface="Merriweather Sans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Font typeface="Merriweather Sans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Font typeface="Merriweather Sans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Font typeface="Merriweather Sans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Font typeface="Merriweather Sans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">
  <p:cSld name="CUSTOM_1_1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27"/>
          <p:cNvGrpSpPr/>
          <p:nvPr/>
        </p:nvGrpSpPr>
        <p:grpSpPr>
          <a:xfrm>
            <a:off x="-75" y="-38450"/>
            <a:ext cx="9152350" cy="5332905"/>
            <a:chOff x="-75" y="-38450"/>
            <a:chExt cx="9152350" cy="5332905"/>
          </a:xfrm>
        </p:grpSpPr>
        <p:sp>
          <p:nvSpPr>
            <p:cNvPr id="303" name="Google Shape;303;p27"/>
            <p:cNvSpPr/>
            <p:nvPr/>
          </p:nvSpPr>
          <p:spPr>
            <a:xfrm>
              <a:off x="4655675" y="700000"/>
              <a:ext cx="1802400" cy="372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-75" y="3554200"/>
              <a:ext cx="9144000" cy="158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7"/>
            <p:cNvSpPr/>
            <p:nvPr/>
          </p:nvSpPr>
          <p:spPr>
            <a:xfrm>
              <a:off x="8049775" y="1853300"/>
              <a:ext cx="762000" cy="762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7"/>
            <p:cNvSpPr/>
            <p:nvPr/>
          </p:nvSpPr>
          <p:spPr>
            <a:xfrm>
              <a:off x="0" y="488500"/>
              <a:ext cx="1109400" cy="57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8237875" y="0"/>
              <a:ext cx="9144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906950" y="914400"/>
              <a:ext cx="289800" cy="289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8355775" y="2372300"/>
              <a:ext cx="150000" cy="2771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0" y="3844250"/>
              <a:ext cx="585900" cy="12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638225" y="-38450"/>
              <a:ext cx="150000" cy="332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7"/>
            <p:cNvSpPr/>
            <p:nvPr/>
          </p:nvSpPr>
          <p:spPr>
            <a:xfrm>
              <a:off x="906950" y="4683675"/>
              <a:ext cx="289800" cy="289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7"/>
            <p:cNvSpPr/>
            <p:nvPr/>
          </p:nvSpPr>
          <p:spPr>
            <a:xfrm>
              <a:off x="8713700" y="4114225"/>
              <a:ext cx="189600" cy="189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7"/>
            <p:cNvSpPr/>
            <p:nvPr/>
          </p:nvSpPr>
          <p:spPr>
            <a:xfrm>
              <a:off x="8663600" y="1117100"/>
              <a:ext cx="289800" cy="289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15" name="Google Shape;315;p27"/>
            <p:cNvCxnSpPr/>
            <p:nvPr/>
          </p:nvCxnSpPr>
          <p:spPr>
            <a:xfrm>
              <a:off x="5759313" y="1211700"/>
              <a:ext cx="3618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6" name="Google Shape;316;p27"/>
            <p:cNvCxnSpPr/>
            <p:nvPr/>
          </p:nvCxnSpPr>
          <p:spPr>
            <a:xfrm>
              <a:off x="3022163" y="1211700"/>
              <a:ext cx="3618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17" name="Google Shape;317;p27"/>
            <p:cNvGrpSpPr/>
            <p:nvPr/>
          </p:nvGrpSpPr>
          <p:grpSpPr>
            <a:xfrm>
              <a:off x="369077" y="3781125"/>
              <a:ext cx="688293" cy="522692"/>
              <a:chOff x="369077" y="3781125"/>
              <a:chExt cx="688293" cy="522692"/>
            </a:xfrm>
          </p:grpSpPr>
          <p:sp>
            <p:nvSpPr>
              <p:cNvPr id="318" name="Google Shape;318;p27"/>
              <p:cNvSpPr/>
              <p:nvPr/>
            </p:nvSpPr>
            <p:spPr>
              <a:xfrm>
                <a:off x="369077" y="3781125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7"/>
              <p:cNvSpPr/>
              <p:nvPr/>
            </p:nvSpPr>
            <p:spPr>
              <a:xfrm>
                <a:off x="496415" y="3781132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27"/>
              <p:cNvSpPr/>
              <p:nvPr/>
            </p:nvSpPr>
            <p:spPr>
              <a:xfrm>
                <a:off x="623754" y="3781132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27"/>
              <p:cNvSpPr/>
              <p:nvPr/>
            </p:nvSpPr>
            <p:spPr>
              <a:xfrm>
                <a:off x="751092" y="3781132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7"/>
              <p:cNvSpPr/>
              <p:nvPr/>
            </p:nvSpPr>
            <p:spPr>
              <a:xfrm>
                <a:off x="878431" y="3781132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7"/>
              <p:cNvSpPr/>
              <p:nvPr/>
            </p:nvSpPr>
            <p:spPr>
              <a:xfrm>
                <a:off x="1005769" y="3781132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7"/>
              <p:cNvSpPr/>
              <p:nvPr/>
            </p:nvSpPr>
            <p:spPr>
              <a:xfrm>
                <a:off x="369077" y="3875342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7"/>
              <p:cNvSpPr/>
              <p:nvPr/>
            </p:nvSpPr>
            <p:spPr>
              <a:xfrm>
                <a:off x="496415" y="3875349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7"/>
              <p:cNvSpPr/>
              <p:nvPr/>
            </p:nvSpPr>
            <p:spPr>
              <a:xfrm>
                <a:off x="623754" y="3875349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7"/>
              <p:cNvSpPr/>
              <p:nvPr/>
            </p:nvSpPr>
            <p:spPr>
              <a:xfrm>
                <a:off x="751092" y="3875349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7"/>
              <p:cNvSpPr/>
              <p:nvPr/>
            </p:nvSpPr>
            <p:spPr>
              <a:xfrm>
                <a:off x="878431" y="3875349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7"/>
              <p:cNvSpPr/>
              <p:nvPr/>
            </p:nvSpPr>
            <p:spPr>
              <a:xfrm>
                <a:off x="1005769" y="3875349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7"/>
              <p:cNvSpPr/>
              <p:nvPr/>
            </p:nvSpPr>
            <p:spPr>
              <a:xfrm>
                <a:off x="369077" y="3969560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27"/>
              <p:cNvSpPr/>
              <p:nvPr/>
            </p:nvSpPr>
            <p:spPr>
              <a:xfrm>
                <a:off x="496415" y="3969566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7"/>
              <p:cNvSpPr/>
              <p:nvPr/>
            </p:nvSpPr>
            <p:spPr>
              <a:xfrm>
                <a:off x="623754" y="3969566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7"/>
              <p:cNvSpPr/>
              <p:nvPr/>
            </p:nvSpPr>
            <p:spPr>
              <a:xfrm>
                <a:off x="751092" y="3969566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27"/>
              <p:cNvSpPr/>
              <p:nvPr/>
            </p:nvSpPr>
            <p:spPr>
              <a:xfrm>
                <a:off x="878431" y="3969566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7"/>
              <p:cNvSpPr/>
              <p:nvPr/>
            </p:nvSpPr>
            <p:spPr>
              <a:xfrm>
                <a:off x="1005769" y="3969566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7"/>
              <p:cNvSpPr/>
              <p:nvPr/>
            </p:nvSpPr>
            <p:spPr>
              <a:xfrm>
                <a:off x="369077" y="4063777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7"/>
              <p:cNvSpPr/>
              <p:nvPr/>
            </p:nvSpPr>
            <p:spPr>
              <a:xfrm>
                <a:off x="496415" y="4063783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7"/>
              <p:cNvSpPr/>
              <p:nvPr/>
            </p:nvSpPr>
            <p:spPr>
              <a:xfrm>
                <a:off x="623754" y="4063783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27"/>
              <p:cNvSpPr/>
              <p:nvPr/>
            </p:nvSpPr>
            <p:spPr>
              <a:xfrm>
                <a:off x="751092" y="4063783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27"/>
              <p:cNvSpPr/>
              <p:nvPr/>
            </p:nvSpPr>
            <p:spPr>
              <a:xfrm>
                <a:off x="878431" y="4063783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27"/>
              <p:cNvSpPr/>
              <p:nvPr/>
            </p:nvSpPr>
            <p:spPr>
              <a:xfrm>
                <a:off x="1005769" y="4063783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7"/>
              <p:cNvSpPr/>
              <p:nvPr/>
            </p:nvSpPr>
            <p:spPr>
              <a:xfrm>
                <a:off x="369077" y="4157994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7"/>
              <p:cNvSpPr/>
              <p:nvPr/>
            </p:nvSpPr>
            <p:spPr>
              <a:xfrm>
                <a:off x="496415" y="4158000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7"/>
              <p:cNvSpPr/>
              <p:nvPr/>
            </p:nvSpPr>
            <p:spPr>
              <a:xfrm>
                <a:off x="623754" y="4158000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7"/>
              <p:cNvSpPr/>
              <p:nvPr/>
            </p:nvSpPr>
            <p:spPr>
              <a:xfrm>
                <a:off x="751092" y="4158000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7"/>
              <p:cNvSpPr/>
              <p:nvPr/>
            </p:nvSpPr>
            <p:spPr>
              <a:xfrm>
                <a:off x="878431" y="4158000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7"/>
              <p:cNvSpPr/>
              <p:nvPr/>
            </p:nvSpPr>
            <p:spPr>
              <a:xfrm>
                <a:off x="1005769" y="4158000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7"/>
              <p:cNvSpPr/>
              <p:nvPr/>
            </p:nvSpPr>
            <p:spPr>
              <a:xfrm>
                <a:off x="369077" y="4252211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7"/>
              <p:cNvSpPr/>
              <p:nvPr/>
            </p:nvSpPr>
            <p:spPr>
              <a:xfrm>
                <a:off x="496415" y="4252217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27"/>
              <p:cNvSpPr/>
              <p:nvPr/>
            </p:nvSpPr>
            <p:spPr>
              <a:xfrm>
                <a:off x="623754" y="4252217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27"/>
              <p:cNvSpPr/>
              <p:nvPr/>
            </p:nvSpPr>
            <p:spPr>
              <a:xfrm>
                <a:off x="751092" y="4252217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7"/>
              <p:cNvSpPr/>
              <p:nvPr/>
            </p:nvSpPr>
            <p:spPr>
              <a:xfrm>
                <a:off x="878431" y="4252217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7"/>
              <p:cNvSpPr/>
              <p:nvPr/>
            </p:nvSpPr>
            <p:spPr>
              <a:xfrm>
                <a:off x="1005769" y="4252217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4" name="Google Shape;354;p27"/>
            <p:cNvGrpSpPr/>
            <p:nvPr/>
          </p:nvGrpSpPr>
          <p:grpSpPr>
            <a:xfrm>
              <a:off x="7872752" y="195850"/>
              <a:ext cx="688293" cy="522692"/>
              <a:chOff x="369077" y="3781125"/>
              <a:chExt cx="688293" cy="522692"/>
            </a:xfrm>
          </p:grpSpPr>
          <p:sp>
            <p:nvSpPr>
              <p:cNvPr id="355" name="Google Shape;355;p27"/>
              <p:cNvSpPr/>
              <p:nvPr/>
            </p:nvSpPr>
            <p:spPr>
              <a:xfrm>
                <a:off x="369077" y="3781125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7"/>
              <p:cNvSpPr/>
              <p:nvPr/>
            </p:nvSpPr>
            <p:spPr>
              <a:xfrm>
                <a:off x="496415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7"/>
              <p:cNvSpPr/>
              <p:nvPr/>
            </p:nvSpPr>
            <p:spPr>
              <a:xfrm>
                <a:off x="623754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7"/>
              <p:cNvSpPr/>
              <p:nvPr/>
            </p:nvSpPr>
            <p:spPr>
              <a:xfrm>
                <a:off x="751092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7"/>
              <p:cNvSpPr/>
              <p:nvPr/>
            </p:nvSpPr>
            <p:spPr>
              <a:xfrm>
                <a:off x="878431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7"/>
              <p:cNvSpPr/>
              <p:nvPr/>
            </p:nvSpPr>
            <p:spPr>
              <a:xfrm>
                <a:off x="1005769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7"/>
              <p:cNvSpPr/>
              <p:nvPr/>
            </p:nvSpPr>
            <p:spPr>
              <a:xfrm>
                <a:off x="369077" y="387534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7"/>
              <p:cNvSpPr/>
              <p:nvPr/>
            </p:nvSpPr>
            <p:spPr>
              <a:xfrm>
                <a:off x="496415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27"/>
              <p:cNvSpPr/>
              <p:nvPr/>
            </p:nvSpPr>
            <p:spPr>
              <a:xfrm>
                <a:off x="623754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27"/>
              <p:cNvSpPr/>
              <p:nvPr/>
            </p:nvSpPr>
            <p:spPr>
              <a:xfrm>
                <a:off x="751092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7"/>
              <p:cNvSpPr/>
              <p:nvPr/>
            </p:nvSpPr>
            <p:spPr>
              <a:xfrm>
                <a:off x="878431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27"/>
              <p:cNvSpPr/>
              <p:nvPr/>
            </p:nvSpPr>
            <p:spPr>
              <a:xfrm>
                <a:off x="1005769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27"/>
              <p:cNvSpPr/>
              <p:nvPr/>
            </p:nvSpPr>
            <p:spPr>
              <a:xfrm>
                <a:off x="369077" y="396956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27"/>
              <p:cNvSpPr/>
              <p:nvPr/>
            </p:nvSpPr>
            <p:spPr>
              <a:xfrm>
                <a:off x="496415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27"/>
              <p:cNvSpPr/>
              <p:nvPr/>
            </p:nvSpPr>
            <p:spPr>
              <a:xfrm>
                <a:off x="623754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27"/>
              <p:cNvSpPr/>
              <p:nvPr/>
            </p:nvSpPr>
            <p:spPr>
              <a:xfrm>
                <a:off x="751092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27"/>
              <p:cNvSpPr/>
              <p:nvPr/>
            </p:nvSpPr>
            <p:spPr>
              <a:xfrm>
                <a:off x="878431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27"/>
              <p:cNvSpPr/>
              <p:nvPr/>
            </p:nvSpPr>
            <p:spPr>
              <a:xfrm>
                <a:off x="1005769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27"/>
              <p:cNvSpPr/>
              <p:nvPr/>
            </p:nvSpPr>
            <p:spPr>
              <a:xfrm>
                <a:off x="369077" y="406377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27"/>
              <p:cNvSpPr/>
              <p:nvPr/>
            </p:nvSpPr>
            <p:spPr>
              <a:xfrm>
                <a:off x="496415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7"/>
              <p:cNvSpPr/>
              <p:nvPr/>
            </p:nvSpPr>
            <p:spPr>
              <a:xfrm>
                <a:off x="623754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7"/>
              <p:cNvSpPr/>
              <p:nvPr/>
            </p:nvSpPr>
            <p:spPr>
              <a:xfrm>
                <a:off x="751092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7"/>
              <p:cNvSpPr/>
              <p:nvPr/>
            </p:nvSpPr>
            <p:spPr>
              <a:xfrm>
                <a:off x="878431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7"/>
              <p:cNvSpPr/>
              <p:nvPr/>
            </p:nvSpPr>
            <p:spPr>
              <a:xfrm>
                <a:off x="1005769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7"/>
              <p:cNvSpPr/>
              <p:nvPr/>
            </p:nvSpPr>
            <p:spPr>
              <a:xfrm>
                <a:off x="369077" y="4157994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7"/>
              <p:cNvSpPr/>
              <p:nvPr/>
            </p:nvSpPr>
            <p:spPr>
              <a:xfrm>
                <a:off x="496415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7"/>
              <p:cNvSpPr/>
              <p:nvPr/>
            </p:nvSpPr>
            <p:spPr>
              <a:xfrm>
                <a:off x="623754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7"/>
              <p:cNvSpPr/>
              <p:nvPr/>
            </p:nvSpPr>
            <p:spPr>
              <a:xfrm>
                <a:off x="751092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27"/>
              <p:cNvSpPr/>
              <p:nvPr/>
            </p:nvSpPr>
            <p:spPr>
              <a:xfrm>
                <a:off x="878431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27"/>
              <p:cNvSpPr/>
              <p:nvPr/>
            </p:nvSpPr>
            <p:spPr>
              <a:xfrm>
                <a:off x="1005769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7"/>
              <p:cNvSpPr/>
              <p:nvPr/>
            </p:nvSpPr>
            <p:spPr>
              <a:xfrm>
                <a:off x="369077" y="4252211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7"/>
              <p:cNvSpPr/>
              <p:nvPr/>
            </p:nvSpPr>
            <p:spPr>
              <a:xfrm>
                <a:off x="496415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7"/>
              <p:cNvSpPr/>
              <p:nvPr/>
            </p:nvSpPr>
            <p:spPr>
              <a:xfrm>
                <a:off x="623754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7"/>
              <p:cNvSpPr/>
              <p:nvPr/>
            </p:nvSpPr>
            <p:spPr>
              <a:xfrm>
                <a:off x="751092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7"/>
              <p:cNvSpPr/>
              <p:nvPr/>
            </p:nvSpPr>
            <p:spPr>
              <a:xfrm>
                <a:off x="878431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7"/>
              <p:cNvSpPr/>
              <p:nvPr/>
            </p:nvSpPr>
            <p:spPr>
              <a:xfrm>
                <a:off x="1005769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1" name="Google Shape;391;p27"/>
            <p:cNvGrpSpPr/>
            <p:nvPr/>
          </p:nvGrpSpPr>
          <p:grpSpPr>
            <a:xfrm>
              <a:off x="1479100" y="271453"/>
              <a:ext cx="541860" cy="217043"/>
              <a:chOff x="1479100" y="271453"/>
              <a:chExt cx="541860" cy="217043"/>
            </a:xfrm>
          </p:grpSpPr>
          <p:cxnSp>
            <p:nvCxnSpPr>
              <p:cNvPr id="392" name="Google Shape;392;p27"/>
              <p:cNvCxnSpPr/>
              <p:nvPr/>
            </p:nvCxnSpPr>
            <p:spPr>
              <a:xfrm rot="7613001">
                <a:off x="1816600" y="386347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3" name="Google Shape;393;p27"/>
              <p:cNvCxnSpPr/>
              <p:nvPr/>
            </p:nvCxnSpPr>
            <p:spPr>
              <a:xfrm rot="7613001">
                <a:off x="1719460" y="383161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4" name="Google Shape;394;p27"/>
              <p:cNvCxnSpPr/>
              <p:nvPr/>
            </p:nvCxnSpPr>
            <p:spPr>
              <a:xfrm rot="7613001">
                <a:off x="1622320" y="379975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5" name="Google Shape;395;p27"/>
              <p:cNvCxnSpPr/>
              <p:nvPr/>
            </p:nvCxnSpPr>
            <p:spPr>
              <a:xfrm rot="7613001">
                <a:off x="1525180" y="376789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6" name="Google Shape;396;p27"/>
              <p:cNvCxnSpPr/>
              <p:nvPr/>
            </p:nvCxnSpPr>
            <p:spPr>
              <a:xfrm rot="7613001">
                <a:off x="1428040" y="373603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97" name="Google Shape;397;p27"/>
            <p:cNvGrpSpPr/>
            <p:nvPr/>
          </p:nvGrpSpPr>
          <p:grpSpPr>
            <a:xfrm>
              <a:off x="53558" y="2300820"/>
              <a:ext cx="217043" cy="541860"/>
              <a:chOff x="53558" y="2300820"/>
              <a:chExt cx="217043" cy="541860"/>
            </a:xfrm>
          </p:grpSpPr>
          <p:cxnSp>
            <p:nvCxnSpPr>
              <p:cNvPr id="398" name="Google Shape;398;p27"/>
              <p:cNvCxnSpPr/>
              <p:nvPr/>
            </p:nvCxnSpPr>
            <p:spPr>
              <a:xfrm rot="-8586999">
                <a:off x="27998" y="276603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9" name="Google Shape;399;p27"/>
              <p:cNvCxnSpPr/>
              <p:nvPr/>
            </p:nvCxnSpPr>
            <p:spPr>
              <a:xfrm rot="-8586999">
                <a:off x="31184" y="266889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0" name="Google Shape;400;p27"/>
              <p:cNvCxnSpPr/>
              <p:nvPr/>
            </p:nvCxnSpPr>
            <p:spPr>
              <a:xfrm rot="-8586999">
                <a:off x="34370" y="257175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1" name="Google Shape;401;p27"/>
              <p:cNvCxnSpPr/>
              <p:nvPr/>
            </p:nvCxnSpPr>
            <p:spPr>
              <a:xfrm rot="-8586999">
                <a:off x="37556" y="247461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2" name="Google Shape;402;p27"/>
              <p:cNvCxnSpPr/>
              <p:nvPr/>
            </p:nvCxnSpPr>
            <p:spPr>
              <a:xfrm rot="-8586999">
                <a:off x="40742" y="237747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03" name="Google Shape;403;p27"/>
            <p:cNvGrpSpPr/>
            <p:nvPr/>
          </p:nvGrpSpPr>
          <p:grpSpPr>
            <a:xfrm>
              <a:off x="7958583" y="4752595"/>
              <a:ext cx="217043" cy="541860"/>
              <a:chOff x="53558" y="2300820"/>
              <a:chExt cx="217043" cy="541860"/>
            </a:xfrm>
          </p:grpSpPr>
          <p:cxnSp>
            <p:nvCxnSpPr>
              <p:cNvPr id="404" name="Google Shape;404;p27"/>
              <p:cNvCxnSpPr/>
              <p:nvPr/>
            </p:nvCxnSpPr>
            <p:spPr>
              <a:xfrm rot="-8586999">
                <a:off x="27998" y="276603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5" name="Google Shape;405;p27"/>
              <p:cNvCxnSpPr/>
              <p:nvPr/>
            </p:nvCxnSpPr>
            <p:spPr>
              <a:xfrm rot="-8586999">
                <a:off x="31184" y="266889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6" name="Google Shape;406;p27"/>
              <p:cNvCxnSpPr/>
              <p:nvPr/>
            </p:nvCxnSpPr>
            <p:spPr>
              <a:xfrm rot="-8586999">
                <a:off x="34370" y="257175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7" name="Google Shape;407;p27"/>
              <p:cNvCxnSpPr/>
              <p:nvPr/>
            </p:nvCxnSpPr>
            <p:spPr>
              <a:xfrm rot="-8586999">
                <a:off x="37556" y="247461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8" name="Google Shape;408;p27"/>
              <p:cNvCxnSpPr/>
              <p:nvPr/>
            </p:nvCxnSpPr>
            <p:spPr>
              <a:xfrm rot="-8586999">
                <a:off x="40742" y="237747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09" name="Google Shape;409;p27"/>
            <p:cNvGrpSpPr/>
            <p:nvPr/>
          </p:nvGrpSpPr>
          <p:grpSpPr>
            <a:xfrm>
              <a:off x="8699983" y="2813820"/>
              <a:ext cx="217043" cy="541860"/>
              <a:chOff x="53558" y="2300820"/>
              <a:chExt cx="217043" cy="541860"/>
            </a:xfrm>
          </p:grpSpPr>
          <p:cxnSp>
            <p:nvCxnSpPr>
              <p:cNvPr id="410" name="Google Shape;410;p27"/>
              <p:cNvCxnSpPr/>
              <p:nvPr/>
            </p:nvCxnSpPr>
            <p:spPr>
              <a:xfrm rot="-8586999">
                <a:off x="27998" y="276603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1" name="Google Shape;411;p27"/>
              <p:cNvCxnSpPr/>
              <p:nvPr/>
            </p:nvCxnSpPr>
            <p:spPr>
              <a:xfrm rot="-8586999">
                <a:off x="31184" y="266889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2" name="Google Shape;412;p27"/>
              <p:cNvCxnSpPr/>
              <p:nvPr/>
            </p:nvCxnSpPr>
            <p:spPr>
              <a:xfrm rot="-8586999">
                <a:off x="34370" y="257175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3" name="Google Shape;413;p27"/>
              <p:cNvCxnSpPr/>
              <p:nvPr/>
            </p:nvCxnSpPr>
            <p:spPr>
              <a:xfrm rot="-8586999">
                <a:off x="37556" y="247461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4" name="Google Shape;414;p27"/>
              <p:cNvCxnSpPr/>
              <p:nvPr/>
            </p:nvCxnSpPr>
            <p:spPr>
              <a:xfrm rot="-8586999">
                <a:off x="40742" y="237747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15" name="Google Shape;415;p27"/>
          <p:cNvSpPr txBox="1">
            <a:spLocks noGrp="1"/>
          </p:cNvSpPr>
          <p:nvPr>
            <p:ph type="title"/>
          </p:nvPr>
        </p:nvSpPr>
        <p:spPr>
          <a:xfrm>
            <a:off x="3104725" y="691900"/>
            <a:ext cx="2934300" cy="6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16" name="Google Shape;416;p27"/>
          <p:cNvSpPr txBox="1">
            <a:spLocks noGrp="1"/>
          </p:cNvSpPr>
          <p:nvPr>
            <p:ph type="title" idx="2"/>
          </p:nvPr>
        </p:nvSpPr>
        <p:spPr>
          <a:xfrm>
            <a:off x="1612950" y="1859600"/>
            <a:ext cx="5918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17" name="Google Shape;417;p27"/>
          <p:cNvSpPr txBox="1">
            <a:spLocks noGrp="1"/>
          </p:cNvSpPr>
          <p:nvPr>
            <p:ph type="subTitle" idx="1"/>
          </p:nvPr>
        </p:nvSpPr>
        <p:spPr>
          <a:xfrm>
            <a:off x="2302075" y="2448500"/>
            <a:ext cx="4539900" cy="87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27"/>
          <p:cNvSpPr txBox="1">
            <a:spLocks noGrp="1"/>
          </p:cNvSpPr>
          <p:nvPr>
            <p:ph type="subTitle" idx="3"/>
          </p:nvPr>
        </p:nvSpPr>
        <p:spPr>
          <a:xfrm>
            <a:off x="2599800" y="1486700"/>
            <a:ext cx="3946500" cy="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3">
  <p:cSld name="CUSTOM_1_1_1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" name="Google Shape;420;p28"/>
          <p:cNvGrpSpPr/>
          <p:nvPr/>
        </p:nvGrpSpPr>
        <p:grpSpPr>
          <a:xfrm>
            <a:off x="50" y="-1990175"/>
            <a:ext cx="10850127" cy="9410414"/>
            <a:chOff x="50" y="-1990175"/>
            <a:chExt cx="10850127" cy="9410414"/>
          </a:xfrm>
        </p:grpSpPr>
        <p:sp>
          <p:nvSpPr>
            <p:cNvPr id="421" name="Google Shape;421;p28"/>
            <p:cNvSpPr/>
            <p:nvPr/>
          </p:nvSpPr>
          <p:spPr>
            <a:xfrm rot="5400000">
              <a:off x="50" y="0"/>
              <a:ext cx="3927600" cy="39276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8"/>
            <p:cNvSpPr/>
            <p:nvPr/>
          </p:nvSpPr>
          <p:spPr>
            <a:xfrm rot="5400000">
              <a:off x="1893275" y="0"/>
              <a:ext cx="5153100" cy="5153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8"/>
            <p:cNvSpPr/>
            <p:nvPr/>
          </p:nvSpPr>
          <p:spPr>
            <a:xfrm rot="-5400000">
              <a:off x="6579600" y="2579100"/>
              <a:ext cx="2564400" cy="25644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4" name="Google Shape;424;p28"/>
            <p:cNvGrpSpPr/>
            <p:nvPr/>
          </p:nvGrpSpPr>
          <p:grpSpPr>
            <a:xfrm>
              <a:off x="578338" y="-1990175"/>
              <a:ext cx="4342775" cy="4342775"/>
              <a:chOff x="578338" y="-1990175"/>
              <a:chExt cx="4342775" cy="4342775"/>
            </a:xfrm>
          </p:grpSpPr>
          <p:sp>
            <p:nvSpPr>
              <p:cNvPr id="425" name="Google Shape;425;p28"/>
              <p:cNvSpPr/>
              <p:nvPr/>
            </p:nvSpPr>
            <p:spPr>
              <a:xfrm rot="-2700000">
                <a:off x="380847" y="156817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8"/>
              <p:cNvSpPr/>
              <p:nvPr/>
            </p:nvSpPr>
            <p:spPr>
              <a:xfrm rot="-2700000">
                <a:off x="476664" y="252634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8"/>
              <p:cNvSpPr/>
              <p:nvPr/>
            </p:nvSpPr>
            <p:spPr>
              <a:xfrm rot="-2700000">
                <a:off x="572482" y="348452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8"/>
              <p:cNvSpPr/>
              <p:nvPr/>
            </p:nvSpPr>
            <p:spPr>
              <a:xfrm rot="-2700000">
                <a:off x="668299" y="444269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8"/>
              <p:cNvSpPr/>
              <p:nvPr/>
            </p:nvSpPr>
            <p:spPr>
              <a:xfrm rot="-2700000">
                <a:off x="764117" y="540087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8"/>
              <p:cNvSpPr/>
              <p:nvPr/>
            </p:nvSpPr>
            <p:spPr>
              <a:xfrm rot="-2700000">
                <a:off x="859934" y="635904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8"/>
              <p:cNvSpPr/>
              <p:nvPr/>
            </p:nvSpPr>
            <p:spPr>
              <a:xfrm rot="-2700000">
                <a:off x="-98240" y="-322270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8"/>
              <p:cNvSpPr/>
              <p:nvPr/>
            </p:nvSpPr>
            <p:spPr>
              <a:xfrm rot="-2700000">
                <a:off x="-2423" y="-226453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8"/>
              <p:cNvSpPr/>
              <p:nvPr/>
            </p:nvSpPr>
            <p:spPr>
              <a:xfrm rot="-2700000">
                <a:off x="93395" y="-130635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8"/>
              <p:cNvSpPr/>
              <p:nvPr/>
            </p:nvSpPr>
            <p:spPr>
              <a:xfrm rot="-2700000">
                <a:off x="189212" y="-34818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8"/>
              <p:cNvSpPr/>
              <p:nvPr/>
            </p:nvSpPr>
            <p:spPr>
              <a:xfrm rot="-2700000">
                <a:off x="285030" y="61000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6" name="Google Shape;436;p28"/>
            <p:cNvGrpSpPr/>
            <p:nvPr/>
          </p:nvGrpSpPr>
          <p:grpSpPr>
            <a:xfrm>
              <a:off x="1967182" y="-1462756"/>
              <a:ext cx="8882995" cy="8882995"/>
              <a:chOff x="1967182" y="-1462756"/>
              <a:chExt cx="8882995" cy="8882995"/>
            </a:xfrm>
          </p:grpSpPr>
          <p:sp>
            <p:nvSpPr>
              <p:cNvPr id="437" name="Google Shape;437;p28"/>
              <p:cNvSpPr/>
              <p:nvPr/>
            </p:nvSpPr>
            <p:spPr>
              <a:xfrm rot="-2700000">
                <a:off x="2045519" y="3289698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8"/>
              <p:cNvSpPr/>
              <p:nvPr/>
            </p:nvSpPr>
            <p:spPr>
              <a:xfrm rot="-2700000">
                <a:off x="2141336" y="3385516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8"/>
              <p:cNvSpPr/>
              <p:nvPr/>
            </p:nvSpPr>
            <p:spPr>
              <a:xfrm rot="-2700000">
                <a:off x="2237154" y="3481334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8"/>
              <p:cNvSpPr/>
              <p:nvPr/>
            </p:nvSpPr>
            <p:spPr>
              <a:xfrm rot="-2700000">
                <a:off x="2332972" y="3577151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8"/>
              <p:cNvSpPr/>
              <p:nvPr/>
            </p:nvSpPr>
            <p:spPr>
              <a:xfrm rot="-2700000">
                <a:off x="2428790" y="3672969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8"/>
              <p:cNvSpPr/>
              <p:nvPr/>
            </p:nvSpPr>
            <p:spPr>
              <a:xfrm rot="-2700000">
                <a:off x="2524608" y="3768787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8"/>
              <p:cNvSpPr/>
              <p:nvPr/>
            </p:nvSpPr>
            <p:spPr>
              <a:xfrm rot="-2700000">
                <a:off x="1470612" y="2714791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8"/>
              <p:cNvSpPr/>
              <p:nvPr/>
            </p:nvSpPr>
            <p:spPr>
              <a:xfrm rot="-2700000">
                <a:off x="1566430" y="2810609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8"/>
              <p:cNvSpPr/>
              <p:nvPr/>
            </p:nvSpPr>
            <p:spPr>
              <a:xfrm rot="-2700000">
                <a:off x="1662248" y="2906427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8"/>
              <p:cNvSpPr/>
              <p:nvPr/>
            </p:nvSpPr>
            <p:spPr>
              <a:xfrm rot="-2700000">
                <a:off x="1758065" y="3002245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8"/>
              <p:cNvSpPr/>
              <p:nvPr/>
            </p:nvSpPr>
            <p:spPr>
              <a:xfrm rot="-2700000">
                <a:off x="1853883" y="3098062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8"/>
              <p:cNvSpPr/>
              <p:nvPr/>
            </p:nvSpPr>
            <p:spPr>
              <a:xfrm rot="-2700000">
                <a:off x="1949701" y="3193880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8"/>
              <p:cNvSpPr/>
              <p:nvPr/>
            </p:nvSpPr>
            <p:spPr>
              <a:xfrm rot="-2700000">
                <a:off x="991529" y="2235709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8"/>
              <p:cNvSpPr/>
              <p:nvPr/>
            </p:nvSpPr>
            <p:spPr>
              <a:xfrm rot="-2700000">
                <a:off x="1087347" y="2331527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8"/>
              <p:cNvSpPr/>
              <p:nvPr/>
            </p:nvSpPr>
            <p:spPr>
              <a:xfrm rot="-2700000">
                <a:off x="1183165" y="2427344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8"/>
              <p:cNvSpPr/>
              <p:nvPr/>
            </p:nvSpPr>
            <p:spPr>
              <a:xfrm rot="-2700000">
                <a:off x="1278983" y="2523162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8"/>
              <p:cNvSpPr/>
              <p:nvPr/>
            </p:nvSpPr>
            <p:spPr>
              <a:xfrm rot="-2700000">
                <a:off x="1374801" y="2618980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8"/>
              <p:cNvSpPr/>
              <p:nvPr/>
            </p:nvSpPr>
            <p:spPr>
              <a:xfrm rot="-2700000">
                <a:off x="895716" y="2139896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8"/>
              <p:cNvSpPr/>
              <p:nvPr/>
            </p:nvSpPr>
            <p:spPr>
              <a:xfrm rot="-2700000">
                <a:off x="608269" y="1852449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8"/>
              <p:cNvSpPr/>
              <p:nvPr/>
            </p:nvSpPr>
            <p:spPr>
              <a:xfrm rot="-2700000">
                <a:off x="704087" y="1948267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8"/>
              <p:cNvSpPr/>
              <p:nvPr/>
            </p:nvSpPr>
            <p:spPr>
              <a:xfrm rot="-2700000">
                <a:off x="799905" y="2044084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8"/>
              <p:cNvSpPr/>
              <p:nvPr/>
            </p:nvSpPr>
            <p:spPr>
              <a:xfrm rot="-2700000">
                <a:off x="2620429" y="3864608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8"/>
              <p:cNvSpPr/>
              <p:nvPr/>
            </p:nvSpPr>
            <p:spPr>
              <a:xfrm rot="-2700000">
                <a:off x="2716246" y="3960426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8"/>
              <p:cNvSpPr/>
              <p:nvPr/>
            </p:nvSpPr>
            <p:spPr>
              <a:xfrm rot="-2700000">
                <a:off x="2812064" y="4056244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1" name="Google Shape;461;p28"/>
            <p:cNvSpPr/>
            <p:nvPr/>
          </p:nvSpPr>
          <p:spPr>
            <a:xfrm>
              <a:off x="448935" y="400313"/>
              <a:ext cx="8246100" cy="4342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2" name="Google Shape;462;p28"/>
          <p:cNvSpPr txBox="1">
            <a:spLocks noGrp="1"/>
          </p:cNvSpPr>
          <p:nvPr>
            <p:ph type="title"/>
          </p:nvPr>
        </p:nvSpPr>
        <p:spPr>
          <a:xfrm>
            <a:off x="3289550" y="697500"/>
            <a:ext cx="2564400" cy="87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463" name="Google Shape;463;p28"/>
          <p:cNvSpPr txBox="1">
            <a:spLocks noGrp="1"/>
          </p:cNvSpPr>
          <p:nvPr>
            <p:ph type="title" idx="2"/>
          </p:nvPr>
        </p:nvSpPr>
        <p:spPr>
          <a:xfrm>
            <a:off x="1612950" y="1677450"/>
            <a:ext cx="5918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4" name="Google Shape;464;p28"/>
          <p:cNvSpPr txBox="1">
            <a:spLocks noGrp="1"/>
          </p:cNvSpPr>
          <p:nvPr>
            <p:ph type="subTitle" idx="1"/>
          </p:nvPr>
        </p:nvSpPr>
        <p:spPr>
          <a:xfrm>
            <a:off x="889250" y="3489125"/>
            <a:ext cx="2149200" cy="87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28"/>
          <p:cNvSpPr txBox="1">
            <a:spLocks noGrp="1"/>
          </p:cNvSpPr>
          <p:nvPr>
            <p:ph type="subTitle" idx="3"/>
          </p:nvPr>
        </p:nvSpPr>
        <p:spPr>
          <a:xfrm>
            <a:off x="2598750" y="2363475"/>
            <a:ext cx="3946500" cy="51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28"/>
          <p:cNvSpPr txBox="1">
            <a:spLocks noGrp="1"/>
          </p:cNvSpPr>
          <p:nvPr>
            <p:ph type="subTitle" idx="4"/>
          </p:nvPr>
        </p:nvSpPr>
        <p:spPr>
          <a:xfrm>
            <a:off x="2598750" y="2893925"/>
            <a:ext cx="3946500" cy="33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4">
  <p:cSld name="CUSTOM_1_1_1_1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9"/>
          <p:cNvSpPr txBox="1">
            <a:spLocks noGrp="1"/>
          </p:cNvSpPr>
          <p:nvPr>
            <p:ph type="title"/>
          </p:nvPr>
        </p:nvSpPr>
        <p:spPr>
          <a:xfrm>
            <a:off x="3122175" y="539500"/>
            <a:ext cx="2899500" cy="933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469" name="Google Shape;469;p29"/>
          <p:cNvSpPr txBox="1">
            <a:spLocks noGrp="1"/>
          </p:cNvSpPr>
          <p:nvPr>
            <p:ph type="title" idx="2"/>
          </p:nvPr>
        </p:nvSpPr>
        <p:spPr>
          <a:xfrm>
            <a:off x="1612950" y="2195000"/>
            <a:ext cx="5918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70" name="Google Shape;470;p29"/>
          <p:cNvSpPr txBox="1">
            <a:spLocks noGrp="1"/>
          </p:cNvSpPr>
          <p:nvPr>
            <p:ph type="subTitle" idx="1"/>
          </p:nvPr>
        </p:nvSpPr>
        <p:spPr>
          <a:xfrm>
            <a:off x="2273800" y="2843900"/>
            <a:ext cx="4596300" cy="75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29"/>
          <p:cNvSpPr txBox="1">
            <a:spLocks noGrp="1"/>
          </p:cNvSpPr>
          <p:nvPr>
            <p:ph type="subTitle" idx="3"/>
          </p:nvPr>
        </p:nvSpPr>
        <p:spPr>
          <a:xfrm>
            <a:off x="2382775" y="1582225"/>
            <a:ext cx="4380600" cy="51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472" name="Google Shape;472;p29"/>
          <p:cNvGrpSpPr/>
          <p:nvPr/>
        </p:nvGrpSpPr>
        <p:grpSpPr>
          <a:xfrm>
            <a:off x="-74" y="108"/>
            <a:ext cx="9144142" cy="5143291"/>
            <a:chOff x="-74" y="108"/>
            <a:chExt cx="9144142" cy="5143291"/>
          </a:xfrm>
        </p:grpSpPr>
        <p:sp>
          <p:nvSpPr>
            <p:cNvPr id="473" name="Google Shape;473;p29"/>
            <p:cNvSpPr/>
            <p:nvPr/>
          </p:nvSpPr>
          <p:spPr>
            <a:xfrm>
              <a:off x="147124" y="774139"/>
              <a:ext cx="667652" cy="333839"/>
            </a:xfrm>
            <a:custGeom>
              <a:avLst/>
              <a:gdLst/>
              <a:ahLst/>
              <a:cxnLst/>
              <a:rect l="l" t="t" r="r" b="b"/>
              <a:pathLst>
                <a:path w="26203" h="13102" extrusionOk="0">
                  <a:moveTo>
                    <a:pt x="13101" y="1"/>
                  </a:moveTo>
                  <a:lnTo>
                    <a:pt x="0" y="13101"/>
                  </a:lnTo>
                  <a:lnTo>
                    <a:pt x="26202" y="13101"/>
                  </a:lnTo>
                  <a:lnTo>
                    <a:pt x="131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-74" y="481119"/>
              <a:ext cx="544610" cy="626859"/>
            </a:xfrm>
            <a:custGeom>
              <a:avLst/>
              <a:gdLst/>
              <a:ahLst/>
              <a:cxnLst/>
              <a:rect l="l" t="t" r="r" b="b"/>
              <a:pathLst>
                <a:path w="21374" h="24602" extrusionOk="0">
                  <a:moveTo>
                    <a:pt x="18851" y="0"/>
                  </a:moveTo>
                  <a:lnTo>
                    <a:pt x="0" y="18851"/>
                  </a:lnTo>
                  <a:lnTo>
                    <a:pt x="5750" y="24601"/>
                  </a:lnTo>
                  <a:lnTo>
                    <a:pt x="21374" y="8978"/>
                  </a:lnTo>
                  <a:lnTo>
                    <a:pt x="188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9"/>
            <p:cNvSpPr/>
            <p:nvPr/>
          </p:nvSpPr>
          <p:spPr>
            <a:xfrm>
              <a:off x="-74" y="108"/>
              <a:ext cx="657945" cy="481037"/>
            </a:xfrm>
            <a:custGeom>
              <a:avLst/>
              <a:gdLst/>
              <a:ahLst/>
              <a:cxnLst/>
              <a:rect l="l" t="t" r="r" b="b"/>
              <a:pathLst>
                <a:path w="25822" h="18879" extrusionOk="0">
                  <a:moveTo>
                    <a:pt x="0" y="0"/>
                  </a:moveTo>
                  <a:lnTo>
                    <a:pt x="18851" y="18878"/>
                  </a:lnTo>
                  <a:cubicBezTo>
                    <a:pt x="25822" y="11907"/>
                    <a:pt x="20885" y="0"/>
                    <a:pt x="1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9"/>
            <p:cNvSpPr/>
            <p:nvPr/>
          </p:nvSpPr>
          <p:spPr>
            <a:xfrm>
              <a:off x="480249" y="481119"/>
              <a:ext cx="481037" cy="961360"/>
            </a:xfrm>
            <a:custGeom>
              <a:avLst/>
              <a:gdLst/>
              <a:ahLst/>
              <a:cxnLst/>
              <a:rect l="l" t="t" r="r" b="b"/>
              <a:pathLst>
                <a:path w="18879" h="37730" extrusionOk="0">
                  <a:moveTo>
                    <a:pt x="0" y="0"/>
                  </a:moveTo>
                  <a:lnTo>
                    <a:pt x="0" y="37729"/>
                  </a:lnTo>
                  <a:lnTo>
                    <a:pt x="18878" y="18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9"/>
            <p:cNvSpPr/>
            <p:nvPr/>
          </p:nvSpPr>
          <p:spPr>
            <a:xfrm>
              <a:off x="321280" y="3655392"/>
              <a:ext cx="219103" cy="219816"/>
            </a:xfrm>
            <a:custGeom>
              <a:avLst/>
              <a:gdLst/>
              <a:ahLst/>
              <a:cxnLst/>
              <a:rect l="l" t="t" r="r" b="b"/>
              <a:pathLst>
                <a:path w="8599" h="8627" extrusionOk="0">
                  <a:moveTo>
                    <a:pt x="1" y="1"/>
                  </a:moveTo>
                  <a:lnTo>
                    <a:pt x="8599" y="8626"/>
                  </a:lnTo>
                  <a:lnTo>
                    <a:pt x="85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321280" y="2528870"/>
              <a:ext cx="279923" cy="559847"/>
            </a:xfrm>
            <a:custGeom>
              <a:avLst/>
              <a:gdLst/>
              <a:ahLst/>
              <a:cxnLst/>
              <a:rect l="l" t="t" r="r" b="b"/>
              <a:pathLst>
                <a:path w="10986" h="21972" extrusionOk="0">
                  <a:moveTo>
                    <a:pt x="1" y="1"/>
                  </a:moveTo>
                  <a:lnTo>
                    <a:pt x="1" y="21971"/>
                  </a:lnTo>
                  <a:lnTo>
                    <a:pt x="10986" y="1098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9"/>
            <p:cNvSpPr/>
            <p:nvPr/>
          </p:nvSpPr>
          <p:spPr>
            <a:xfrm>
              <a:off x="147812" y="2746572"/>
              <a:ext cx="173493" cy="346987"/>
            </a:xfrm>
            <a:custGeom>
              <a:avLst/>
              <a:gdLst/>
              <a:ahLst/>
              <a:cxnLst/>
              <a:rect l="l" t="t" r="r" b="b"/>
              <a:pathLst>
                <a:path w="6809" h="13618" extrusionOk="0">
                  <a:moveTo>
                    <a:pt x="6809" y="1"/>
                  </a:moveTo>
                  <a:lnTo>
                    <a:pt x="1" y="6809"/>
                  </a:lnTo>
                  <a:lnTo>
                    <a:pt x="6809" y="13617"/>
                  </a:lnTo>
                  <a:lnTo>
                    <a:pt x="68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762899" y="108"/>
              <a:ext cx="762336" cy="762999"/>
            </a:xfrm>
            <a:custGeom>
              <a:avLst/>
              <a:gdLst/>
              <a:ahLst/>
              <a:cxnLst/>
              <a:rect l="l" t="t" r="r" b="b"/>
              <a:pathLst>
                <a:path w="29919" h="29945" extrusionOk="0">
                  <a:moveTo>
                    <a:pt x="1" y="0"/>
                  </a:moveTo>
                  <a:lnTo>
                    <a:pt x="1" y="29945"/>
                  </a:lnTo>
                  <a:lnTo>
                    <a:pt x="299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9"/>
            <p:cNvSpPr/>
            <p:nvPr/>
          </p:nvSpPr>
          <p:spPr>
            <a:xfrm>
              <a:off x="762899" y="565433"/>
              <a:ext cx="198387" cy="396036"/>
            </a:xfrm>
            <a:custGeom>
              <a:avLst/>
              <a:gdLst/>
              <a:ahLst/>
              <a:cxnLst/>
              <a:rect l="l" t="t" r="r" b="b"/>
              <a:pathLst>
                <a:path w="7786" h="15543" extrusionOk="0">
                  <a:moveTo>
                    <a:pt x="7731" y="0"/>
                  </a:moveTo>
                  <a:lnTo>
                    <a:pt x="1" y="7758"/>
                  </a:lnTo>
                  <a:lnTo>
                    <a:pt x="7785" y="15542"/>
                  </a:lnTo>
                  <a:lnTo>
                    <a:pt x="77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9"/>
            <p:cNvSpPr/>
            <p:nvPr/>
          </p:nvSpPr>
          <p:spPr>
            <a:xfrm>
              <a:off x="679962" y="1242717"/>
              <a:ext cx="221192" cy="398813"/>
            </a:xfrm>
            <a:custGeom>
              <a:avLst/>
              <a:gdLst/>
              <a:ahLst/>
              <a:cxnLst/>
              <a:rect l="l" t="t" r="r" b="b"/>
              <a:pathLst>
                <a:path w="8681" h="15652" extrusionOk="0">
                  <a:moveTo>
                    <a:pt x="1" y="1"/>
                  </a:moveTo>
                  <a:lnTo>
                    <a:pt x="1" y="15651"/>
                  </a:lnTo>
                  <a:lnTo>
                    <a:pt x="4585" y="11067"/>
                  </a:lnTo>
                  <a:cubicBezTo>
                    <a:pt x="8681" y="6971"/>
                    <a:pt x="5778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480249" y="1242717"/>
              <a:ext cx="199738" cy="399501"/>
            </a:xfrm>
            <a:custGeom>
              <a:avLst/>
              <a:gdLst/>
              <a:ahLst/>
              <a:cxnLst/>
              <a:rect l="l" t="t" r="r" b="b"/>
              <a:pathLst>
                <a:path w="7839" h="15679" extrusionOk="0">
                  <a:moveTo>
                    <a:pt x="7839" y="1"/>
                  </a:moveTo>
                  <a:lnTo>
                    <a:pt x="0" y="7839"/>
                  </a:lnTo>
                  <a:lnTo>
                    <a:pt x="7839" y="15678"/>
                  </a:lnTo>
                  <a:lnTo>
                    <a:pt x="78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1302" y="1855740"/>
              <a:ext cx="463761" cy="463761"/>
            </a:xfrm>
            <a:custGeom>
              <a:avLst/>
              <a:gdLst/>
              <a:ahLst/>
              <a:cxnLst/>
              <a:rect l="l" t="t" r="r" b="b"/>
              <a:pathLst>
                <a:path w="18201" h="18201" extrusionOk="0">
                  <a:moveTo>
                    <a:pt x="0" y="0"/>
                  </a:moveTo>
                  <a:lnTo>
                    <a:pt x="0" y="18200"/>
                  </a:lnTo>
                  <a:lnTo>
                    <a:pt x="182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953642" y="2181247"/>
              <a:ext cx="178335" cy="89180"/>
            </a:xfrm>
            <a:custGeom>
              <a:avLst/>
              <a:gdLst/>
              <a:ahLst/>
              <a:cxnLst/>
              <a:rect l="l" t="t" r="r" b="b"/>
              <a:pathLst>
                <a:path w="6999" h="3500" extrusionOk="0">
                  <a:moveTo>
                    <a:pt x="1" y="1"/>
                  </a:moveTo>
                  <a:lnTo>
                    <a:pt x="3500" y="3500"/>
                  </a:lnTo>
                  <a:lnTo>
                    <a:pt x="69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9"/>
            <p:cNvSpPr/>
            <p:nvPr/>
          </p:nvSpPr>
          <p:spPr>
            <a:xfrm>
              <a:off x="953642" y="2375455"/>
              <a:ext cx="178335" cy="88492"/>
            </a:xfrm>
            <a:custGeom>
              <a:avLst/>
              <a:gdLst/>
              <a:ahLst/>
              <a:cxnLst/>
              <a:rect l="l" t="t" r="r" b="b"/>
              <a:pathLst>
                <a:path w="6999" h="3473" extrusionOk="0">
                  <a:moveTo>
                    <a:pt x="1" y="0"/>
                  </a:moveTo>
                  <a:lnTo>
                    <a:pt x="3500" y="3472"/>
                  </a:lnTo>
                  <a:lnTo>
                    <a:pt x="69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9"/>
            <p:cNvSpPr/>
            <p:nvPr/>
          </p:nvSpPr>
          <p:spPr>
            <a:xfrm>
              <a:off x="953642" y="2568976"/>
              <a:ext cx="178335" cy="89180"/>
            </a:xfrm>
            <a:custGeom>
              <a:avLst/>
              <a:gdLst/>
              <a:ahLst/>
              <a:cxnLst/>
              <a:rect l="l" t="t" r="r" b="b"/>
              <a:pathLst>
                <a:path w="6999" h="3500" extrusionOk="0">
                  <a:moveTo>
                    <a:pt x="1" y="0"/>
                  </a:moveTo>
                  <a:lnTo>
                    <a:pt x="3500" y="3499"/>
                  </a:lnTo>
                  <a:lnTo>
                    <a:pt x="69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9"/>
            <p:cNvSpPr/>
            <p:nvPr/>
          </p:nvSpPr>
          <p:spPr>
            <a:xfrm>
              <a:off x="1302" y="1640791"/>
              <a:ext cx="678685" cy="795715"/>
            </a:xfrm>
            <a:custGeom>
              <a:avLst/>
              <a:gdLst/>
              <a:ahLst/>
              <a:cxnLst/>
              <a:rect l="l" t="t" r="r" b="b"/>
              <a:pathLst>
                <a:path w="26636" h="31229" extrusionOk="0">
                  <a:moveTo>
                    <a:pt x="26636" y="1"/>
                  </a:moveTo>
                  <a:lnTo>
                    <a:pt x="0" y="26636"/>
                  </a:lnTo>
                  <a:cubicBezTo>
                    <a:pt x="3173" y="29809"/>
                    <a:pt x="7076" y="31229"/>
                    <a:pt x="10906" y="31229"/>
                  </a:cubicBezTo>
                  <a:cubicBezTo>
                    <a:pt x="18931" y="31229"/>
                    <a:pt x="26636" y="24997"/>
                    <a:pt x="26636" y="15597"/>
                  </a:cubicBezTo>
                  <a:lnTo>
                    <a:pt x="266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9"/>
            <p:cNvSpPr/>
            <p:nvPr/>
          </p:nvSpPr>
          <p:spPr>
            <a:xfrm>
              <a:off x="-74" y="961443"/>
              <a:ext cx="679373" cy="680087"/>
            </a:xfrm>
            <a:custGeom>
              <a:avLst/>
              <a:gdLst/>
              <a:ahLst/>
              <a:cxnLst/>
              <a:rect l="l" t="t" r="r" b="b"/>
              <a:pathLst>
                <a:path w="26663" h="26691" extrusionOk="0">
                  <a:moveTo>
                    <a:pt x="0" y="0"/>
                  </a:moveTo>
                  <a:lnTo>
                    <a:pt x="0" y="26690"/>
                  </a:lnTo>
                  <a:lnTo>
                    <a:pt x="26663" y="26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9"/>
            <p:cNvSpPr/>
            <p:nvPr/>
          </p:nvSpPr>
          <p:spPr>
            <a:xfrm>
              <a:off x="-74" y="796"/>
              <a:ext cx="480349" cy="960672"/>
            </a:xfrm>
            <a:custGeom>
              <a:avLst/>
              <a:gdLst/>
              <a:ahLst/>
              <a:cxnLst/>
              <a:rect l="l" t="t" r="r" b="b"/>
              <a:pathLst>
                <a:path w="18852" h="37703" extrusionOk="0">
                  <a:moveTo>
                    <a:pt x="0" y="0"/>
                  </a:moveTo>
                  <a:lnTo>
                    <a:pt x="0" y="37702"/>
                  </a:lnTo>
                  <a:lnTo>
                    <a:pt x="18851" y="18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1088432" y="108"/>
              <a:ext cx="1060885" cy="1043584"/>
            </a:xfrm>
            <a:custGeom>
              <a:avLst/>
              <a:gdLst/>
              <a:ahLst/>
              <a:cxnLst/>
              <a:rect l="l" t="t" r="r" b="b"/>
              <a:pathLst>
                <a:path w="41636" h="40957" extrusionOk="0">
                  <a:moveTo>
                    <a:pt x="40957" y="0"/>
                  </a:moveTo>
                  <a:lnTo>
                    <a:pt x="0" y="40957"/>
                  </a:lnTo>
                  <a:lnTo>
                    <a:pt x="678" y="40957"/>
                  </a:lnTo>
                  <a:lnTo>
                    <a:pt x="416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1230788" y="108"/>
              <a:ext cx="1060197" cy="1043584"/>
            </a:xfrm>
            <a:custGeom>
              <a:avLst/>
              <a:gdLst/>
              <a:ahLst/>
              <a:cxnLst/>
              <a:rect l="l" t="t" r="r" b="b"/>
              <a:pathLst>
                <a:path w="41609" h="40957" extrusionOk="0">
                  <a:moveTo>
                    <a:pt x="40958" y="0"/>
                  </a:moveTo>
                  <a:lnTo>
                    <a:pt x="1" y="40957"/>
                  </a:lnTo>
                  <a:lnTo>
                    <a:pt x="652" y="40957"/>
                  </a:lnTo>
                  <a:lnTo>
                    <a:pt x="416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9"/>
            <p:cNvSpPr/>
            <p:nvPr/>
          </p:nvSpPr>
          <p:spPr>
            <a:xfrm>
              <a:off x="1373171" y="108"/>
              <a:ext cx="1060197" cy="1043584"/>
            </a:xfrm>
            <a:custGeom>
              <a:avLst/>
              <a:gdLst/>
              <a:ahLst/>
              <a:cxnLst/>
              <a:rect l="l" t="t" r="r" b="b"/>
              <a:pathLst>
                <a:path w="41609" h="40957" extrusionOk="0">
                  <a:moveTo>
                    <a:pt x="40957" y="0"/>
                  </a:moveTo>
                  <a:lnTo>
                    <a:pt x="0" y="40957"/>
                  </a:lnTo>
                  <a:lnTo>
                    <a:pt x="651" y="40957"/>
                  </a:lnTo>
                  <a:lnTo>
                    <a:pt x="41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>
              <a:off x="-74" y="1335336"/>
              <a:ext cx="249500" cy="12460"/>
            </a:xfrm>
            <a:custGeom>
              <a:avLst/>
              <a:gdLst/>
              <a:ahLst/>
              <a:cxnLst/>
              <a:rect l="l" t="t" r="r" b="b"/>
              <a:pathLst>
                <a:path w="9792" h="489" extrusionOk="0">
                  <a:moveTo>
                    <a:pt x="0" y="0"/>
                  </a:moveTo>
                  <a:lnTo>
                    <a:pt x="0" y="488"/>
                  </a:lnTo>
                  <a:lnTo>
                    <a:pt x="9792" y="488"/>
                  </a:lnTo>
                  <a:lnTo>
                    <a:pt x="93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9"/>
            <p:cNvSpPr/>
            <p:nvPr/>
          </p:nvSpPr>
          <p:spPr>
            <a:xfrm>
              <a:off x="-74" y="1436237"/>
              <a:ext cx="350401" cy="11772"/>
            </a:xfrm>
            <a:custGeom>
              <a:avLst/>
              <a:gdLst/>
              <a:ahLst/>
              <a:cxnLst/>
              <a:rect l="l" t="t" r="r" b="b"/>
              <a:pathLst>
                <a:path w="13752" h="462" extrusionOk="0">
                  <a:moveTo>
                    <a:pt x="0" y="0"/>
                  </a:moveTo>
                  <a:lnTo>
                    <a:pt x="0" y="461"/>
                  </a:lnTo>
                  <a:lnTo>
                    <a:pt x="13752" y="461"/>
                  </a:lnTo>
                  <a:lnTo>
                    <a:pt x="132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9"/>
            <p:cNvSpPr/>
            <p:nvPr/>
          </p:nvSpPr>
          <p:spPr>
            <a:xfrm>
              <a:off x="-74" y="1536450"/>
              <a:ext cx="450614" cy="12460"/>
            </a:xfrm>
            <a:custGeom>
              <a:avLst/>
              <a:gdLst/>
              <a:ahLst/>
              <a:cxnLst/>
              <a:rect l="l" t="t" r="r" b="b"/>
              <a:pathLst>
                <a:path w="17685" h="489" extrusionOk="0">
                  <a:moveTo>
                    <a:pt x="0" y="0"/>
                  </a:moveTo>
                  <a:lnTo>
                    <a:pt x="0" y="488"/>
                  </a:lnTo>
                  <a:lnTo>
                    <a:pt x="17685" y="488"/>
                  </a:lnTo>
                  <a:lnTo>
                    <a:pt x="17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1154068" y="832208"/>
              <a:ext cx="548788" cy="519130"/>
            </a:xfrm>
            <a:custGeom>
              <a:avLst/>
              <a:gdLst/>
              <a:ahLst/>
              <a:cxnLst/>
              <a:rect l="l" t="t" r="r" b="b"/>
              <a:pathLst>
                <a:path w="21538" h="20374" extrusionOk="0">
                  <a:moveTo>
                    <a:pt x="16899" y="0"/>
                  </a:moveTo>
                  <a:lnTo>
                    <a:pt x="1" y="16898"/>
                  </a:lnTo>
                  <a:cubicBezTo>
                    <a:pt x="2330" y="19214"/>
                    <a:pt x="5383" y="20373"/>
                    <a:pt x="8433" y="20373"/>
                  </a:cubicBezTo>
                  <a:cubicBezTo>
                    <a:pt x="11492" y="20373"/>
                    <a:pt x="14549" y="19207"/>
                    <a:pt x="16872" y="16871"/>
                  </a:cubicBezTo>
                  <a:cubicBezTo>
                    <a:pt x="21537" y="12233"/>
                    <a:pt x="21537" y="4665"/>
                    <a:pt x="168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960573" y="1078931"/>
              <a:ext cx="21454" cy="22142"/>
            </a:xfrm>
            <a:custGeom>
              <a:avLst/>
              <a:gdLst/>
              <a:ahLst/>
              <a:cxnLst/>
              <a:rect l="l" t="t" r="r" b="b"/>
              <a:pathLst>
                <a:path w="842" h="869" extrusionOk="0">
                  <a:moveTo>
                    <a:pt x="407" y="0"/>
                  </a:moveTo>
                  <a:cubicBezTo>
                    <a:pt x="163" y="0"/>
                    <a:pt x="0" y="190"/>
                    <a:pt x="0" y="434"/>
                  </a:cubicBezTo>
                  <a:cubicBezTo>
                    <a:pt x="0" y="678"/>
                    <a:pt x="163" y="868"/>
                    <a:pt x="407" y="868"/>
                  </a:cubicBezTo>
                  <a:cubicBezTo>
                    <a:pt x="651" y="868"/>
                    <a:pt x="841" y="678"/>
                    <a:pt x="841" y="434"/>
                  </a:cubicBezTo>
                  <a:cubicBezTo>
                    <a:pt x="841" y="190"/>
                    <a:pt x="651" y="0"/>
                    <a:pt x="4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9"/>
            <p:cNvSpPr/>
            <p:nvPr/>
          </p:nvSpPr>
          <p:spPr>
            <a:xfrm>
              <a:off x="960573" y="1224753"/>
              <a:ext cx="21454" cy="22142"/>
            </a:xfrm>
            <a:custGeom>
              <a:avLst/>
              <a:gdLst/>
              <a:ahLst/>
              <a:cxnLst/>
              <a:rect l="l" t="t" r="r" b="b"/>
              <a:pathLst>
                <a:path w="842" h="869" extrusionOk="0">
                  <a:moveTo>
                    <a:pt x="407" y="0"/>
                  </a:moveTo>
                  <a:cubicBezTo>
                    <a:pt x="163" y="0"/>
                    <a:pt x="0" y="190"/>
                    <a:pt x="0" y="434"/>
                  </a:cubicBezTo>
                  <a:cubicBezTo>
                    <a:pt x="0" y="678"/>
                    <a:pt x="163" y="868"/>
                    <a:pt x="407" y="868"/>
                  </a:cubicBezTo>
                  <a:cubicBezTo>
                    <a:pt x="651" y="868"/>
                    <a:pt x="841" y="678"/>
                    <a:pt x="841" y="434"/>
                  </a:cubicBezTo>
                  <a:cubicBezTo>
                    <a:pt x="841" y="190"/>
                    <a:pt x="651" y="0"/>
                    <a:pt x="4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9"/>
            <p:cNvSpPr/>
            <p:nvPr/>
          </p:nvSpPr>
          <p:spPr>
            <a:xfrm>
              <a:off x="960573" y="1370575"/>
              <a:ext cx="21454" cy="22142"/>
            </a:xfrm>
            <a:custGeom>
              <a:avLst/>
              <a:gdLst/>
              <a:ahLst/>
              <a:cxnLst/>
              <a:rect l="l" t="t" r="r" b="b"/>
              <a:pathLst>
                <a:path w="842" h="869" extrusionOk="0">
                  <a:moveTo>
                    <a:pt x="407" y="0"/>
                  </a:moveTo>
                  <a:cubicBezTo>
                    <a:pt x="163" y="0"/>
                    <a:pt x="0" y="190"/>
                    <a:pt x="0" y="434"/>
                  </a:cubicBezTo>
                  <a:cubicBezTo>
                    <a:pt x="0" y="679"/>
                    <a:pt x="163" y="868"/>
                    <a:pt x="407" y="868"/>
                  </a:cubicBezTo>
                  <a:cubicBezTo>
                    <a:pt x="651" y="868"/>
                    <a:pt x="841" y="679"/>
                    <a:pt x="841" y="434"/>
                  </a:cubicBezTo>
                  <a:cubicBezTo>
                    <a:pt x="841" y="190"/>
                    <a:pt x="651" y="0"/>
                    <a:pt x="4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9"/>
            <p:cNvSpPr/>
            <p:nvPr/>
          </p:nvSpPr>
          <p:spPr>
            <a:xfrm>
              <a:off x="960573" y="1516397"/>
              <a:ext cx="21454" cy="21454"/>
            </a:xfrm>
            <a:custGeom>
              <a:avLst/>
              <a:gdLst/>
              <a:ahLst/>
              <a:cxnLst/>
              <a:rect l="l" t="t" r="r" b="b"/>
              <a:pathLst>
                <a:path w="842" h="842" extrusionOk="0">
                  <a:moveTo>
                    <a:pt x="407" y="1"/>
                  </a:moveTo>
                  <a:cubicBezTo>
                    <a:pt x="163" y="1"/>
                    <a:pt x="0" y="190"/>
                    <a:pt x="0" y="435"/>
                  </a:cubicBezTo>
                  <a:cubicBezTo>
                    <a:pt x="0" y="652"/>
                    <a:pt x="163" y="841"/>
                    <a:pt x="407" y="841"/>
                  </a:cubicBezTo>
                  <a:cubicBezTo>
                    <a:pt x="651" y="841"/>
                    <a:pt x="841" y="652"/>
                    <a:pt x="841" y="435"/>
                  </a:cubicBezTo>
                  <a:cubicBezTo>
                    <a:pt x="841" y="190"/>
                    <a:pt x="651" y="1"/>
                    <a:pt x="4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960573" y="1662219"/>
              <a:ext cx="21454" cy="21454"/>
            </a:xfrm>
            <a:custGeom>
              <a:avLst/>
              <a:gdLst/>
              <a:ahLst/>
              <a:cxnLst/>
              <a:rect l="l" t="t" r="r" b="b"/>
              <a:pathLst>
                <a:path w="842" h="842" extrusionOk="0">
                  <a:moveTo>
                    <a:pt x="407" y="1"/>
                  </a:moveTo>
                  <a:cubicBezTo>
                    <a:pt x="163" y="1"/>
                    <a:pt x="0" y="191"/>
                    <a:pt x="0" y="435"/>
                  </a:cubicBezTo>
                  <a:cubicBezTo>
                    <a:pt x="0" y="652"/>
                    <a:pt x="163" y="842"/>
                    <a:pt x="407" y="842"/>
                  </a:cubicBezTo>
                  <a:cubicBezTo>
                    <a:pt x="651" y="842"/>
                    <a:pt x="841" y="652"/>
                    <a:pt x="841" y="435"/>
                  </a:cubicBezTo>
                  <a:cubicBezTo>
                    <a:pt x="841" y="191"/>
                    <a:pt x="651" y="1"/>
                    <a:pt x="4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960573" y="1808041"/>
              <a:ext cx="21454" cy="21454"/>
            </a:xfrm>
            <a:custGeom>
              <a:avLst/>
              <a:gdLst/>
              <a:ahLst/>
              <a:cxnLst/>
              <a:rect l="l" t="t" r="r" b="b"/>
              <a:pathLst>
                <a:path w="842" h="842" extrusionOk="0">
                  <a:moveTo>
                    <a:pt x="407" y="1"/>
                  </a:moveTo>
                  <a:cubicBezTo>
                    <a:pt x="163" y="1"/>
                    <a:pt x="0" y="191"/>
                    <a:pt x="0" y="435"/>
                  </a:cubicBezTo>
                  <a:cubicBezTo>
                    <a:pt x="0" y="652"/>
                    <a:pt x="163" y="842"/>
                    <a:pt x="407" y="842"/>
                  </a:cubicBezTo>
                  <a:cubicBezTo>
                    <a:pt x="651" y="842"/>
                    <a:pt x="841" y="652"/>
                    <a:pt x="841" y="435"/>
                  </a:cubicBezTo>
                  <a:cubicBezTo>
                    <a:pt x="841" y="191"/>
                    <a:pt x="651" y="1"/>
                    <a:pt x="4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9"/>
            <p:cNvSpPr/>
            <p:nvPr/>
          </p:nvSpPr>
          <p:spPr>
            <a:xfrm>
              <a:off x="960573" y="1953863"/>
              <a:ext cx="21454" cy="21454"/>
            </a:xfrm>
            <a:custGeom>
              <a:avLst/>
              <a:gdLst/>
              <a:ahLst/>
              <a:cxnLst/>
              <a:rect l="l" t="t" r="r" b="b"/>
              <a:pathLst>
                <a:path w="842" h="842" extrusionOk="0">
                  <a:moveTo>
                    <a:pt x="407" y="1"/>
                  </a:moveTo>
                  <a:cubicBezTo>
                    <a:pt x="163" y="1"/>
                    <a:pt x="0" y="191"/>
                    <a:pt x="0" y="408"/>
                  </a:cubicBezTo>
                  <a:cubicBezTo>
                    <a:pt x="0" y="652"/>
                    <a:pt x="163" y="842"/>
                    <a:pt x="407" y="842"/>
                  </a:cubicBezTo>
                  <a:cubicBezTo>
                    <a:pt x="651" y="842"/>
                    <a:pt x="841" y="652"/>
                    <a:pt x="841" y="408"/>
                  </a:cubicBezTo>
                  <a:cubicBezTo>
                    <a:pt x="841" y="191"/>
                    <a:pt x="651" y="1"/>
                    <a:pt x="4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9"/>
            <p:cNvSpPr/>
            <p:nvPr/>
          </p:nvSpPr>
          <p:spPr>
            <a:xfrm>
              <a:off x="1113988" y="1078931"/>
              <a:ext cx="22142" cy="22142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5" y="0"/>
                  </a:moveTo>
                  <a:cubicBezTo>
                    <a:pt x="191" y="0"/>
                    <a:pt x="1" y="190"/>
                    <a:pt x="1" y="434"/>
                  </a:cubicBezTo>
                  <a:cubicBezTo>
                    <a:pt x="1" y="678"/>
                    <a:pt x="191" y="868"/>
                    <a:pt x="435" y="868"/>
                  </a:cubicBezTo>
                  <a:cubicBezTo>
                    <a:pt x="679" y="868"/>
                    <a:pt x="869" y="678"/>
                    <a:pt x="869" y="434"/>
                  </a:cubicBezTo>
                  <a:cubicBezTo>
                    <a:pt x="869" y="190"/>
                    <a:pt x="679" y="0"/>
                    <a:pt x="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9"/>
            <p:cNvSpPr/>
            <p:nvPr/>
          </p:nvSpPr>
          <p:spPr>
            <a:xfrm>
              <a:off x="1113988" y="1224753"/>
              <a:ext cx="22142" cy="22142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5" y="0"/>
                  </a:moveTo>
                  <a:cubicBezTo>
                    <a:pt x="191" y="0"/>
                    <a:pt x="1" y="190"/>
                    <a:pt x="1" y="434"/>
                  </a:cubicBezTo>
                  <a:cubicBezTo>
                    <a:pt x="1" y="678"/>
                    <a:pt x="191" y="868"/>
                    <a:pt x="435" y="868"/>
                  </a:cubicBezTo>
                  <a:cubicBezTo>
                    <a:pt x="679" y="868"/>
                    <a:pt x="869" y="678"/>
                    <a:pt x="869" y="434"/>
                  </a:cubicBezTo>
                  <a:cubicBezTo>
                    <a:pt x="869" y="190"/>
                    <a:pt x="679" y="0"/>
                    <a:pt x="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9"/>
            <p:cNvSpPr/>
            <p:nvPr/>
          </p:nvSpPr>
          <p:spPr>
            <a:xfrm>
              <a:off x="1113988" y="1370575"/>
              <a:ext cx="22142" cy="22142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5" y="0"/>
                  </a:moveTo>
                  <a:cubicBezTo>
                    <a:pt x="191" y="0"/>
                    <a:pt x="1" y="190"/>
                    <a:pt x="1" y="434"/>
                  </a:cubicBezTo>
                  <a:cubicBezTo>
                    <a:pt x="1" y="679"/>
                    <a:pt x="191" y="868"/>
                    <a:pt x="435" y="868"/>
                  </a:cubicBezTo>
                  <a:cubicBezTo>
                    <a:pt x="679" y="868"/>
                    <a:pt x="869" y="679"/>
                    <a:pt x="869" y="434"/>
                  </a:cubicBezTo>
                  <a:cubicBezTo>
                    <a:pt x="869" y="190"/>
                    <a:pt x="679" y="0"/>
                    <a:pt x="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9"/>
            <p:cNvSpPr/>
            <p:nvPr/>
          </p:nvSpPr>
          <p:spPr>
            <a:xfrm>
              <a:off x="1113988" y="1516397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5" y="1"/>
                  </a:moveTo>
                  <a:cubicBezTo>
                    <a:pt x="191" y="1"/>
                    <a:pt x="1" y="190"/>
                    <a:pt x="1" y="435"/>
                  </a:cubicBezTo>
                  <a:cubicBezTo>
                    <a:pt x="1" y="652"/>
                    <a:pt x="191" y="841"/>
                    <a:pt x="435" y="841"/>
                  </a:cubicBezTo>
                  <a:cubicBezTo>
                    <a:pt x="679" y="841"/>
                    <a:pt x="869" y="652"/>
                    <a:pt x="869" y="435"/>
                  </a:cubicBezTo>
                  <a:cubicBezTo>
                    <a:pt x="869" y="190"/>
                    <a:pt x="679" y="1"/>
                    <a:pt x="4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1113988" y="1662219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5" y="1"/>
                  </a:moveTo>
                  <a:cubicBezTo>
                    <a:pt x="191" y="1"/>
                    <a:pt x="1" y="191"/>
                    <a:pt x="1" y="435"/>
                  </a:cubicBezTo>
                  <a:cubicBezTo>
                    <a:pt x="1" y="652"/>
                    <a:pt x="191" y="842"/>
                    <a:pt x="435" y="842"/>
                  </a:cubicBezTo>
                  <a:cubicBezTo>
                    <a:pt x="679" y="842"/>
                    <a:pt x="869" y="652"/>
                    <a:pt x="869" y="435"/>
                  </a:cubicBezTo>
                  <a:cubicBezTo>
                    <a:pt x="869" y="191"/>
                    <a:pt x="679" y="1"/>
                    <a:pt x="4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1113988" y="1808041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5" y="1"/>
                  </a:moveTo>
                  <a:cubicBezTo>
                    <a:pt x="191" y="1"/>
                    <a:pt x="1" y="191"/>
                    <a:pt x="1" y="435"/>
                  </a:cubicBezTo>
                  <a:cubicBezTo>
                    <a:pt x="1" y="652"/>
                    <a:pt x="191" y="842"/>
                    <a:pt x="435" y="842"/>
                  </a:cubicBezTo>
                  <a:cubicBezTo>
                    <a:pt x="679" y="842"/>
                    <a:pt x="869" y="652"/>
                    <a:pt x="869" y="435"/>
                  </a:cubicBezTo>
                  <a:cubicBezTo>
                    <a:pt x="869" y="191"/>
                    <a:pt x="679" y="1"/>
                    <a:pt x="4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9"/>
            <p:cNvSpPr/>
            <p:nvPr/>
          </p:nvSpPr>
          <p:spPr>
            <a:xfrm>
              <a:off x="1113988" y="1953863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5" y="1"/>
                  </a:moveTo>
                  <a:cubicBezTo>
                    <a:pt x="191" y="1"/>
                    <a:pt x="1" y="191"/>
                    <a:pt x="1" y="408"/>
                  </a:cubicBezTo>
                  <a:cubicBezTo>
                    <a:pt x="1" y="652"/>
                    <a:pt x="191" y="842"/>
                    <a:pt x="435" y="842"/>
                  </a:cubicBezTo>
                  <a:cubicBezTo>
                    <a:pt x="679" y="842"/>
                    <a:pt x="869" y="652"/>
                    <a:pt x="869" y="408"/>
                  </a:cubicBezTo>
                  <a:cubicBezTo>
                    <a:pt x="869" y="191"/>
                    <a:pt x="679" y="1"/>
                    <a:pt x="4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9"/>
            <p:cNvSpPr/>
            <p:nvPr/>
          </p:nvSpPr>
          <p:spPr>
            <a:xfrm>
              <a:off x="1268116" y="1078931"/>
              <a:ext cx="22142" cy="22142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4" y="0"/>
                  </a:moveTo>
                  <a:cubicBezTo>
                    <a:pt x="190" y="0"/>
                    <a:pt x="0" y="190"/>
                    <a:pt x="0" y="434"/>
                  </a:cubicBezTo>
                  <a:cubicBezTo>
                    <a:pt x="0" y="678"/>
                    <a:pt x="190" y="868"/>
                    <a:pt x="434" y="868"/>
                  </a:cubicBezTo>
                  <a:cubicBezTo>
                    <a:pt x="678" y="868"/>
                    <a:pt x="868" y="678"/>
                    <a:pt x="868" y="434"/>
                  </a:cubicBezTo>
                  <a:cubicBezTo>
                    <a:pt x="868" y="190"/>
                    <a:pt x="678" y="0"/>
                    <a:pt x="4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9"/>
            <p:cNvSpPr/>
            <p:nvPr/>
          </p:nvSpPr>
          <p:spPr>
            <a:xfrm>
              <a:off x="1268116" y="1224753"/>
              <a:ext cx="22142" cy="22142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4" y="0"/>
                  </a:moveTo>
                  <a:cubicBezTo>
                    <a:pt x="190" y="0"/>
                    <a:pt x="0" y="190"/>
                    <a:pt x="0" y="434"/>
                  </a:cubicBezTo>
                  <a:cubicBezTo>
                    <a:pt x="0" y="678"/>
                    <a:pt x="190" y="868"/>
                    <a:pt x="434" y="868"/>
                  </a:cubicBezTo>
                  <a:cubicBezTo>
                    <a:pt x="678" y="868"/>
                    <a:pt x="868" y="678"/>
                    <a:pt x="868" y="434"/>
                  </a:cubicBezTo>
                  <a:cubicBezTo>
                    <a:pt x="868" y="190"/>
                    <a:pt x="678" y="0"/>
                    <a:pt x="4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9"/>
            <p:cNvSpPr/>
            <p:nvPr/>
          </p:nvSpPr>
          <p:spPr>
            <a:xfrm>
              <a:off x="1268116" y="1370575"/>
              <a:ext cx="22142" cy="22142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4" y="0"/>
                  </a:moveTo>
                  <a:cubicBezTo>
                    <a:pt x="190" y="0"/>
                    <a:pt x="0" y="190"/>
                    <a:pt x="0" y="434"/>
                  </a:cubicBezTo>
                  <a:cubicBezTo>
                    <a:pt x="0" y="679"/>
                    <a:pt x="190" y="868"/>
                    <a:pt x="434" y="868"/>
                  </a:cubicBezTo>
                  <a:cubicBezTo>
                    <a:pt x="678" y="868"/>
                    <a:pt x="868" y="679"/>
                    <a:pt x="868" y="434"/>
                  </a:cubicBezTo>
                  <a:cubicBezTo>
                    <a:pt x="868" y="190"/>
                    <a:pt x="678" y="0"/>
                    <a:pt x="4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9"/>
            <p:cNvSpPr/>
            <p:nvPr/>
          </p:nvSpPr>
          <p:spPr>
            <a:xfrm>
              <a:off x="1268116" y="1516397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4" y="1"/>
                  </a:moveTo>
                  <a:cubicBezTo>
                    <a:pt x="190" y="1"/>
                    <a:pt x="0" y="190"/>
                    <a:pt x="0" y="435"/>
                  </a:cubicBezTo>
                  <a:cubicBezTo>
                    <a:pt x="0" y="652"/>
                    <a:pt x="190" y="841"/>
                    <a:pt x="434" y="841"/>
                  </a:cubicBezTo>
                  <a:cubicBezTo>
                    <a:pt x="678" y="841"/>
                    <a:pt x="868" y="652"/>
                    <a:pt x="868" y="435"/>
                  </a:cubicBezTo>
                  <a:cubicBezTo>
                    <a:pt x="868" y="190"/>
                    <a:pt x="678" y="1"/>
                    <a:pt x="4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9"/>
            <p:cNvSpPr/>
            <p:nvPr/>
          </p:nvSpPr>
          <p:spPr>
            <a:xfrm>
              <a:off x="1268116" y="1662219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4" y="1"/>
                  </a:moveTo>
                  <a:cubicBezTo>
                    <a:pt x="190" y="1"/>
                    <a:pt x="0" y="191"/>
                    <a:pt x="0" y="435"/>
                  </a:cubicBezTo>
                  <a:cubicBezTo>
                    <a:pt x="0" y="652"/>
                    <a:pt x="190" y="842"/>
                    <a:pt x="434" y="842"/>
                  </a:cubicBezTo>
                  <a:cubicBezTo>
                    <a:pt x="678" y="842"/>
                    <a:pt x="868" y="652"/>
                    <a:pt x="868" y="435"/>
                  </a:cubicBezTo>
                  <a:cubicBezTo>
                    <a:pt x="868" y="191"/>
                    <a:pt x="678" y="1"/>
                    <a:pt x="4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9"/>
            <p:cNvSpPr/>
            <p:nvPr/>
          </p:nvSpPr>
          <p:spPr>
            <a:xfrm>
              <a:off x="1268116" y="1808041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4" y="1"/>
                  </a:moveTo>
                  <a:cubicBezTo>
                    <a:pt x="190" y="1"/>
                    <a:pt x="0" y="191"/>
                    <a:pt x="0" y="435"/>
                  </a:cubicBezTo>
                  <a:cubicBezTo>
                    <a:pt x="0" y="652"/>
                    <a:pt x="190" y="842"/>
                    <a:pt x="434" y="842"/>
                  </a:cubicBezTo>
                  <a:cubicBezTo>
                    <a:pt x="678" y="842"/>
                    <a:pt x="868" y="652"/>
                    <a:pt x="868" y="435"/>
                  </a:cubicBezTo>
                  <a:cubicBezTo>
                    <a:pt x="868" y="191"/>
                    <a:pt x="678" y="1"/>
                    <a:pt x="4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1268116" y="1953863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4" y="1"/>
                  </a:moveTo>
                  <a:cubicBezTo>
                    <a:pt x="190" y="1"/>
                    <a:pt x="0" y="191"/>
                    <a:pt x="0" y="408"/>
                  </a:cubicBezTo>
                  <a:cubicBezTo>
                    <a:pt x="0" y="652"/>
                    <a:pt x="190" y="842"/>
                    <a:pt x="434" y="842"/>
                  </a:cubicBezTo>
                  <a:cubicBezTo>
                    <a:pt x="678" y="842"/>
                    <a:pt x="868" y="652"/>
                    <a:pt x="868" y="408"/>
                  </a:cubicBezTo>
                  <a:cubicBezTo>
                    <a:pt x="868" y="191"/>
                    <a:pt x="678" y="1"/>
                    <a:pt x="4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9"/>
            <p:cNvSpPr/>
            <p:nvPr/>
          </p:nvSpPr>
          <p:spPr>
            <a:xfrm>
              <a:off x="1422220" y="1078931"/>
              <a:ext cx="22142" cy="22142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5" y="0"/>
                  </a:moveTo>
                  <a:cubicBezTo>
                    <a:pt x="191" y="0"/>
                    <a:pt x="1" y="190"/>
                    <a:pt x="1" y="434"/>
                  </a:cubicBezTo>
                  <a:cubicBezTo>
                    <a:pt x="1" y="678"/>
                    <a:pt x="191" y="868"/>
                    <a:pt x="435" y="868"/>
                  </a:cubicBezTo>
                  <a:cubicBezTo>
                    <a:pt x="679" y="868"/>
                    <a:pt x="869" y="678"/>
                    <a:pt x="869" y="434"/>
                  </a:cubicBezTo>
                  <a:cubicBezTo>
                    <a:pt x="869" y="190"/>
                    <a:pt x="679" y="0"/>
                    <a:pt x="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1422220" y="1224753"/>
              <a:ext cx="22142" cy="22142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5" y="0"/>
                  </a:moveTo>
                  <a:cubicBezTo>
                    <a:pt x="191" y="0"/>
                    <a:pt x="1" y="190"/>
                    <a:pt x="1" y="434"/>
                  </a:cubicBezTo>
                  <a:cubicBezTo>
                    <a:pt x="1" y="678"/>
                    <a:pt x="191" y="868"/>
                    <a:pt x="435" y="868"/>
                  </a:cubicBezTo>
                  <a:cubicBezTo>
                    <a:pt x="679" y="868"/>
                    <a:pt x="869" y="678"/>
                    <a:pt x="869" y="434"/>
                  </a:cubicBezTo>
                  <a:cubicBezTo>
                    <a:pt x="869" y="190"/>
                    <a:pt x="679" y="0"/>
                    <a:pt x="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1422220" y="1370575"/>
              <a:ext cx="22142" cy="22142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5" y="0"/>
                  </a:moveTo>
                  <a:cubicBezTo>
                    <a:pt x="191" y="0"/>
                    <a:pt x="1" y="190"/>
                    <a:pt x="1" y="434"/>
                  </a:cubicBezTo>
                  <a:cubicBezTo>
                    <a:pt x="1" y="679"/>
                    <a:pt x="191" y="868"/>
                    <a:pt x="435" y="868"/>
                  </a:cubicBezTo>
                  <a:cubicBezTo>
                    <a:pt x="679" y="868"/>
                    <a:pt x="869" y="679"/>
                    <a:pt x="869" y="434"/>
                  </a:cubicBezTo>
                  <a:cubicBezTo>
                    <a:pt x="869" y="190"/>
                    <a:pt x="679" y="0"/>
                    <a:pt x="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1422220" y="1516397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5" y="1"/>
                  </a:moveTo>
                  <a:cubicBezTo>
                    <a:pt x="191" y="1"/>
                    <a:pt x="1" y="190"/>
                    <a:pt x="1" y="435"/>
                  </a:cubicBezTo>
                  <a:cubicBezTo>
                    <a:pt x="1" y="652"/>
                    <a:pt x="191" y="841"/>
                    <a:pt x="435" y="841"/>
                  </a:cubicBezTo>
                  <a:cubicBezTo>
                    <a:pt x="679" y="841"/>
                    <a:pt x="869" y="652"/>
                    <a:pt x="869" y="435"/>
                  </a:cubicBezTo>
                  <a:cubicBezTo>
                    <a:pt x="869" y="190"/>
                    <a:pt x="679" y="1"/>
                    <a:pt x="4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1422220" y="1662219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5" y="1"/>
                  </a:moveTo>
                  <a:cubicBezTo>
                    <a:pt x="191" y="1"/>
                    <a:pt x="1" y="191"/>
                    <a:pt x="1" y="435"/>
                  </a:cubicBezTo>
                  <a:cubicBezTo>
                    <a:pt x="1" y="652"/>
                    <a:pt x="191" y="842"/>
                    <a:pt x="435" y="842"/>
                  </a:cubicBezTo>
                  <a:cubicBezTo>
                    <a:pt x="679" y="842"/>
                    <a:pt x="869" y="652"/>
                    <a:pt x="869" y="435"/>
                  </a:cubicBezTo>
                  <a:cubicBezTo>
                    <a:pt x="869" y="191"/>
                    <a:pt x="679" y="1"/>
                    <a:pt x="4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1422220" y="1808041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5" y="1"/>
                  </a:moveTo>
                  <a:cubicBezTo>
                    <a:pt x="191" y="1"/>
                    <a:pt x="1" y="191"/>
                    <a:pt x="1" y="435"/>
                  </a:cubicBezTo>
                  <a:cubicBezTo>
                    <a:pt x="1" y="652"/>
                    <a:pt x="191" y="842"/>
                    <a:pt x="435" y="842"/>
                  </a:cubicBezTo>
                  <a:cubicBezTo>
                    <a:pt x="679" y="842"/>
                    <a:pt x="869" y="652"/>
                    <a:pt x="869" y="435"/>
                  </a:cubicBezTo>
                  <a:cubicBezTo>
                    <a:pt x="869" y="191"/>
                    <a:pt x="679" y="1"/>
                    <a:pt x="4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1422220" y="1953863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5" y="1"/>
                  </a:moveTo>
                  <a:cubicBezTo>
                    <a:pt x="191" y="1"/>
                    <a:pt x="1" y="191"/>
                    <a:pt x="1" y="408"/>
                  </a:cubicBezTo>
                  <a:cubicBezTo>
                    <a:pt x="1" y="652"/>
                    <a:pt x="191" y="842"/>
                    <a:pt x="435" y="842"/>
                  </a:cubicBezTo>
                  <a:cubicBezTo>
                    <a:pt x="679" y="842"/>
                    <a:pt x="869" y="652"/>
                    <a:pt x="869" y="408"/>
                  </a:cubicBezTo>
                  <a:cubicBezTo>
                    <a:pt x="869" y="191"/>
                    <a:pt x="679" y="1"/>
                    <a:pt x="4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1525210" y="108"/>
              <a:ext cx="606832" cy="303416"/>
            </a:xfrm>
            <a:custGeom>
              <a:avLst/>
              <a:gdLst/>
              <a:ahLst/>
              <a:cxnLst/>
              <a:rect l="l" t="t" r="r" b="b"/>
              <a:pathLst>
                <a:path w="23816" h="11908" extrusionOk="0">
                  <a:moveTo>
                    <a:pt x="0" y="0"/>
                  </a:moveTo>
                  <a:lnTo>
                    <a:pt x="11908" y="11907"/>
                  </a:lnTo>
                  <a:lnTo>
                    <a:pt x="238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762899" y="116883"/>
              <a:ext cx="136879" cy="273018"/>
            </a:xfrm>
            <a:custGeom>
              <a:avLst/>
              <a:gdLst/>
              <a:ahLst/>
              <a:cxnLst/>
              <a:rect l="l" t="t" r="r" b="b"/>
              <a:pathLst>
                <a:path w="5372" h="10715" extrusionOk="0">
                  <a:moveTo>
                    <a:pt x="1" y="1"/>
                  </a:moveTo>
                  <a:lnTo>
                    <a:pt x="1" y="10715"/>
                  </a:lnTo>
                  <a:cubicBezTo>
                    <a:pt x="2957" y="10715"/>
                    <a:pt x="5371" y="8328"/>
                    <a:pt x="5371" y="5371"/>
                  </a:cubicBezTo>
                  <a:cubicBezTo>
                    <a:pt x="5371" y="2415"/>
                    <a:pt x="2957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626759" y="116883"/>
              <a:ext cx="136165" cy="273018"/>
            </a:xfrm>
            <a:custGeom>
              <a:avLst/>
              <a:gdLst/>
              <a:ahLst/>
              <a:cxnLst/>
              <a:rect l="l" t="t" r="r" b="b"/>
              <a:pathLst>
                <a:path w="5344" h="10715" extrusionOk="0">
                  <a:moveTo>
                    <a:pt x="5344" y="1"/>
                  </a:moveTo>
                  <a:cubicBezTo>
                    <a:pt x="2387" y="1"/>
                    <a:pt x="0" y="2415"/>
                    <a:pt x="0" y="5371"/>
                  </a:cubicBezTo>
                  <a:cubicBezTo>
                    <a:pt x="0" y="8328"/>
                    <a:pt x="2387" y="10715"/>
                    <a:pt x="5344" y="10715"/>
                  </a:cubicBezTo>
                  <a:lnTo>
                    <a:pt x="53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103579" y="1946449"/>
              <a:ext cx="233626" cy="221014"/>
            </a:xfrm>
            <a:custGeom>
              <a:avLst/>
              <a:gdLst/>
              <a:ahLst/>
              <a:cxnLst/>
              <a:rect l="l" t="t" r="r" b="b"/>
              <a:pathLst>
                <a:path w="9169" h="8674" extrusionOk="0">
                  <a:moveTo>
                    <a:pt x="5575" y="0"/>
                  </a:moveTo>
                  <a:cubicBezTo>
                    <a:pt x="4273" y="0"/>
                    <a:pt x="2971" y="495"/>
                    <a:pt x="1981" y="1485"/>
                  </a:cubicBezTo>
                  <a:cubicBezTo>
                    <a:pt x="1" y="3465"/>
                    <a:pt x="1" y="6666"/>
                    <a:pt x="1981" y="8673"/>
                  </a:cubicBezTo>
                  <a:lnTo>
                    <a:pt x="9168" y="1485"/>
                  </a:lnTo>
                  <a:cubicBezTo>
                    <a:pt x="8178" y="495"/>
                    <a:pt x="6876" y="0"/>
                    <a:pt x="5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154029" y="1984974"/>
              <a:ext cx="232938" cy="220326"/>
            </a:xfrm>
            <a:custGeom>
              <a:avLst/>
              <a:gdLst/>
              <a:ahLst/>
              <a:cxnLst/>
              <a:rect l="l" t="t" r="r" b="b"/>
              <a:pathLst>
                <a:path w="9142" h="8647" extrusionOk="0">
                  <a:moveTo>
                    <a:pt x="7188" y="1"/>
                  </a:moveTo>
                  <a:lnTo>
                    <a:pt x="1" y="7161"/>
                  </a:lnTo>
                  <a:cubicBezTo>
                    <a:pt x="991" y="8151"/>
                    <a:pt x="2286" y="8646"/>
                    <a:pt x="3581" y="8646"/>
                  </a:cubicBezTo>
                  <a:cubicBezTo>
                    <a:pt x="4876" y="8646"/>
                    <a:pt x="6171" y="8151"/>
                    <a:pt x="7161" y="7161"/>
                  </a:cubicBezTo>
                  <a:cubicBezTo>
                    <a:pt x="9141" y="5181"/>
                    <a:pt x="9141" y="1981"/>
                    <a:pt x="71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1594999" y="190163"/>
              <a:ext cx="127884" cy="256405"/>
            </a:xfrm>
            <a:custGeom>
              <a:avLst/>
              <a:gdLst/>
              <a:ahLst/>
              <a:cxnLst/>
              <a:rect l="l" t="t" r="r" b="b"/>
              <a:pathLst>
                <a:path w="5019" h="10063" extrusionOk="0">
                  <a:moveTo>
                    <a:pt x="1" y="0"/>
                  </a:moveTo>
                  <a:lnTo>
                    <a:pt x="1" y="10063"/>
                  </a:lnTo>
                  <a:lnTo>
                    <a:pt x="5019" y="50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2223922" y="108"/>
              <a:ext cx="209446" cy="201827"/>
            </a:xfrm>
            <a:custGeom>
              <a:avLst/>
              <a:gdLst/>
              <a:ahLst/>
              <a:cxnLst/>
              <a:rect l="l" t="t" r="r" b="b"/>
              <a:pathLst>
                <a:path w="8220" h="7921" extrusionOk="0">
                  <a:moveTo>
                    <a:pt x="8219" y="0"/>
                  </a:moveTo>
                  <a:lnTo>
                    <a:pt x="1" y="7920"/>
                  </a:lnTo>
                  <a:lnTo>
                    <a:pt x="8219" y="7920"/>
                  </a:lnTo>
                  <a:lnTo>
                    <a:pt x="82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7230342" y="4099101"/>
              <a:ext cx="1060885" cy="1043610"/>
            </a:xfrm>
            <a:custGeom>
              <a:avLst/>
              <a:gdLst/>
              <a:ahLst/>
              <a:cxnLst/>
              <a:rect l="l" t="t" r="r" b="b"/>
              <a:pathLst>
                <a:path w="41636" h="40958" extrusionOk="0">
                  <a:moveTo>
                    <a:pt x="40958" y="0"/>
                  </a:moveTo>
                  <a:lnTo>
                    <a:pt x="1" y="40957"/>
                  </a:lnTo>
                  <a:lnTo>
                    <a:pt x="679" y="40957"/>
                  </a:lnTo>
                  <a:lnTo>
                    <a:pt x="41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7088673" y="4099101"/>
              <a:ext cx="1060197" cy="1043610"/>
            </a:xfrm>
            <a:custGeom>
              <a:avLst/>
              <a:gdLst/>
              <a:ahLst/>
              <a:cxnLst/>
              <a:rect l="l" t="t" r="r" b="b"/>
              <a:pathLst>
                <a:path w="41609" h="40958" extrusionOk="0">
                  <a:moveTo>
                    <a:pt x="40957" y="0"/>
                  </a:moveTo>
                  <a:lnTo>
                    <a:pt x="0" y="40957"/>
                  </a:lnTo>
                  <a:lnTo>
                    <a:pt x="651" y="40957"/>
                  </a:lnTo>
                  <a:lnTo>
                    <a:pt x="41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6946290" y="4099101"/>
              <a:ext cx="1060197" cy="1043610"/>
            </a:xfrm>
            <a:custGeom>
              <a:avLst/>
              <a:gdLst/>
              <a:ahLst/>
              <a:cxnLst/>
              <a:rect l="l" t="t" r="r" b="b"/>
              <a:pathLst>
                <a:path w="41609" h="40958" extrusionOk="0">
                  <a:moveTo>
                    <a:pt x="40958" y="0"/>
                  </a:moveTo>
                  <a:lnTo>
                    <a:pt x="1" y="40957"/>
                  </a:lnTo>
                  <a:lnTo>
                    <a:pt x="652" y="40957"/>
                  </a:lnTo>
                  <a:lnTo>
                    <a:pt x="416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9"/>
            <p:cNvSpPr/>
            <p:nvPr/>
          </p:nvSpPr>
          <p:spPr>
            <a:xfrm>
              <a:off x="7676114" y="3790869"/>
              <a:ext cx="549476" cy="519741"/>
            </a:xfrm>
            <a:custGeom>
              <a:avLst/>
              <a:gdLst/>
              <a:ahLst/>
              <a:cxnLst/>
              <a:rect l="l" t="t" r="r" b="b"/>
              <a:pathLst>
                <a:path w="21565" h="20398" extrusionOk="0">
                  <a:moveTo>
                    <a:pt x="13115" y="0"/>
                  </a:moveTo>
                  <a:cubicBezTo>
                    <a:pt x="10057" y="0"/>
                    <a:pt x="6998" y="1166"/>
                    <a:pt x="4666" y="3499"/>
                  </a:cubicBezTo>
                  <a:cubicBezTo>
                    <a:pt x="1" y="8164"/>
                    <a:pt x="1" y="15732"/>
                    <a:pt x="4666" y="20397"/>
                  </a:cubicBezTo>
                  <a:lnTo>
                    <a:pt x="21564" y="3499"/>
                  </a:lnTo>
                  <a:cubicBezTo>
                    <a:pt x="19231" y="1166"/>
                    <a:pt x="16173" y="0"/>
                    <a:pt x="1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8329217" y="4034815"/>
              <a:ext cx="667652" cy="333839"/>
            </a:xfrm>
            <a:custGeom>
              <a:avLst/>
              <a:gdLst/>
              <a:ahLst/>
              <a:cxnLst/>
              <a:rect l="l" t="t" r="r" b="b"/>
              <a:pathLst>
                <a:path w="26203" h="13102" extrusionOk="0">
                  <a:moveTo>
                    <a:pt x="1" y="1"/>
                  </a:moveTo>
                  <a:lnTo>
                    <a:pt x="13101" y="13102"/>
                  </a:lnTo>
                  <a:lnTo>
                    <a:pt x="262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9"/>
            <p:cNvSpPr/>
            <p:nvPr/>
          </p:nvSpPr>
          <p:spPr>
            <a:xfrm>
              <a:off x="8599458" y="4034815"/>
              <a:ext cx="544610" cy="626859"/>
            </a:xfrm>
            <a:custGeom>
              <a:avLst/>
              <a:gdLst/>
              <a:ahLst/>
              <a:cxnLst/>
              <a:rect l="l" t="t" r="r" b="b"/>
              <a:pathLst>
                <a:path w="21374" h="24602" extrusionOk="0">
                  <a:moveTo>
                    <a:pt x="15623" y="1"/>
                  </a:moveTo>
                  <a:lnTo>
                    <a:pt x="0" y="15624"/>
                  </a:lnTo>
                  <a:lnTo>
                    <a:pt x="2495" y="24602"/>
                  </a:lnTo>
                  <a:lnTo>
                    <a:pt x="21374" y="5751"/>
                  </a:lnTo>
                  <a:lnTo>
                    <a:pt x="156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9"/>
            <p:cNvSpPr/>
            <p:nvPr/>
          </p:nvSpPr>
          <p:spPr>
            <a:xfrm>
              <a:off x="8486098" y="4661648"/>
              <a:ext cx="657970" cy="480374"/>
            </a:xfrm>
            <a:custGeom>
              <a:avLst/>
              <a:gdLst/>
              <a:ahLst/>
              <a:cxnLst/>
              <a:rect l="l" t="t" r="r" b="b"/>
              <a:pathLst>
                <a:path w="25823" h="18853" extrusionOk="0">
                  <a:moveTo>
                    <a:pt x="6944" y="1"/>
                  </a:moveTo>
                  <a:lnTo>
                    <a:pt x="6944" y="1"/>
                  </a:lnTo>
                  <a:cubicBezTo>
                    <a:pt x="1" y="6972"/>
                    <a:pt x="4910" y="18852"/>
                    <a:pt x="14756" y="18852"/>
                  </a:cubicBezTo>
                  <a:lnTo>
                    <a:pt x="25823" y="18852"/>
                  </a:lnTo>
                  <a:lnTo>
                    <a:pt x="69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9"/>
            <p:cNvSpPr/>
            <p:nvPr/>
          </p:nvSpPr>
          <p:spPr>
            <a:xfrm>
              <a:off x="8182707" y="3700313"/>
              <a:ext cx="480349" cy="961360"/>
            </a:xfrm>
            <a:custGeom>
              <a:avLst/>
              <a:gdLst/>
              <a:ahLst/>
              <a:cxnLst/>
              <a:rect l="l" t="t" r="r" b="b"/>
              <a:pathLst>
                <a:path w="18852" h="37730" extrusionOk="0">
                  <a:moveTo>
                    <a:pt x="18851" y="1"/>
                  </a:moveTo>
                  <a:lnTo>
                    <a:pt x="0" y="18879"/>
                  </a:lnTo>
                  <a:lnTo>
                    <a:pt x="18851" y="37730"/>
                  </a:lnTo>
                  <a:lnTo>
                    <a:pt x="188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9"/>
            <p:cNvSpPr/>
            <p:nvPr/>
          </p:nvSpPr>
          <p:spPr>
            <a:xfrm>
              <a:off x="8603586" y="1267610"/>
              <a:ext cx="219128" cy="219103"/>
            </a:xfrm>
            <a:custGeom>
              <a:avLst/>
              <a:gdLst/>
              <a:ahLst/>
              <a:cxnLst/>
              <a:rect l="l" t="t" r="r" b="b"/>
              <a:pathLst>
                <a:path w="8600" h="8599" extrusionOk="0">
                  <a:moveTo>
                    <a:pt x="1" y="0"/>
                  </a:moveTo>
                  <a:lnTo>
                    <a:pt x="1" y="8598"/>
                  </a:lnTo>
                  <a:lnTo>
                    <a:pt x="8599" y="859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9"/>
            <p:cNvSpPr/>
            <p:nvPr/>
          </p:nvSpPr>
          <p:spPr>
            <a:xfrm>
              <a:off x="8542765" y="1877856"/>
              <a:ext cx="279949" cy="559821"/>
            </a:xfrm>
            <a:custGeom>
              <a:avLst/>
              <a:gdLst/>
              <a:ahLst/>
              <a:cxnLst/>
              <a:rect l="l" t="t" r="r" b="b"/>
              <a:pathLst>
                <a:path w="10987" h="21971" extrusionOk="0">
                  <a:moveTo>
                    <a:pt x="10986" y="0"/>
                  </a:moveTo>
                  <a:lnTo>
                    <a:pt x="1" y="10985"/>
                  </a:lnTo>
                  <a:lnTo>
                    <a:pt x="10986" y="21971"/>
                  </a:lnTo>
                  <a:lnTo>
                    <a:pt x="109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9"/>
            <p:cNvSpPr/>
            <p:nvPr/>
          </p:nvSpPr>
          <p:spPr>
            <a:xfrm>
              <a:off x="8822689" y="1873015"/>
              <a:ext cx="173493" cy="346961"/>
            </a:xfrm>
            <a:custGeom>
              <a:avLst/>
              <a:gdLst/>
              <a:ahLst/>
              <a:cxnLst/>
              <a:rect l="l" t="t" r="r" b="b"/>
              <a:pathLst>
                <a:path w="6809" h="13617" extrusionOk="0">
                  <a:moveTo>
                    <a:pt x="0" y="0"/>
                  </a:moveTo>
                  <a:lnTo>
                    <a:pt x="0" y="13617"/>
                  </a:lnTo>
                  <a:lnTo>
                    <a:pt x="6808" y="68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9"/>
            <p:cNvSpPr/>
            <p:nvPr/>
          </p:nvSpPr>
          <p:spPr>
            <a:xfrm>
              <a:off x="7618759" y="4378999"/>
              <a:ext cx="762311" cy="763712"/>
            </a:xfrm>
            <a:custGeom>
              <a:avLst/>
              <a:gdLst/>
              <a:ahLst/>
              <a:cxnLst/>
              <a:rect l="l" t="t" r="r" b="b"/>
              <a:pathLst>
                <a:path w="29918" h="29973" extrusionOk="0">
                  <a:moveTo>
                    <a:pt x="29918" y="0"/>
                  </a:moveTo>
                  <a:lnTo>
                    <a:pt x="0" y="29972"/>
                  </a:lnTo>
                  <a:lnTo>
                    <a:pt x="29918" y="29972"/>
                  </a:lnTo>
                  <a:lnTo>
                    <a:pt x="299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9"/>
            <p:cNvSpPr/>
            <p:nvPr/>
          </p:nvSpPr>
          <p:spPr>
            <a:xfrm>
              <a:off x="8182707" y="4181325"/>
              <a:ext cx="198362" cy="396036"/>
            </a:xfrm>
            <a:custGeom>
              <a:avLst/>
              <a:gdLst/>
              <a:ahLst/>
              <a:cxnLst/>
              <a:rect l="l" t="t" r="r" b="b"/>
              <a:pathLst>
                <a:path w="7785" h="15543" extrusionOk="0">
                  <a:moveTo>
                    <a:pt x="0" y="1"/>
                  </a:moveTo>
                  <a:lnTo>
                    <a:pt x="27" y="15543"/>
                  </a:lnTo>
                  <a:lnTo>
                    <a:pt x="7785" y="775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9"/>
            <p:cNvSpPr/>
            <p:nvPr/>
          </p:nvSpPr>
          <p:spPr>
            <a:xfrm>
              <a:off x="8242840" y="3501289"/>
              <a:ext cx="220478" cy="398787"/>
            </a:xfrm>
            <a:custGeom>
              <a:avLst/>
              <a:gdLst/>
              <a:ahLst/>
              <a:cxnLst/>
              <a:rect l="l" t="t" r="r" b="b"/>
              <a:pathLst>
                <a:path w="8653" h="15651" extrusionOk="0">
                  <a:moveTo>
                    <a:pt x="8653" y="0"/>
                  </a:moveTo>
                  <a:lnTo>
                    <a:pt x="4069" y="4584"/>
                  </a:lnTo>
                  <a:cubicBezTo>
                    <a:pt x="0" y="8680"/>
                    <a:pt x="2875" y="15651"/>
                    <a:pt x="8653" y="15651"/>
                  </a:cubicBezTo>
                  <a:lnTo>
                    <a:pt x="86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9"/>
            <p:cNvSpPr/>
            <p:nvPr/>
          </p:nvSpPr>
          <p:spPr>
            <a:xfrm>
              <a:off x="8463293" y="3500601"/>
              <a:ext cx="199763" cy="399475"/>
            </a:xfrm>
            <a:custGeom>
              <a:avLst/>
              <a:gdLst/>
              <a:ahLst/>
              <a:cxnLst/>
              <a:rect l="l" t="t" r="r" b="b"/>
              <a:pathLst>
                <a:path w="7840" h="15678" extrusionOk="0">
                  <a:moveTo>
                    <a:pt x="1" y="0"/>
                  </a:moveTo>
                  <a:lnTo>
                    <a:pt x="1" y="15678"/>
                  </a:lnTo>
                  <a:lnTo>
                    <a:pt x="7839" y="78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8678930" y="2823292"/>
              <a:ext cx="463761" cy="463761"/>
            </a:xfrm>
            <a:custGeom>
              <a:avLst/>
              <a:gdLst/>
              <a:ahLst/>
              <a:cxnLst/>
              <a:rect l="l" t="t" r="r" b="b"/>
              <a:pathLst>
                <a:path w="18201" h="18201" extrusionOk="0">
                  <a:moveTo>
                    <a:pt x="18200" y="1"/>
                  </a:moveTo>
                  <a:lnTo>
                    <a:pt x="0" y="18201"/>
                  </a:lnTo>
                  <a:lnTo>
                    <a:pt x="18200" y="18201"/>
                  </a:lnTo>
                  <a:lnTo>
                    <a:pt x="182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9"/>
            <p:cNvSpPr/>
            <p:nvPr/>
          </p:nvSpPr>
          <p:spPr>
            <a:xfrm>
              <a:off x="8011991" y="2973267"/>
              <a:ext cx="177647" cy="88492"/>
            </a:xfrm>
            <a:custGeom>
              <a:avLst/>
              <a:gdLst/>
              <a:ahLst/>
              <a:cxnLst/>
              <a:rect l="l" t="t" r="r" b="b"/>
              <a:pathLst>
                <a:path w="6972" h="3473" extrusionOk="0">
                  <a:moveTo>
                    <a:pt x="3500" y="1"/>
                  </a:moveTo>
                  <a:lnTo>
                    <a:pt x="1" y="3472"/>
                  </a:lnTo>
                  <a:lnTo>
                    <a:pt x="6972" y="3472"/>
                  </a:lnTo>
                  <a:lnTo>
                    <a:pt x="3500" y="1"/>
                  </a:lnTo>
                  <a:close/>
                </a:path>
              </a:pathLst>
            </a:custGeom>
            <a:solidFill>
              <a:srgbClr val="DC4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9"/>
            <p:cNvSpPr/>
            <p:nvPr/>
          </p:nvSpPr>
          <p:spPr>
            <a:xfrm>
              <a:off x="8011991" y="2779059"/>
              <a:ext cx="177647" cy="88492"/>
            </a:xfrm>
            <a:custGeom>
              <a:avLst/>
              <a:gdLst/>
              <a:ahLst/>
              <a:cxnLst/>
              <a:rect l="l" t="t" r="r" b="b"/>
              <a:pathLst>
                <a:path w="6972" h="3473" extrusionOk="0">
                  <a:moveTo>
                    <a:pt x="3500" y="1"/>
                  </a:moveTo>
                  <a:lnTo>
                    <a:pt x="1" y="3473"/>
                  </a:lnTo>
                  <a:lnTo>
                    <a:pt x="6972" y="3473"/>
                  </a:lnTo>
                  <a:lnTo>
                    <a:pt x="3500" y="1"/>
                  </a:lnTo>
                  <a:close/>
                </a:path>
              </a:pathLst>
            </a:custGeom>
            <a:solidFill>
              <a:srgbClr val="DC4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9"/>
            <p:cNvSpPr/>
            <p:nvPr/>
          </p:nvSpPr>
          <p:spPr>
            <a:xfrm>
              <a:off x="8011991" y="2584850"/>
              <a:ext cx="177647" cy="89180"/>
            </a:xfrm>
            <a:custGeom>
              <a:avLst/>
              <a:gdLst/>
              <a:ahLst/>
              <a:cxnLst/>
              <a:rect l="l" t="t" r="r" b="b"/>
              <a:pathLst>
                <a:path w="6972" h="3500" extrusionOk="0">
                  <a:moveTo>
                    <a:pt x="3500" y="1"/>
                  </a:moveTo>
                  <a:lnTo>
                    <a:pt x="1" y="3500"/>
                  </a:lnTo>
                  <a:lnTo>
                    <a:pt x="6972" y="3500"/>
                  </a:lnTo>
                  <a:lnTo>
                    <a:pt x="3500" y="1"/>
                  </a:lnTo>
                  <a:close/>
                </a:path>
              </a:pathLst>
            </a:custGeom>
            <a:solidFill>
              <a:srgbClr val="DC4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9"/>
            <p:cNvSpPr/>
            <p:nvPr/>
          </p:nvSpPr>
          <p:spPr>
            <a:xfrm>
              <a:off x="8463981" y="2705829"/>
              <a:ext cx="678711" cy="796174"/>
            </a:xfrm>
            <a:custGeom>
              <a:avLst/>
              <a:gdLst/>
              <a:ahLst/>
              <a:cxnLst/>
              <a:rect l="l" t="t" r="r" b="b"/>
              <a:pathLst>
                <a:path w="26637" h="31247" extrusionOk="0">
                  <a:moveTo>
                    <a:pt x="15718" y="1"/>
                  </a:moveTo>
                  <a:cubicBezTo>
                    <a:pt x="7698" y="1"/>
                    <a:pt x="1" y="6236"/>
                    <a:pt x="1" y="15650"/>
                  </a:cubicBezTo>
                  <a:lnTo>
                    <a:pt x="1" y="31246"/>
                  </a:lnTo>
                  <a:lnTo>
                    <a:pt x="26636" y="4611"/>
                  </a:lnTo>
                  <a:cubicBezTo>
                    <a:pt x="23460" y="1426"/>
                    <a:pt x="19552" y="1"/>
                    <a:pt x="15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9"/>
            <p:cNvSpPr/>
            <p:nvPr/>
          </p:nvSpPr>
          <p:spPr>
            <a:xfrm>
              <a:off x="8463981" y="3501289"/>
              <a:ext cx="680087" cy="680061"/>
            </a:xfrm>
            <a:custGeom>
              <a:avLst/>
              <a:gdLst/>
              <a:ahLst/>
              <a:cxnLst/>
              <a:rect l="l" t="t" r="r" b="b"/>
              <a:pathLst>
                <a:path w="26691" h="26690" extrusionOk="0">
                  <a:moveTo>
                    <a:pt x="1" y="0"/>
                  </a:moveTo>
                  <a:lnTo>
                    <a:pt x="26691" y="26690"/>
                  </a:lnTo>
                  <a:lnTo>
                    <a:pt x="266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9"/>
            <p:cNvSpPr/>
            <p:nvPr/>
          </p:nvSpPr>
          <p:spPr>
            <a:xfrm>
              <a:off x="8663031" y="4181325"/>
              <a:ext cx="481037" cy="960698"/>
            </a:xfrm>
            <a:custGeom>
              <a:avLst/>
              <a:gdLst/>
              <a:ahLst/>
              <a:cxnLst/>
              <a:rect l="l" t="t" r="r" b="b"/>
              <a:pathLst>
                <a:path w="18879" h="37704" extrusionOk="0">
                  <a:moveTo>
                    <a:pt x="18879" y="1"/>
                  </a:moveTo>
                  <a:lnTo>
                    <a:pt x="0" y="18852"/>
                  </a:lnTo>
                  <a:lnTo>
                    <a:pt x="18879" y="37703"/>
                  </a:lnTo>
                  <a:lnTo>
                    <a:pt x="188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9"/>
            <p:cNvSpPr/>
            <p:nvPr/>
          </p:nvSpPr>
          <p:spPr>
            <a:xfrm>
              <a:off x="8893854" y="3794997"/>
              <a:ext cx="250214" cy="11772"/>
            </a:xfrm>
            <a:custGeom>
              <a:avLst/>
              <a:gdLst/>
              <a:ahLst/>
              <a:cxnLst/>
              <a:rect l="l" t="t" r="r" b="b"/>
              <a:pathLst>
                <a:path w="9820" h="462" extrusionOk="0">
                  <a:moveTo>
                    <a:pt x="1" y="1"/>
                  </a:moveTo>
                  <a:lnTo>
                    <a:pt x="462" y="462"/>
                  </a:lnTo>
                  <a:lnTo>
                    <a:pt x="9820" y="462"/>
                  </a:lnTo>
                  <a:lnTo>
                    <a:pt x="98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9"/>
            <p:cNvSpPr/>
            <p:nvPr/>
          </p:nvSpPr>
          <p:spPr>
            <a:xfrm>
              <a:off x="8793641" y="3694784"/>
              <a:ext cx="350426" cy="11772"/>
            </a:xfrm>
            <a:custGeom>
              <a:avLst/>
              <a:gdLst/>
              <a:ahLst/>
              <a:cxnLst/>
              <a:rect l="l" t="t" r="r" b="b"/>
              <a:pathLst>
                <a:path w="13753" h="462" extrusionOk="0">
                  <a:moveTo>
                    <a:pt x="1" y="1"/>
                  </a:moveTo>
                  <a:lnTo>
                    <a:pt x="462" y="462"/>
                  </a:lnTo>
                  <a:lnTo>
                    <a:pt x="13753" y="462"/>
                  </a:lnTo>
                  <a:lnTo>
                    <a:pt x="137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9"/>
            <p:cNvSpPr/>
            <p:nvPr/>
          </p:nvSpPr>
          <p:spPr>
            <a:xfrm>
              <a:off x="8692741" y="3593884"/>
              <a:ext cx="451327" cy="11772"/>
            </a:xfrm>
            <a:custGeom>
              <a:avLst/>
              <a:gdLst/>
              <a:ahLst/>
              <a:cxnLst/>
              <a:rect l="l" t="t" r="r" b="b"/>
              <a:pathLst>
                <a:path w="17713" h="462" extrusionOk="0">
                  <a:moveTo>
                    <a:pt x="1" y="1"/>
                  </a:moveTo>
                  <a:lnTo>
                    <a:pt x="489" y="462"/>
                  </a:lnTo>
                  <a:lnTo>
                    <a:pt x="17713" y="462"/>
                  </a:lnTo>
                  <a:lnTo>
                    <a:pt x="177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9"/>
            <p:cNvSpPr/>
            <p:nvPr/>
          </p:nvSpPr>
          <p:spPr>
            <a:xfrm>
              <a:off x="8244216" y="4752892"/>
              <a:ext cx="136853" cy="273018"/>
            </a:xfrm>
            <a:custGeom>
              <a:avLst/>
              <a:gdLst/>
              <a:ahLst/>
              <a:cxnLst/>
              <a:rect l="l" t="t" r="r" b="b"/>
              <a:pathLst>
                <a:path w="5371" h="10715" extrusionOk="0">
                  <a:moveTo>
                    <a:pt x="5371" y="0"/>
                  </a:moveTo>
                  <a:cubicBezTo>
                    <a:pt x="2387" y="0"/>
                    <a:pt x="0" y="2387"/>
                    <a:pt x="0" y="5344"/>
                  </a:cubicBezTo>
                  <a:cubicBezTo>
                    <a:pt x="0" y="8300"/>
                    <a:pt x="2387" y="10714"/>
                    <a:pt x="5371" y="10714"/>
                  </a:cubicBezTo>
                  <a:lnTo>
                    <a:pt x="53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9"/>
            <p:cNvSpPr/>
            <p:nvPr/>
          </p:nvSpPr>
          <p:spPr>
            <a:xfrm>
              <a:off x="8381044" y="4752892"/>
              <a:ext cx="136191" cy="273018"/>
            </a:xfrm>
            <a:custGeom>
              <a:avLst/>
              <a:gdLst/>
              <a:ahLst/>
              <a:cxnLst/>
              <a:rect l="l" t="t" r="r" b="b"/>
              <a:pathLst>
                <a:path w="5345" h="10715" extrusionOk="0">
                  <a:moveTo>
                    <a:pt x="1" y="0"/>
                  </a:moveTo>
                  <a:lnTo>
                    <a:pt x="1" y="10714"/>
                  </a:lnTo>
                  <a:cubicBezTo>
                    <a:pt x="2957" y="10714"/>
                    <a:pt x="5344" y="8300"/>
                    <a:pt x="5344" y="5344"/>
                  </a:cubicBezTo>
                  <a:cubicBezTo>
                    <a:pt x="5344" y="2387"/>
                    <a:pt x="2957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9"/>
            <p:cNvSpPr/>
            <p:nvPr/>
          </p:nvSpPr>
          <p:spPr>
            <a:xfrm>
              <a:off x="8807477" y="2975331"/>
              <a:ext cx="230849" cy="218873"/>
            </a:xfrm>
            <a:custGeom>
              <a:avLst/>
              <a:gdLst/>
              <a:ahLst/>
              <a:cxnLst/>
              <a:rect l="l" t="t" r="r" b="b"/>
              <a:pathLst>
                <a:path w="9060" h="8590" extrusionOk="0">
                  <a:moveTo>
                    <a:pt x="7161" y="1"/>
                  </a:moveTo>
                  <a:lnTo>
                    <a:pt x="0" y="7162"/>
                  </a:lnTo>
                  <a:cubicBezTo>
                    <a:pt x="980" y="8114"/>
                    <a:pt x="2245" y="8589"/>
                    <a:pt x="3510" y="8589"/>
                  </a:cubicBezTo>
                  <a:cubicBezTo>
                    <a:pt x="4802" y="8589"/>
                    <a:pt x="6093" y="8094"/>
                    <a:pt x="7080" y="7107"/>
                  </a:cubicBezTo>
                  <a:cubicBezTo>
                    <a:pt x="9033" y="5154"/>
                    <a:pt x="9060" y="2008"/>
                    <a:pt x="71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9"/>
            <p:cNvSpPr/>
            <p:nvPr/>
          </p:nvSpPr>
          <p:spPr>
            <a:xfrm>
              <a:off x="8754249" y="2936041"/>
              <a:ext cx="235002" cy="221778"/>
            </a:xfrm>
            <a:custGeom>
              <a:avLst/>
              <a:gdLst/>
              <a:ahLst/>
              <a:cxnLst/>
              <a:rect l="l" t="t" r="r" b="b"/>
              <a:pathLst>
                <a:path w="9223" h="8704" extrusionOk="0">
                  <a:moveTo>
                    <a:pt x="5576" y="0"/>
                  </a:moveTo>
                  <a:cubicBezTo>
                    <a:pt x="4280" y="0"/>
                    <a:pt x="2988" y="495"/>
                    <a:pt x="2008" y="1489"/>
                  </a:cubicBezTo>
                  <a:cubicBezTo>
                    <a:pt x="1" y="3469"/>
                    <a:pt x="28" y="6724"/>
                    <a:pt x="2062" y="8704"/>
                  </a:cubicBezTo>
                  <a:lnTo>
                    <a:pt x="9223" y="1543"/>
                  </a:lnTo>
                  <a:cubicBezTo>
                    <a:pt x="8223" y="516"/>
                    <a:pt x="6898" y="0"/>
                    <a:pt x="55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9"/>
            <p:cNvSpPr/>
            <p:nvPr/>
          </p:nvSpPr>
          <p:spPr>
            <a:xfrm>
              <a:off x="8285672" y="108"/>
              <a:ext cx="858396" cy="429185"/>
            </a:xfrm>
            <a:custGeom>
              <a:avLst/>
              <a:gdLst/>
              <a:ahLst/>
              <a:cxnLst/>
              <a:rect l="l" t="t" r="r" b="b"/>
              <a:pathLst>
                <a:path w="33689" h="16844" extrusionOk="0">
                  <a:moveTo>
                    <a:pt x="1" y="0"/>
                  </a:moveTo>
                  <a:cubicBezTo>
                    <a:pt x="1" y="9303"/>
                    <a:pt x="7541" y="16844"/>
                    <a:pt x="16845" y="16844"/>
                  </a:cubicBezTo>
                  <a:cubicBezTo>
                    <a:pt x="26148" y="16844"/>
                    <a:pt x="33689" y="9303"/>
                    <a:pt x="33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9"/>
            <p:cNvSpPr/>
            <p:nvPr/>
          </p:nvSpPr>
          <p:spPr>
            <a:xfrm>
              <a:off x="8915283" y="197960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0"/>
                  </a:moveTo>
                  <a:cubicBezTo>
                    <a:pt x="468" y="0"/>
                    <a:pt x="360" y="40"/>
                    <a:pt x="272" y="128"/>
                  </a:cubicBezTo>
                  <a:cubicBezTo>
                    <a:pt x="1" y="399"/>
                    <a:pt x="218" y="860"/>
                    <a:pt x="597" y="860"/>
                  </a:cubicBezTo>
                  <a:cubicBezTo>
                    <a:pt x="814" y="860"/>
                    <a:pt x="1004" y="671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8770149" y="197960"/>
              <a:ext cx="24919" cy="21938"/>
            </a:xfrm>
            <a:custGeom>
              <a:avLst/>
              <a:gdLst/>
              <a:ahLst/>
              <a:cxnLst/>
              <a:rect l="l" t="t" r="r" b="b"/>
              <a:pathLst>
                <a:path w="978" h="861" extrusionOk="0">
                  <a:moveTo>
                    <a:pt x="568" y="0"/>
                  </a:moveTo>
                  <a:cubicBezTo>
                    <a:pt x="466" y="0"/>
                    <a:pt x="360" y="40"/>
                    <a:pt x="272" y="128"/>
                  </a:cubicBezTo>
                  <a:cubicBezTo>
                    <a:pt x="1" y="399"/>
                    <a:pt x="191" y="860"/>
                    <a:pt x="570" y="860"/>
                  </a:cubicBezTo>
                  <a:cubicBezTo>
                    <a:pt x="787" y="860"/>
                    <a:pt x="977" y="671"/>
                    <a:pt x="977" y="426"/>
                  </a:cubicBezTo>
                  <a:cubicBezTo>
                    <a:pt x="977" y="170"/>
                    <a:pt x="779" y="0"/>
                    <a:pt x="5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8624327" y="197960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0"/>
                  </a:moveTo>
                  <a:cubicBezTo>
                    <a:pt x="468" y="0"/>
                    <a:pt x="360" y="40"/>
                    <a:pt x="272" y="128"/>
                  </a:cubicBezTo>
                  <a:cubicBezTo>
                    <a:pt x="1" y="399"/>
                    <a:pt x="190" y="860"/>
                    <a:pt x="570" y="860"/>
                  </a:cubicBezTo>
                  <a:cubicBezTo>
                    <a:pt x="787" y="860"/>
                    <a:pt x="1004" y="671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8478505" y="197960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0"/>
                  </a:moveTo>
                  <a:cubicBezTo>
                    <a:pt x="468" y="0"/>
                    <a:pt x="360" y="40"/>
                    <a:pt x="272" y="128"/>
                  </a:cubicBezTo>
                  <a:cubicBezTo>
                    <a:pt x="0" y="399"/>
                    <a:pt x="190" y="860"/>
                    <a:pt x="570" y="860"/>
                  </a:cubicBezTo>
                  <a:cubicBezTo>
                    <a:pt x="814" y="860"/>
                    <a:pt x="1004" y="671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8332683" y="197960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0"/>
                  </a:moveTo>
                  <a:cubicBezTo>
                    <a:pt x="468" y="0"/>
                    <a:pt x="360" y="40"/>
                    <a:pt x="271" y="128"/>
                  </a:cubicBezTo>
                  <a:cubicBezTo>
                    <a:pt x="0" y="399"/>
                    <a:pt x="190" y="860"/>
                    <a:pt x="570" y="860"/>
                  </a:cubicBezTo>
                  <a:cubicBezTo>
                    <a:pt x="814" y="860"/>
                    <a:pt x="1004" y="671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8186861" y="197960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0"/>
                  </a:moveTo>
                  <a:cubicBezTo>
                    <a:pt x="468" y="0"/>
                    <a:pt x="360" y="40"/>
                    <a:pt x="271" y="128"/>
                  </a:cubicBezTo>
                  <a:cubicBezTo>
                    <a:pt x="0" y="399"/>
                    <a:pt x="190" y="860"/>
                    <a:pt x="570" y="860"/>
                  </a:cubicBezTo>
                  <a:cubicBezTo>
                    <a:pt x="814" y="860"/>
                    <a:pt x="1004" y="671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8042415" y="197705"/>
              <a:ext cx="28614" cy="22244"/>
            </a:xfrm>
            <a:custGeom>
              <a:avLst/>
              <a:gdLst/>
              <a:ahLst/>
              <a:cxnLst/>
              <a:rect l="l" t="t" r="r" b="b"/>
              <a:pathLst>
                <a:path w="1123" h="873" extrusionOk="0">
                  <a:moveTo>
                    <a:pt x="565" y="0"/>
                  </a:moveTo>
                  <a:cubicBezTo>
                    <a:pt x="549" y="0"/>
                    <a:pt x="532" y="1"/>
                    <a:pt x="516" y="2"/>
                  </a:cubicBezTo>
                  <a:cubicBezTo>
                    <a:pt x="0" y="57"/>
                    <a:pt x="0" y="816"/>
                    <a:pt x="516" y="870"/>
                  </a:cubicBezTo>
                  <a:cubicBezTo>
                    <a:pt x="532" y="872"/>
                    <a:pt x="549" y="873"/>
                    <a:pt x="565" y="873"/>
                  </a:cubicBezTo>
                  <a:cubicBezTo>
                    <a:pt x="1123" y="873"/>
                    <a:pt x="1123" y="0"/>
                    <a:pt x="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8915283" y="352063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9"/>
                  </a:cubicBezTo>
                  <a:cubicBezTo>
                    <a:pt x="1" y="400"/>
                    <a:pt x="218" y="861"/>
                    <a:pt x="597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1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8770149" y="352063"/>
              <a:ext cx="24919" cy="21938"/>
            </a:xfrm>
            <a:custGeom>
              <a:avLst/>
              <a:gdLst/>
              <a:ahLst/>
              <a:cxnLst/>
              <a:rect l="l" t="t" r="r" b="b"/>
              <a:pathLst>
                <a:path w="978" h="861" extrusionOk="0">
                  <a:moveTo>
                    <a:pt x="568" y="1"/>
                  </a:moveTo>
                  <a:cubicBezTo>
                    <a:pt x="466" y="1"/>
                    <a:pt x="360" y="40"/>
                    <a:pt x="272" y="129"/>
                  </a:cubicBezTo>
                  <a:cubicBezTo>
                    <a:pt x="1" y="400"/>
                    <a:pt x="191" y="861"/>
                    <a:pt x="570" y="861"/>
                  </a:cubicBezTo>
                  <a:cubicBezTo>
                    <a:pt x="787" y="861"/>
                    <a:pt x="977" y="671"/>
                    <a:pt x="977" y="427"/>
                  </a:cubicBezTo>
                  <a:cubicBezTo>
                    <a:pt x="977" y="171"/>
                    <a:pt x="779" y="1"/>
                    <a:pt x="5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8624327" y="352063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9"/>
                  </a:cubicBezTo>
                  <a:cubicBezTo>
                    <a:pt x="1" y="400"/>
                    <a:pt x="190" y="861"/>
                    <a:pt x="570" y="861"/>
                  </a:cubicBezTo>
                  <a:cubicBezTo>
                    <a:pt x="787" y="861"/>
                    <a:pt x="1004" y="671"/>
                    <a:pt x="1004" y="427"/>
                  </a:cubicBezTo>
                  <a:cubicBezTo>
                    <a:pt x="1004" y="171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8478505" y="352063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9"/>
                  </a:cubicBezTo>
                  <a:cubicBezTo>
                    <a:pt x="0" y="400"/>
                    <a:pt x="190" y="861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1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8332683" y="352063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1" y="129"/>
                  </a:cubicBezTo>
                  <a:cubicBezTo>
                    <a:pt x="0" y="400"/>
                    <a:pt x="190" y="861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1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9"/>
            <p:cNvSpPr/>
            <p:nvPr/>
          </p:nvSpPr>
          <p:spPr>
            <a:xfrm>
              <a:off x="8186861" y="352063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1" y="129"/>
                  </a:cubicBezTo>
                  <a:cubicBezTo>
                    <a:pt x="0" y="400"/>
                    <a:pt x="190" y="861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1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9"/>
            <p:cNvSpPr/>
            <p:nvPr/>
          </p:nvSpPr>
          <p:spPr>
            <a:xfrm>
              <a:off x="8041013" y="352063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5" y="1"/>
                  </a:moveTo>
                  <a:cubicBezTo>
                    <a:pt x="469" y="1"/>
                    <a:pt x="360" y="40"/>
                    <a:pt x="272" y="129"/>
                  </a:cubicBezTo>
                  <a:cubicBezTo>
                    <a:pt x="1" y="400"/>
                    <a:pt x="191" y="861"/>
                    <a:pt x="571" y="861"/>
                  </a:cubicBezTo>
                  <a:cubicBezTo>
                    <a:pt x="815" y="861"/>
                    <a:pt x="1005" y="671"/>
                    <a:pt x="1005" y="427"/>
                  </a:cubicBezTo>
                  <a:cubicBezTo>
                    <a:pt x="1005" y="171"/>
                    <a:pt x="795" y="1"/>
                    <a:pt x="5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8915283" y="506192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8"/>
                  </a:cubicBezTo>
                  <a:cubicBezTo>
                    <a:pt x="1" y="399"/>
                    <a:pt x="218" y="861"/>
                    <a:pt x="597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0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8770149" y="506192"/>
              <a:ext cx="24919" cy="21938"/>
            </a:xfrm>
            <a:custGeom>
              <a:avLst/>
              <a:gdLst/>
              <a:ahLst/>
              <a:cxnLst/>
              <a:rect l="l" t="t" r="r" b="b"/>
              <a:pathLst>
                <a:path w="978" h="861" extrusionOk="0">
                  <a:moveTo>
                    <a:pt x="568" y="1"/>
                  </a:moveTo>
                  <a:cubicBezTo>
                    <a:pt x="466" y="1"/>
                    <a:pt x="360" y="40"/>
                    <a:pt x="272" y="128"/>
                  </a:cubicBezTo>
                  <a:cubicBezTo>
                    <a:pt x="1" y="372"/>
                    <a:pt x="191" y="833"/>
                    <a:pt x="570" y="861"/>
                  </a:cubicBezTo>
                  <a:cubicBezTo>
                    <a:pt x="787" y="861"/>
                    <a:pt x="977" y="671"/>
                    <a:pt x="977" y="427"/>
                  </a:cubicBezTo>
                  <a:cubicBezTo>
                    <a:pt x="977" y="170"/>
                    <a:pt x="779" y="1"/>
                    <a:pt x="5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9"/>
            <p:cNvSpPr/>
            <p:nvPr/>
          </p:nvSpPr>
          <p:spPr>
            <a:xfrm>
              <a:off x="8624327" y="506192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8"/>
                  </a:cubicBezTo>
                  <a:cubicBezTo>
                    <a:pt x="1" y="372"/>
                    <a:pt x="190" y="833"/>
                    <a:pt x="570" y="861"/>
                  </a:cubicBezTo>
                  <a:cubicBezTo>
                    <a:pt x="787" y="861"/>
                    <a:pt x="1004" y="671"/>
                    <a:pt x="1004" y="427"/>
                  </a:cubicBezTo>
                  <a:cubicBezTo>
                    <a:pt x="1004" y="170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9"/>
            <p:cNvSpPr/>
            <p:nvPr/>
          </p:nvSpPr>
          <p:spPr>
            <a:xfrm>
              <a:off x="8478505" y="506192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8"/>
                  </a:cubicBezTo>
                  <a:cubicBezTo>
                    <a:pt x="0" y="372"/>
                    <a:pt x="190" y="833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0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8332683" y="506192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1" y="128"/>
                  </a:cubicBezTo>
                  <a:cubicBezTo>
                    <a:pt x="0" y="372"/>
                    <a:pt x="190" y="833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0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8186861" y="506192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1" y="128"/>
                  </a:cubicBezTo>
                  <a:cubicBezTo>
                    <a:pt x="0" y="372"/>
                    <a:pt x="190" y="833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0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9"/>
            <p:cNvSpPr/>
            <p:nvPr/>
          </p:nvSpPr>
          <p:spPr>
            <a:xfrm>
              <a:off x="8041013" y="506192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5" y="1"/>
                  </a:moveTo>
                  <a:cubicBezTo>
                    <a:pt x="469" y="1"/>
                    <a:pt x="360" y="40"/>
                    <a:pt x="272" y="128"/>
                  </a:cubicBezTo>
                  <a:cubicBezTo>
                    <a:pt x="1" y="372"/>
                    <a:pt x="191" y="833"/>
                    <a:pt x="571" y="861"/>
                  </a:cubicBezTo>
                  <a:cubicBezTo>
                    <a:pt x="815" y="861"/>
                    <a:pt x="1005" y="671"/>
                    <a:pt x="1005" y="427"/>
                  </a:cubicBezTo>
                  <a:cubicBezTo>
                    <a:pt x="1005" y="170"/>
                    <a:pt x="795" y="1"/>
                    <a:pt x="5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8915283" y="660320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0"/>
                  </a:moveTo>
                  <a:cubicBezTo>
                    <a:pt x="468" y="0"/>
                    <a:pt x="360" y="40"/>
                    <a:pt x="272" y="128"/>
                  </a:cubicBezTo>
                  <a:cubicBezTo>
                    <a:pt x="1" y="399"/>
                    <a:pt x="218" y="860"/>
                    <a:pt x="597" y="860"/>
                  </a:cubicBezTo>
                  <a:cubicBezTo>
                    <a:pt x="814" y="833"/>
                    <a:pt x="1004" y="643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8770149" y="660320"/>
              <a:ext cx="24919" cy="21938"/>
            </a:xfrm>
            <a:custGeom>
              <a:avLst/>
              <a:gdLst/>
              <a:ahLst/>
              <a:cxnLst/>
              <a:rect l="l" t="t" r="r" b="b"/>
              <a:pathLst>
                <a:path w="978" h="861" extrusionOk="0">
                  <a:moveTo>
                    <a:pt x="547" y="0"/>
                  </a:moveTo>
                  <a:cubicBezTo>
                    <a:pt x="441" y="0"/>
                    <a:pt x="333" y="40"/>
                    <a:pt x="245" y="128"/>
                  </a:cubicBezTo>
                  <a:cubicBezTo>
                    <a:pt x="1" y="399"/>
                    <a:pt x="191" y="860"/>
                    <a:pt x="570" y="860"/>
                  </a:cubicBezTo>
                  <a:cubicBezTo>
                    <a:pt x="787" y="860"/>
                    <a:pt x="977" y="643"/>
                    <a:pt x="977" y="426"/>
                  </a:cubicBezTo>
                  <a:cubicBezTo>
                    <a:pt x="977" y="170"/>
                    <a:pt x="767" y="0"/>
                    <a:pt x="5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8624327" y="660320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0"/>
                  </a:moveTo>
                  <a:cubicBezTo>
                    <a:pt x="468" y="0"/>
                    <a:pt x="360" y="40"/>
                    <a:pt x="272" y="128"/>
                  </a:cubicBezTo>
                  <a:cubicBezTo>
                    <a:pt x="1" y="399"/>
                    <a:pt x="190" y="860"/>
                    <a:pt x="570" y="860"/>
                  </a:cubicBezTo>
                  <a:cubicBezTo>
                    <a:pt x="787" y="860"/>
                    <a:pt x="1004" y="643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8478505" y="660320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0"/>
                  </a:moveTo>
                  <a:cubicBezTo>
                    <a:pt x="468" y="0"/>
                    <a:pt x="360" y="40"/>
                    <a:pt x="272" y="128"/>
                  </a:cubicBezTo>
                  <a:cubicBezTo>
                    <a:pt x="0" y="399"/>
                    <a:pt x="190" y="860"/>
                    <a:pt x="570" y="860"/>
                  </a:cubicBezTo>
                  <a:cubicBezTo>
                    <a:pt x="814" y="860"/>
                    <a:pt x="1004" y="643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8332683" y="660320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0"/>
                  </a:moveTo>
                  <a:cubicBezTo>
                    <a:pt x="468" y="0"/>
                    <a:pt x="360" y="40"/>
                    <a:pt x="271" y="128"/>
                  </a:cubicBezTo>
                  <a:cubicBezTo>
                    <a:pt x="0" y="399"/>
                    <a:pt x="190" y="860"/>
                    <a:pt x="570" y="860"/>
                  </a:cubicBezTo>
                  <a:cubicBezTo>
                    <a:pt x="814" y="860"/>
                    <a:pt x="1004" y="643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8186861" y="660320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0"/>
                  </a:moveTo>
                  <a:cubicBezTo>
                    <a:pt x="468" y="0"/>
                    <a:pt x="360" y="40"/>
                    <a:pt x="271" y="128"/>
                  </a:cubicBezTo>
                  <a:cubicBezTo>
                    <a:pt x="0" y="399"/>
                    <a:pt x="190" y="860"/>
                    <a:pt x="570" y="860"/>
                  </a:cubicBezTo>
                  <a:cubicBezTo>
                    <a:pt x="814" y="860"/>
                    <a:pt x="1004" y="643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8041013" y="660320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5" y="0"/>
                  </a:moveTo>
                  <a:cubicBezTo>
                    <a:pt x="469" y="0"/>
                    <a:pt x="360" y="40"/>
                    <a:pt x="272" y="128"/>
                  </a:cubicBezTo>
                  <a:cubicBezTo>
                    <a:pt x="1" y="399"/>
                    <a:pt x="191" y="860"/>
                    <a:pt x="571" y="860"/>
                  </a:cubicBezTo>
                  <a:cubicBezTo>
                    <a:pt x="815" y="860"/>
                    <a:pt x="1005" y="643"/>
                    <a:pt x="1005" y="426"/>
                  </a:cubicBezTo>
                  <a:cubicBezTo>
                    <a:pt x="1005" y="170"/>
                    <a:pt x="795" y="0"/>
                    <a:pt x="5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7656061" y="92014"/>
              <a:ext cx="765801" cy="40793"/>
            </a:xfrm>
            <a:custGeom>
              <a:avLst/>
              <a:gdLst/>
              <a:ahLst/>
              <a:cxnLst/>
              <a:rect l="l" t="t" r="r" b="b"/>
              <a:pathLst>
                <a:path w="30055" h="1601" extrusionOk="0">
                  <a:moveTo>
                    <a:pt x="1" y="0"/>
                  </a:moveTo>
                  <a:lnTo>
                    <a:pt x="1" y="1601"/>
                  </a:lnTo>
                  <a:lnTo>
                    <a:pt x="30054" y="1601"/>
                  </a:lnTo>
                  <a:lnTo>
                    <a:pt x="300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-74" y="4687918"/>
              <a:ext cx="910222" cy="455480"/>
            </a:xfrm>
            <a:custGeom>
              <a:avLst/>
              <a:gdLst/>
              <a:ahLst/>
              <a:cxnLst/>
              <a:rect l="l" t="t" r="r" b="b"/>
              <a:pathLst>
                <a:path w="35723" h="17876" extrusionOk="0">
                  <a:moveTo>
                    <a:pt x="17875" y="1"/>
                  </a:moveTo>
                  <a:lnTo>
                    <a:pt x="0" y="17875"/>
                  </a:lnTo>
                  <a:lnTo>
                    <a:pt x="35722" y="17875"/>
                  </a:lnTo>
                  <a:lnTo>
                    <a:pt x="178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1347589" y="4879350"/>
              <a:ext cx="21454" cy="22142"/>
            </a:xfrm>
            <a:custGeom>
              <a:avLst/>
              <a:gdLst/>
              <a:ahLst/>
              <a:cxnLst/>
              <a:rect l="l" t="t" r="r" b="b"/>
              <a:pathLst>
                <a:path w="842" h="869" extrusionOk="0">
                  <a:moveTo>
                    <a:pt x="407" y="1"/>
                  </a:moveTo>
                  <a:cubicBezTo>
                    <a:pt x="190" y="1"/>
                    <a:pt x="1" y="191"/>
                    <a:pt x="1" y="435"/>
                  </a:cubicBezTo>
                  <a:cubicBezTo>
                    <a:pt x="1" y="679"/>
                    <a:pt x="190" y="869"/>
                    <a:pt x="407" y="869"/>
                  </a:cubicBezTo>
                  <a:cubicBezTo>
                    <a:pt x="652" y="869"/>
                    <a:pt x="841" y="679"/>
                    <a:pt x="841" y="435"/>
                  </a:cubicBezTo>
                  <a:cubicBezTo>
                    <a:pt x="841" y="191"/>
                    <a:pt x="652" y="1"/>
                    <a:pt x="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1201767" y="4879350"/>
              <a:ext cx="21454" cy="22142"/>
            </a:xfrm>
            <a:custGeom>
              <a:avLst/>
              <a:gdLst/>
              <a:ahLst/>
              <a:cxnLst/>
              <a:rect l="l" t="t" r="r" b="b"/>
              <a:pathLst>
                <a:path w="842" h="869" extrusionOk="0">
                  <a:moveTo>
                    <a:pt x="434" y="1"/>
                  </a:moveTo>
                  <a:cubicBezTo>
                    <a:pt x="190" y="1"/>
                    <a:pt x="0" y="191"/>
                    <a:pt x="0" y="435"/>
                  </a:cubicBezTo>
                  <a:cubicBezTo>
                    <a:pt x="0" y="679"/>
                    <a:pt x="190" y="869"/>
                    <a:pt x="434" y="869"/>
                  </a:cubicBezTo>
                  <a:cubicBezTo>
                    <a:pt x="651" y="869"/>
                    <a:pt x="841" y="679"/>
                    <a:pt x="841" y="435"/>
                  </a:cubicBezTo>
                  <a:cubicBezTo>
                    <a:pt x="841" y="191"/>
                    <a:pt x="651" y="1"/>
                    <a:pt x="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1051791" y="4879553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9"/>
                  </a:cubicBezTo>
                  <a:cubicBezTo>
                    <a:pt x="1" y="400"/>
                    <a:pt x="190" y="861"/>
                    <a:pt x="597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1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906657" y="4879553"/>
              <a:ext cx="24894" cy="21938"/>
            </a:xfrm>
            <a:custGeom>
              <a:avLst/>
              <a:gdLst/>
              <a:ahLst/>
              <a:cxnLst/>
              <a:rect l="l" t="t" r="r" b="b"/>
              <a:pathLst>
                <a:path w="977" h="861" extrusionOk="0">
                  <a:moveTo>
                    <a:pt x="547" y="1"/>
                  </a:moveTo>
                  <a:cubicBezTo>
                    <a:pt x="441" y="1"/>
                    <a:pt x="333" y="40"/>
                    <a:pt x="245" y="129"/>
                  </a:cubicBezTo>
                  <a:cubicBezTo>
                    <a:pt x="1" y="400"/>
                    <a:pt x="190" y="861"/>
                    <a:pt x="570" y="861"/>
                  </a:cubicBezTo>
                  <a:cubicBezTo>
                    <a:pt x="787" y="861"/>
                    <a:pt x="977" y="671"/>
                    <a:pt x="977" y="427"/>
                  </a:cubicBezTo>
                  <a:cubicBezTo>
                    <a:pt x="977" y="171"/>
                    <a:pt x="767" y="1"/>
                    <a:pt x="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9"/>
            <p:cNvSpPr/>
            <p:nvPr/>
          </p:nvSpPr>
          <p:spPr>
            <a:xfrm>
              <a:off x="760835" y="4879553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9"/>
                  </a:cubicBezTo>
                  <a:cubicBezTo>
                    <a:pt x="0" y="400"/>
                    <a:pt x="190" y="861"/>
                    <a:pt x="570" y="861"/>
                  </a:cubicBezTo>
                  <a:cubicBezTo>
                    <a:pt x="787" y="861"/>
                    <a:pt x="1004" y="671"/>
                    <a:pt x="1004" y="427"/>
                  </a:cubicBezTo>
                  <a:cubicBezTo>
                    <a:pt x="1004" y="171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9"/>
            <p:cNvSpPr/>
            <p:nvPr/>
          </p:nvSpPr>
          <p:spPr>
            <a:xfrm>
              <a:off x="615013" y="4879553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1" y="129"/>
                  </a:cubicBezTo>
                  <a:cubicBezTo>
                    <a:pt x="0" y="400"/>
                    <a:pt x="190" y="861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1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9"/>
            <p:cNvSpPr/>
            <p:nvPr/>
          </p:nvSpPr>
          <p:spPr>
            <a:xfrm>
              <a:off x="469191" y="4879553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1" y="129"/>
                  </a:cubicBezTo>
                  <a:cubicBezTo>
                    <a:pt x="0" y="400"/>
                    <a:pt x="190" y="861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1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9"/>
            <p:cNvSpPr/>
            <p:nvPr/>
          </p:nvSpPr>
          <p:spPr>
            <a:xfrm>
              <a:off x="1347589" y="5033478"/>
              <a:ext cx="21454" cy="21454"/>
            </a:xfrm>
            <a:custGeom>
              <a:avLst/>
              <a:gdLst/>
              <a:ahLst/>
              <a:cxnLst/>
              <a:rect l="l" t="t" r="r" b="b"/>
              <a:pathLst>
                <a:path w="842" h="842" extrusionOk="0">
                  <a:moveTo>
                    <a:pt x="407" y="1"/>
                  </a:moveTo>
                  <a:cubicBezTo>
                    <a:pt x="190" y="1"/>
                    <a:pt x="1" y="190"/>
                    <a:pt x="1" y="435"/>
                  </a:cubicBezTo>
                  <a:cubicBezTo>
                    <a:pt x="1" y="679"/>
                    <a:pt x="190" y="841"/>
                    <a:pt x="407" y="841"/>
                  </a:cubicBezTo>
                  <a:cubicBezTo>
                    <a:pt x="652" y="841"/>
                    <a:pt x="841" y="679"/>
                    <a:pt x="841" y="435"/>
                  </a:cubicBezTo>
                  <a:cubicBezTo>
                    <a:pt x="841" y="190"/>
                    <a:pt x="652" y="1"/>
                    <a:pt x="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9"/>
            <p:cNvSpPr/>
            <p:nvPr/>
          </p:nvSpPr>
          <p:spPr>
            <a:xfrm>
              <a:off x="1201767" y="5033478"/>
              <a:ext cx="21454" cy="21454"/>
            </a:xfrm>
            <a:custGeom>
              <a:avLst/>
              <a:gdLst/>
              <a:ahLst/>
              <a:cxnLst/>
              <a:rect l="l" t="t" r="r" b="b"/>
              <a:pathLst>
                <a:path w="842" h="842" extrusionOk="0">
                  <a:moveTo>
                    <a:pt x="434" y="1"/>
                  </a:moveTo>
                  <a:cubicBezTo>
                    <a:pt x="190" y="1"/>
                    <a:pt x="0" y="190"/>
                    <a:pt x="0" y="435"/>
                  </a:cubicBezTo>
                  <a:cubicBezTo>
                    <a:pt x="0" y="679"/>
                    <a:pt x="190" y="841"/>
                    <a:pt x="434" y="841"/>
                  </a:cubicBezTo>
                  <a:cubicBezTo>
                    <a:pt x="651" y="841"/>
                    <a:pt x="841" y="679"/>
                    <a:pt x="841" y="435"/>
                  </a:cubicBezTo>
                  <a:cubicBezTo>
                    <a:pt x="841" y="190"/>
                    <a:pt x="651" y="1"/>
                    <a:pt x="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9"/>
            <p:cNvSpPr/>
            <p:nvPr/>
          </p:nvSpPr>
          <p:spPr>
            <a:xfrm>
              <a:off x="1051791" y="5033682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8"/>
                  </a:cubicBezTo>
                  <a:cubicBezTo>
                    <a:pt x="1" y="399"/>
                    <a:pt x="190" y="861"/>
                    <a:pt x="597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0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9"/>
            <p:cNvSpPr/>
            <p:nvPr/>
          </p:nvSpPr>
          <p:spPr>
            <a:xfrm>
              <a:off x="906657" y="5033682"/>
              <a:ext cx="24894" cy="21938"/>
            </a:xfrm>
            <a:custGeom>
              <a:avLst/>
              <a:gdLst/>
              <a:ahLst/>
              <a:cxnLst/>
              <a:rect l="l" t="t" r="r" b="b"/>
              <a:pathLst>
                <a:path w="977" h="861" extrusionOk="0">
                  <a:moveTo>
                    <a:pt x="547" y="1"/>
                  </a:moveTo>
                  <a:cubicBezTo>
                    <a:pt x="441" y="1"/>
                    <a:pt x="333" y="40"/>
                    <a:pt x="245" y="128"/>
                  </a:cubicBezTo>
                  <a:cubicBezTo>
                    <a:pt x="1" y="399"/>
                    <a:pt x="190" y="861"/>
                    <a:pt x="570" y="861"/>
                  </a:cubicBezTo>
                  <a:cubicBezTo>
                    <a:pt x="787" y="861"/>
                    <a:pt x="977" y="671"/>
                    <a:pt x="977" y="427"/>
                  </a:cubicBezTo>
                  <a:cubicBezTo>
                    <a:pt x="977" y="170"/>
                    <a:pt x="767" y="1"/>
                    <a:pt x="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9"/>
            <p:cNvSpPr/>
            <p:nvPr/>
          </p:nvSpPr>
          <p:spPr>
            <a:xfrm>
              <a:off x="760835" y="5033682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8"/>
                  </a:cubicBezTo>
                  <a:cubicBezTo>
                    <a:pt x="0" y="399"/>
                    <a:pt x="190" y="861"/>
                    <a:pt x="570" y="861"/>
                  </a:cubicBezTo>
                  <a:cubicBezTo>
                    <a:pt x="787" y="861"/>
                    <a:pt x="1004" y="671"/>
                    <a:pt x="1004" y="427"/>
                  </a:cubicBezTo>
                  <a:cubicBezTo>
                    <a:pt x="1004" y="170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9"/>
            <p:cNvSpPr/>
            <p:nvPr/>
          </p:nvSpPr>
          <p:spPr>
            <a:xfrm>
              <a:off x="615013" y="5033682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1" y="128"/>
                  </a:cubicBezTo>
                  <a:cubicBezTo>
                    <a:pt x="0" y="399"/>
                    <a:pt x="190" y="861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0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469191" y="5033682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1" y="128"/>
                  </a:cubicBezTo>
                  <a:cubicBezTo>
                    <a:pt x="0" y="399"/>
                    <a:pt x="190" y="861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0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9"/>
            <p:cNvSpPr/>
            <p:nvPr/>
          </p:nvSpPr>
          <p:spPr>
            <a:xfrm>
              <a:off x="3047054" y="4493215"/>
              <a:ext cx="559821" cy="279923"/>
            </a:xfrm>
            <a:custGeom>
              <a:avLst/>
              <a:gdLst/>
              <a:ahLst/>
              <a:cxnLst/>
              <a:rect l="l" t="t" r="r" b="b"/>
              <a:pathLst>
                <a:path w="21971" h="10986" extrusionOk="0">
                  <a:moveTo>
                    <a:pt x="10985" y="0"/>
                  </a:moveTo>
                  <a:lnTo>
                    <a:pt x="0" y="10985"/>
                  </a:lnTo>
                  <a:lnTo>
                    <a:pt x="21970" y="10985"/>
                  </a:lnTo>
                  <a:lnTo>
                    <a:pt x="109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3264755" y="4773113"/>
              <a:ext cx="346961" cy="173493"/>
            </a:xfrm>
            <a:custGeom>
              <a:avLst/>
              <a:gdLst/>
              <a:ahLst/>
              <a:cxnLst/>
              <a:rect l="l" t="t" r="r" b="b"/>
              <a:pathLst>
                <a:path w="13617" h="6809" extrusionOk="0">
                  <a:moveTo>
                    <a:pt x="0" y="0"/>
                  </a:moveTo>
                  <a:lnTo>
                    <a:pt x="6808" y="6808"/>
                  </a:lnTo>
                  <a:lnTo>
                    <a:pt x="136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9"/>
            <p:cNvSpPr/>
            <p:nvPr/>
          </p:nvSpPr>
          <p:spPr>
            <a:xfrm>
              <a:off x="2481015" y="432733"/>
              <a:ext cx="89180" cy="178335"/>
            </a:xfrm>
            <a:custGeom>
              <a:avLst/>
              <a:gdLst/>
              <a:ahLst/>
              <a:cxnLst/>
              <a:rect l="l" t="t" r="r" b="b"/>
              <a:pathLst>
                <a:path w="3500" h="6999" extrusionOk="0">
                  <a:moveTo>
                    <a:pt x="1" y="0"/>
                  </a:moveTo>
                  <a:lnTo>
                    <a:pt x="1" y="6998"/>
                  </a:lnTo>
                  <a:lnTo>
                    <a:pt x="3500" y="349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9"/>
            <p:cNvSpPr/>
            <p:nvPr/>
          </p:nvSpPr>
          <p:spPr>
            <a:xfrm>
              <a:off x="2675224" y="432733"/>
              <a:ext cx="89180" cy="178335"/>
            </a:xfrm>
            <a:custGeom>
              <a:avLst/>
              <a:gdLst/>
              <a:ahLst/>
              <a:cxnLst/>
              <a:rect l="l" t="t" r="r" b="b"/>
              <a:pathLst>
                <a:path w="3500" h="6999" extrusionOk="0">
                  <a:moveTo>
                    <a:pt x="1" y="0"/>
                  </a:moveTo>
                  <a:lnTo>
                    <a:pt x="1" y="6998"/>
                  </a:lnTo>
                  <a:lnTo>
                    <a:pt x="3499" y="349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9"/>
            <p:cNvSpPr/>
            <p:nvPr/>
          </p:nvSpPr>
          <p:spPr>
            <a:xfrm>
              <a:off x="2869433" y="432733"/>
              <a:ext cx="89180" cy="178335"/>
            </a:xfrm>
            <a:custGeom>
              <a:avLst/>
              <a:gdLst/>
              <a:ahLst/>
              <a:cxnLst/>
              <a:rect l="l" t="t" r="r" b="b"/>
              <a:pathLst>
                <a:path w="3500" h="6999" extrusionOk="0">
                  <a:moveTo>
                    <a:pt x="0" y="0"/>
                  </a:moveTo>
                  <a:lnTo>
                    <a:pt x="0" y="6998"/>
                  </a:lnTo>
                  <a:lnTo>
                    <a:pt x="3499" y="3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5">
  <p:cSld name="CUSTOM_1_1_1_1_1"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p30"/>
          <p:cNvGrpSpPr/>
          <p:nvPr/>
        </p:nvGrpSpPr>
        <p:grpSpPr>
          <a:xfrm>
            <a:off x="-139124" y="-133162"/>
            <a:ext cx="10216715" cy="5584329"/>
            <a:chOff x="-139124" y="-133162"/>
            <a:chExt cx="10216715" cy="5584329"/>
          </a:xfrm>
        </p:grpSpPr>
        <p:sp>
          <p:nvSpPr>
            <p:cNvPr id="614" name="Google Shape;614;p30"/>
            <p:cNvSpPr/>
            <p:nvPr/>
          </p:nvSpPr>
          <p:spPr>
            <a:xfrm rot="5400000">
              <a:off x="2095658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0"/>
            <p:cNvSpPr/>
            <p:nvPr/>
          </p:nvSpPr>
          <p:spPr>
            <a:xfrm rot="5400000">
              <a:off x="2095658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0"/>
            <p:cNvSpPr/>
            <p:nvPr/>
          </p:nvSpPr>
          <p:spPr>
            <a:xfrm rot="5400000">
              <a:off x="2549635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0"/>
            <p:cNvSpPr/>
            <p:nvPr/>
          </p:nvSpPr>
          <p:spPr>
            <a:xfrm rot="5400000">
              <a:off x="2549635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0"/>
            <p:cNvSpPr/>
            <p:nvPr/>
          </p:nvSpPr>
          <p:spPr>
            <a:xfrm rot="5400000">
              <a:off x="3003612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0"/>
            <p:cNvSpPr/>
            <p:nvPr/>
          </p:nvSpPr>
          <p:spPr>
            <a:xfrm rot="5400000">
              <a:off x="3003612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0"/>
            <p:cNvSpPr/>
            <p:nvPr/>
          </p:nvSpPr>
          <p:spPr>
            <a:xfrm rot="5400000">
              <a:off x="3457588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0"/>
            <p:cNvSpPr/>
            <p:nvPr/>
          </p:nvSpPr>
          <p:spPr>
            <a:xfrm rot="5400000">
              <a:off x="3457588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0"/>
            <p:cNvSpPr/>
            <p:nvPr/>
          </p:nvSpPr>
          <p:spPr>
            <a:xfrm rot="5400000">
              <a:off x="3911565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0"/>
            <p:cNvSpPr/>
            <p:nvPr/>
          </p:nvSpPr>
          <p:spPr>
            <a:xfrm rot="5400000">
              <a:off x="3911565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0"/>
            <p:cNvSpPr/>
            <p:nvPr/>
          </p:nvSpPr>
          <p:spPr>
            <a:xfrm rot="5400000">
              <a:off x="4365541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0"/>
            <p:cNvSpPr/>
            <p:nvPr/>
          </p:nvSpPr>
          <p:spPr>
            <a:xfrm rot="5400000">
              <a:off x="4365541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0"/>
            <p:cNvSpPr/>
            <p:nvPr/>
          </p:nvSpPr>
          <p:spPr>
            <a:xfrm rot="5400000">
              <a:off x="4819518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0"/>
            <p:cNvSpPr/>
            <p:nvPr/>
          </p:nvSpPr>
          <p:spPr>
            <a:xfrm rot="5400000">
              <a:off x="4819518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0"/>
            <p:cNvSpPr/>
            <p:nvPr/>
          </p:nvSpPr>
          <p:spPr>
            <a:xfrm rot="5400000">
              <a:off x="5273494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0"/>
            <p:cNvSpPr/>
            <p:nvPr/>
          </p:nvSpPr>
          <p:spPr>
            <a:xfrm rot="5400000">
              <a:off x="5273494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0"/>
            <p:cNvSpPr/>
            <p:nvPr/>
          </p:nvSpPr>
          <p:spPr>
            <a:xfrm rot="5400000">
              <a:off x="-174224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0"/>
            <p:cNvSpPr/>
            <p:nvPr/>
          </p:nvSpPr>
          <p:spPr>
            <a:xfrm rot="5400000">
              <a:off x="-174224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0"/>
            <p:cNvSpPr/>
            <p:nvPr/>
          </p:nvSpPr>
          <p:spPr>
            <a:xfrm rot="5400000">
              <a:off x="279752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0"/>
            <p:cNvSpPr/>
            <p:nvPr/>
          </p:nvSpPr>
          <p:spPr>
            <a:xfrm rot="5400000">
              <a:off x="279752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0"/>
            <p:cNvSpPr/>
            <p:nvPr/>
          </p:nvSpPr>
          <p:spPr>
            <a:xfrm rot="5400000">
              <a:off x="733729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0"/>
            <p:cNvSpPr/>
            <p:nvPr/>
          </p:nvSpPr>
          <p:spPr>
            <a:xfrm rot="5400000">
              <a:off x="733729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0"/>
            <p:cNvSpPr/>
            <p:nvPr/>
          </p:nvSpPr>
          <p:spPr>
            <a:xfrm rot="5400000">
              <a:off x="1187705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0"/>
            <p:cNvSpPr/>
            <p:nvPr/>
          </p:nvSpPr>
          <p:spPr>
            <a:xfrm rot="5400000">
              <a:off x="1187705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0"/>
            <p:cNvSpPr/>
            <p:nvPr/>
          </p:nvSpPr>
          <p:spPr>
            <a:xfrm rot="5400000">
              <a:off x="1641682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0"/>
            <p:cNvSpPr/>
            <p:nvPr/>
          </p:nvSpPr>
          <p:spPr>
            <a:xfrm rot="5400000">
              <a:off x="1641682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0"/>
            <p:cNvSpPr/>
            <p:nvPr/>
          </p:nvSpPr>
          <p:spPr>
            <a:xfrm rot="5400000">
              <a:off x="2095658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0"/>
            <p:cNvSpPr/>
            <p:nvPr/>
          </p:nvSpPr>
          <p:spPr>
            <a:xfrm rot="5400000">
              <a:off x="2095658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0"/>
            <p:cNvSpPr/>
            <p:nvPr/>
          </p:nvSpPr>
          <p:spPr>
            <a:xfrm rot="5400000">
              <a:off x="2549635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0"/>
            <p:cNvSpPr/>
            <p:nvPr/>
          </p:nvSpPr>
          <p:spPr>
            <a:xfrm rot="5400000">
              <a:off x="2549635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0"/>
            <p:cNvSpPr/>
            <p:nvPr/>
          </p:nvSpPr>
          <p:spPr>
            <a:xfrm rot="5400000">
              <a:off x="3003612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0"/>
            <p:cNvSpPr/>
            <p:nvPr/>
          </p:nvSpPr>
          <p:spPr>
            <a:xfrm rot="5400000">
              <a:off x="3003612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0"/>
            <p:cNvSpPr/>
            <p:nvPr/>
          </p:nvSpPr>
          <p:spPr>
            <a:xfrm rot="5400000">
              <a:off x="3457588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0"/>
            <p:cNvSpPr/>
            <p:nvPr/>
          </p:nvSpPr>
          <p:spPr>
            <a:xfrm rot="5400000">
              <a:off x="3457588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0"/>
            <p:cNvSpPr/>
            <p:nvPr/>
          </p:nvSpPr>
          <p:spPr>
            <a:xfrm rot="5400000">
              <a:off x="3911565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0"/>
            <p:cNvSpPr/>
            <p:nvPr/>
          </p:nvSpPr>
          <p:spPr>
            <a:xfrm rot="5400000">
              <a:off x="3911565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0"/>
            <p:cNvSpPr/>
            <p:nvPr/>
          </p:nvSpPr>
          <p:spPr>
            <a:xfrm rot="5400000">
              <a:off x="4365541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0"/>
            <p:cNvSpPr/>
            <p:nvPr/>
          </p:nvSpPr>
          <p:spPr>
            <a:xfrm rot="5400000">
              <a:off x="4365541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0"/>
            <p:cNvSpPr/>
            <p:nvPr/>
          </p:nvSpPr>
          <p:spPr>
            <a:xfrm rot="5400000">
              <a:off x="4819518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0"/>
            <p:cNvSpPr/>
            <p:nvPr/>
          </p:nvSpPr>
          <p:spPr>
            <a:xfrm rot="5400000">
              <a:off x="4819518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0"/>
            <p:cNvSpPr/>
            <p:nvPr/>
          </p:nvSpPr>
          <p:spPr>
            <a:xfrm rot="5400000">
              <a:off x="5273494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0"/>
            <p:cNvSpPr/>
            <p:nvPr/>
          </p:nvSpPr>
          <p:spPr>
            <a:xfrm rot="5400000">
              <a:off x="5273494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0"/>
            <p:cNvSpPr/>
            <p:nvPr/>
          </p:nvSpPr>
          <p:spPr>
            <a:xfrm rot="5400000">
              <a:off x="-174224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0"/>
            <p:cNvSpPr/>
            <p:nvPr/>
          </p:nvSpPr>
          <p:spPr>
            <a:xfrm rot="5400000">
              <a:off x="-174224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0"/>
            <p:cNvSpPr/>
            <p:nvPr/>
          </p:nvSpPr>
          <p:spPr>
            <a:xfrm rot="5400000">
              <a:off x="279752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0"/>
            <p:cNvSpPr/>
            <p:nvPr/>
          </p:nvSpPr>
          <p:spPr>
            <a:xfrm rot="5400000">
              <a:off x="279752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0"/>
            <p:cNvSpPr/>
            <p:nvPr/>
          </p:nvSpPr>
          <p:spPr>
            <a:xfrm rot="5400000">
              <a:off x="733729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0"/>
            <p:cNvSpPr/>
            <p:nvPr/>
          </p:nvSpPr>
          <p:spPr>
            <a:xfrm rot="5400000">
              <a:off x="733729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0"/>
            <p:cNvSpPr/>
            <p:nvPr/>
          </p:nvSpPr>
          <p:spPr>
            <a:xfrm rot="5400000">
              <a:off x="1187705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0"/>
            <p:cNvSpPr/>
            <p:nvPr/>
          </p:nvSpPr>
          <p:spPr>
            <a:xfrm rot="5400000">
              <a:off x="1187705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0"/>
            <p:cNvSpPr/>
            <p:nvPr/>
          </p:nvSpPr>
          <p:spPr>
            <a:xfrm rot="5400000">
              <a:off x="1641682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0"/>
            <p:cNvSpPr/>
            <p:nvPr/>
          </p:nvSpPr>
          <p:spPr>
            <a:xfrm rot="5400000">
              <a:off x="1641682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0"/>
            <p:cNvSpPr/>
            <p:nvPr/>
          </p:nvSpPr>
          <p:spPr>
            <a:xfrm rot="5400000">
              <a:off x="5727471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0"/>
            <p:cNvSpPr/>
            <p:nvPr/>
          </p:nvSpPr>
          <p:spPr>
            <a:xfrm rot="5400000">
              <a:off x="5727471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0"/>
            <p:cNvSpPr/>
            <p:nvPr/>
          </p:nvSpPr>
          <p:spPr>
            <a:xfrm rot="5400000">
              <a:off x="6181448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0"/>
            <p:cNvSpPr/>
            <p:nvPr/>
          </p:nvSpPr>
          <p:spPr>
            <a:xfrm rot="5400000">
              <a:off x="6181448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0"/>
            <p:cNvSpPr/>
            <p:nvPr/>
          </p:nvSpPr>
          <p:spPr>
            <a:xfrm rot="5400000">
              <a:off x="6635424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0"/>
            <p:cNvSpPr/>
            <p:nvPr/>
          </p:nvSpPr>
          <p:spPr>
            <a:xfrm rot="5400000">
              <a:off x="6635424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0"/>
            <p:cNvSpPr/>
            <p:nvPr/>
          </p:nvSpPr>
          <p:spPr>
            <a:xfrm rot="5400000">
              <a:off x="7089401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0"/>
            <p:cNvSpPr/>
            <p:nvPr/>
          </p:nvSpPr>
          <p:spPr>
            <a:xfrm rot="5400000">
              <a:off x="7089401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0"/>
            <p:cNvSpPr/>
            <p:nvPr/>
          </p:nvSpPr>
          <p:spPr>
            <a:xfrm rot="5400000">
              <a:off x="5727471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0"/>
            <p:cNvSpPr/>
            <p:nvPr/>
          </p:nvSpPr>
          <p:spPr>
            <a:xfrm rot="5400000">
              <a:off x="5727471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0"/>
            <p:cNvSpPr/>
            <p:nvPr/>
          </p:nvSpPr>
          <p:spPr>
            <a:xfrm rot="5400000">
              <a:off x="6181448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0"/>
            <p:cNvSpPr/>
            <p:nvPr/>
          </p:nvSpPr>
          <p:spPr>
            <a:xfrm rot="5400000">
              <a:off x="6181448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0"/>
            <p:cNvSpPr/>
            <p:nvPr/>
          </p:nvSpPr>
          <p:spPr>
            <a:xfrm rot="5400000">
              <a:off x="6635424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0"/>
            <p:cNvSpPr/>
            <p:nvPr/>
          </p:nvSpPr>
          <p:spPr>
            <a:xfrm rot="5400000">
              <a:off x="6635424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0"/>
            <p:cNvSpPr/>
            <p:nvPr/>
          </p:nvSpPr>
          <p:spPr>
            <a:xfrm rot="5400000">
              <a:off x="7089401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0"/>
            <p:cNvSpPr/>
            <p:nvPr/>
          </p:nvSpPr>
          <p:spPr>
            <a:xfrm rot="5400000">
              <a:off x="7089401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0"/>
            <p:cNvSpPr/>
            <p:nvPr/>
          </p:nvSpPr>
          <p:spPr>
            <a:xfrm rot="5400000">
              <a:off x="2095658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0"/>
            <p:cNvSpPr/>
            <p:nvPr/>
          </p:nvSpPr>
          <p:spPr>
            <a:xfrm rot="5400000">
              <a:off x="2095658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0"/>
            <p:cNvSpPr/>
            <p:nvPr/>
          </p:nvSpPr>
          <p:spPr>
            <a:xfrm rot="5400000">
              <a:off x="2549635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0"/>
            <p:cNvSpPr/>
            <p:nvPr/>
          </p:nvSpPr>
          <p:spPr>
            <a:xfrm rot="5400000">
              <a:off x="2549635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0"/>
            <p:cNvSpPr/>
            <p:nvPr/>
          </p:nvSpPr>
          <p:spPr>
            <a:xfrm rot="5400000">
              <a:off x="3003612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0"/>
            <p:cNvSpPr/>
            <p:nvPr/>
          </p:nvSpPr>
          <p:spPr>
            <a:xfrm rot="5400000">
              <a:off x="3003612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0"/>
            <p:cNvSpPr/>
            <p:nvPr/>
          </p:nvSpPr>
          <p:spPr>
            <a:xfrm rot="5400000">
              <a:off x="3457588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0"/>
            <p:cNvSpPr/>
            <p:nvPr/>
          </p:nvSpPr>
          <p:spPr>
            <a:xfrm rot="5400000">
              <a:off x="3457588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0"/>
            <p:cNvSpPr/>
            <p:nvPr/>
          </p:nvSpPr>
          <p:spPr>
            <a:xfrm rot="5400000">
              <a:off x="3911565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0"/>
            <p:cNvSpPr/>
            <p:nvPr/>
          </p:nvSpPr>
          <p:spPr>
            <a:xfrm rot="5400000">
              <a:off x="3911565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0"/>
            <p:cNvSpPr/>
            <p:nvPr/>
          </p:nvSpPr>
          <p:spPr>
            <a:xfrm rot="5400000">
              <a:off x="4365541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0"/>
            <p:cNvSpPr/>
            <p:nvPr/>
          </p:nvSpPr>
          <p:spPr>
            <a:xfrm rot="5400000">
              <a:off x="4365541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0"/>
            <p:cNvSpPr/>
            <p:nvPr/>
          </p:nvSpPr>
          <p:spPr>
            <a:xfrm rot="5400000">
              <a:off x="4819518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0"/>
            <p:cNvSpPr/>
            <p:nvPr/>
          </p:nvSpPr>
          <p:spPr>
            <a:xfrm rot="5400000">
              <a:off x="4819518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0"/>
            <p:cNvSpPr/>
            <p:nvPr/>
          </p:nvSpPr>
          <p:spPr>
            <a:xfrm rot="5400000">
              <a:off x="5273494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0"/>
            <p:cNvSpPr/>
            <p:nvPr/>
          </p:nvSpPr>
          <p:spPr>
            <a:xfrm rot="5400000">
              <a:off x="5273494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0"/>
            <p:cNvSpPr/>
            <p:nvPr/>
          </p:nvSpPr>
          <p:spPr>
            <a:xfrm rot="5400000">
              <a:off x="-174224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0"/>
            <p:cNvSpPr/>
            <p:nvPr/>
          </p:nvSpPr>
          <p:spPr>
            <a:xfrm rot="5400000">
              <a:off x="-174224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0"/>
            <p:cNvSpPr/>
            <p:nvPr/>
          </p:nvSpPr>
          <p:spPr>
            <a:xfrm rot="5400000">
              <a:off x="279752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0"/>
            <p:cNvSpPr/>
            <p:nvPr/>
          </p:nvSpPr>
          <p:spPr>
            <a:xfrm rot="5400000">
              <a:off x="279752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0"/>
            <p:cNvSpPr/>
            <p:nvPr/>
          </p:nvSpPr>
          <p:spPr>
            <a:xfrm rot="5400000">
              <a:off x="733729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0"/>
            <p:cNvSpPr/>
            <p:nvPr/>
          </p:nvSpPr>
          <p:spPr>
            <a:xfrm rot="5400000">
              <a:off x="733729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0"/>
            <p:cNvSpPr/>
            <p:nvPr/>
          </p:nvSpPr>
          <p:spPr>
            <a:xfrm rot="5400000">
              <a:off x="1187705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0"/>
            <p:cNvSpPr/>
            <p:nvPr/>
          </p:nvSpPr>
          <p:spPr>
            <a:xfrm rot="5400000">
              <a:off x="1187705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0"/>
            <p:cNvSpPr/>
            <p:nvPr/>
          </p:nvSpPr>
          <p:spPr>
            <a:xfrm rot="5400000">
              <a:off x="1641682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0"/>
            <p:cNvSpPr/>
            <p:nvPr/>
          </p:nvSpPr>
          <p:spPr>
            <a:xfrm rot="5400000">
              <a:off x="1641682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0"/>
            <p:cNvSpPr/>
            <p:nvPr/>
          </p:nvSpPr>
          <p:spPr>
            <a:xfrm rot="5400000">
              <a:off x="5727471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0"/>
            <p:cNvSpPr/>
            <p:nvPr/>
          </p:nvSpPr>
          <p:spPr>
            <a:xfrm rot="5400000">
              <a:off x="5727471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0"/>
            <p:cNvSpPr/>
            <p:nvPr/>
          </p:nvSpPr>
          <p:spPr>
            <a:xfrm rot="5400000">
              <a:off x="6181448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0"/>
            <p:cNvSpPr/>
            <p:nvPr/>
          </p:nvSpPr>
          <p:spPr>
            <a:xfrm rot="5400000">
              <a:off x="6181448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0"/>
            <p:cNvSpPr/>
            <p:nvPr/>
          </p:nvSpPr>
          <p:spPr>
            <a:xfrm rot="5400000">
              <a:off x="6635424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0"/>
            <p:cNvSpPr/>
            <p:nvPr/>
          </p:nvSpPr>
          <p:spPr>
            <a:xfrm rot="5400000">
              <a:off x="6635424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0"/>
            <p:cNvSpPr/>
            <p:nvPr/>
          </p:nvSpPr>
          <p:spPr>
            <a:xfrm rot="5400000">
              <a:off x="7089401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0"/>
            <p:cNvSpPr/>
            <p:nvPr/>
          </p:nvSpPr>
          <p:spPr>
            <a:xfrm rot="5400000">
              <a:off x="7089401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0"/>
            <p:cNvSpPr/>
            <p:nvPr/>
          </p:nvSpPr>
          <p:spPr>
            <a:xfrm rot="5400000">
              <a:off x="2095658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0"/>
            <p:cNvSpPr/>
            <p:nvPr/>
          </p:nvSpPr>
          <p:spPr>
            <a:xfrm rot="5400000">
              <a:off x="2095658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0"/>
            <p:cNvSpPr/>
            <p:nvPr/>
          </p:nvSpPr>
          <p:spPr>
            <a:xfrm rot="5400000">
              <a:off x="2549635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0"/>
            <p:cNvSpPr/>
            <p:nvPr/>
          </p:nvSpPr>
          <p:spPr>
            <a:xfrm rot="5400000">
              <a:off x="2549635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0"/>
            <p:cNvSpPr/>
            <p:nvPr/>
          </p:nvSpPr>
          <p:spPr>
            <a:xfrm rot="5400000">
              <a:off x="3003612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0"/>
            <p:cNvSpPr/>
            <p:nvPr/>
          </p:nvSpPr>
          <p:spPr>
            <a:xfrm rot="5400000">
              <a:off x="3003612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0"/>
            <p:cNvSpPr/>
            <p:nvPr/>
          </p:nvSpPr>
          <p:spPr>
            <a:xfrm rot="5400000">
              <a:off x="3457588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0"/>
            <p:cNvSpPr/>
            <p:nvPr/>
          </p:nvSpPr>
          <p:spPr>
            <a:xfrm rot="5400000">
              <a:off x="3457588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0"/>
            <p:cNvSpPr/>
            <p:nvPr/>
          </p:nvSpPr>
          <p:spPr>
            <a:xfrm rot="5400000">
              <a:off x="3911565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0"/>
            <p:cNvSpPr/>
            <p:nvPr/>
          </p:nvSpPr>
          <p:spPr>
            <a:xfrm rot="5400000">
              <a:off x="3911565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0"/>
            <p:cNvSpPr/>
            <p:nvPr/>
          </p:nvSpPr>
          <p:spPr>
            <a:xfrm rot="5400000">
              <a:off x="4365541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0"/>
            <p:cNvSpPr/>
            <p:nvPr/>
          </p:nvSpPr>
          <p:spPr>
            <a:xfrm rot="5400000">
              <a:off x="4365541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0"/>
            <p:cNvSpPr/>
            <p:nvPr/>
          </p:nvSpPr>
          <p:spPr>
            <a:xfrm rot="5400000">
              <a:off x="4819518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0"/>
            <p:cNvSpPr/>
            <p:nvPr/>
          </p:nvSpPr>
          <p:spPr>
            <a:xfrm rot="5400000">
              <a:off x="4819518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0"/>
            <p:cNvSpPr/>
            <p:nvPr/>
          </p:nvSpPr>
          <p:spPr>
            <a:xfrm rot="5400000">
              <a:off x="5273494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0"/>
            <p:cNvSpPr/>
            <p:nvPr/>
          </p:nvSpPr>
          <p:spPr>
            <a:xfrm rot="5400000">
              <a:off x="5273494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0"/>
            <p:cNvSpPr/>
            <p:nvPr/>
          </p:nvSpPr>
          <p:spPr>
            <a:xfrm rot="5400000">
              <a:off x="-174224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0"/>
            <p:cNvSpPr/>
            <p:nvPr/>
          </p:nvSpPr>
          <p:spPr>
            <a:xfrm rot="5400000">
              <a:off x="-174224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0"/>
            <p:cNvSpPr/>
            <p:nvPr/>
          </p:nvSpPr>
          <p:spPr>
            <a:xfrm rot="5400000">
              <a:off x="279752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0"/>
            <p:cNvSpPr/>
            <p:nvPr/>
          </p:nvSpPr>
          <p:spPr>
            <a:xfrm rot="5400000">
              <a:off x="279752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0"/>
            <p:cNvSpPr/>
            <p:nvPr/>
          </p:nvSpPr>
          <p:spPr>
            <a:xfrm rot="5400000">
              <a:off x="733729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0"/>
            <p:cNvSpPr/>
            <p:nvPr/>
          </p:nvSpPr>
          <p:spPr>
            <a:xfrm rot="5400000">
              <a:off x="733729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0"/>
            <p:cNvSpPr/>
            <p:nvPr/>
          </p:nvSpPr>
          <p:spPr>
            <a:xfrm rot="5400000">
              <a:off x="1187705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0"/>
            <p:cNvSpPr/>
            <p:nvPr/>
          </p:nvSpPr>
          <p:spPr>
            <a:xfrm rot="5400000">
              <a:off x="1187705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0"/>
            <p:cNvSpPr/>
            <p:nvPr/>
          </p:nvSpPr>
          <p:spPr>
            <a:xfrm rot="5400000">
              <a:off x="1641682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0"/>
            <p:cNvSpPr/>
            <p:nvPr/>
          </p:nvSpPr>
          <p:spPr>
            <a:xfrm rot="5400000">
              <a:off x="1641682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0"/>
            <p:cNvSpPr/>
            <p:nvPr/>
          </p:nvSpPr>
          <p:spPr>
            <a:xfrm rot="5400000">
              <a:off x="5727471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0"/>
            <p:cNvSpPr/>
            <p:nvPr/>
          </p:nvSpPr>
          <p:spPr>
            <a:xfrm rot="5400000">
              <a:off x="5727471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0"/>
            <p:cNvSpPr/>
            <p:nvPr/>
          </p:nvSpPr>
          <p:spPr>
            <a:xfrm rot="5400000">
              <a:off x="6181448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0"/>
            <p:cNvSpPr/>
            <p:nvPr/>
          </p:nvSpPr>
          <p:spPr>
            <a:xfrm rot="5400000">
              <a:off x="6181448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0"/>
            <p:cNvSpPr/>
            <p:nvPr/>
          </p:nvSpPr>
          <p:spPr>
            <a:xfrm rot="5400000">
              <a:off x="6635424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0"/>
            <p:cNvSpPr/>
            <p:nvPr/>
          </p:nvSpPr>
          <p:spPr>
            <a:xfrm rot="5400000">
              <a:off x="6635424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0"/>
            <p:cNvSpPr/>
            <p:nvPr/>
          </p:nvSpPr>
          <p:spPr>
            <a:xfrm rot="5400000">
              <a:off x="7089401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0"/>
            <p:cNvSpPr/>
            <p:nvPr/>
          </p:nvSpPr>
          <p:spPr>
            <a:xfrm rot="5400000">
              <a:off x="7089401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0"/>
            <p:cNvSpPr/>
            <p:nvPr/>
          </p:nvSpPr>
          <p:spPr>
            <a:xfrm rot="5400000">
              <a:off x="2095658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0"/>
            <p:cNvSpPr/>
            <p:nvPr/>
          </p:nvSpPr>
          <p:spPr>
            <a:xfrm rot="5400000">
              <a:off x="2324973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0"/>
            <p:cNvSpPr/>
            <p:nvPr/>
          </p:nvSpPr>
          <p:spPr>
            <a:xfrm rot="5400000">
              <a:off x="2549635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0"/>
            <p:cNvSpPr/>
            <p:nvPr/>
          </p:nvSpPr>
          <p:spPr>
            <a:xfrm rot="5400000">
              <a:off x="2778949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0"/>
            <p:cNvSpPr/>
            <p:nvPr/>
          </p:nvSpPr>
          <p:spPr>
            <a:xfrm rot="5400000">
              <a:off x="3003612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0"/>
            <p:cNvSpPr/>
            <p:nvPr/>
          </p:nvSpPr>
          <p:spPr>
            <a:xfrm rot="5400000">
              <a:off x="3232926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0"/>
            <p:cNvSpPr/>
            <p:nvPr/>
          </p:nvSpPr>
          <p:spPr>
            <a:xfrm rot="5400000">
              <a:off x="3457588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0"/>
            <p:cNvSpPr/>
            <p:nvPr/>
          </p:nvSpPr>
          <p:spPr>
            <a:xfrm rot="5400000">
              <a:off x="3686903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0"/>
            <p:cNvSpPr/>
            <p:nvPr/>
          </p:nvSpPr>
          <p:spPr>
            <a:xfrm rot="5400000">
              <a:off x="3911565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0"/>
            <p:cNvSpPr/>
            <p:nvPr/>
          </p:nvSpPr>
          <p:spPr>
            <a:xfrm rot="5400000">
              <a:off x="4140879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0"/>
            <p:cNvSpPr/>
            <p:nvPr/>
          </p:nvSpPr>
          <p:spPr>
            <a:xfrm rot="5400000">
              <a:off x="4365541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0"/>
            <p:cNvSpPr/>
            <p:nvPr/>
          </p:nvSpPr>
          <p:spPr>
            <a:xfrm rot="5400000">
              <a:off x="4594856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0"/>
            <p:cNvSpPr/>
            <p:nvPr/>
          </p:nvSpPr>
          <p:spPr>
            <a:xfrm rot="5400000">
              <a:off x="4819518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0"/>
            <p:cNvSpPr/>
            <p:nvPr/>
          </p:nvSpPr>
          <p:spPr>
            <a:xfrm rot="5400000">
              <a:off x="5048832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0"/>
            <p:cNvSpPr/>
            <p:nvPr/>
          </p:nvSpPr>
          <p:spPr>
            <a:xfrm rot="5400000">
              <a:off x="5273494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0"/>
            <p:cNvSpPr/>
            <p:nvPr/>
          </p:nvSpPr>
          <p:spPr>
            <a:xfrm rot="5400000">
              <a:off x="5502809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0"/>
            <p:cNvSpPr/>
            <p:nvPr/>
          </p:nvSpPr>
          <p:spPr>
            <a:xfrm rot="5400000">
              <a:off x="-174224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0"/>
            <p:cNvSpPr/>
            <p:nvPr/>
          </p:nvSpPr>
          <p:spPr>
            <a:xfrm rot="5400000">
              <a:off x="55090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0"/>
            <p:cNvSpPr/>
            <p:nvPr/>
          </p:nvSpPr>
          <p:spPr>
            <a:xfrm rot="5400000">
              <a:off x="279752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0"/>
            <p:cNvSpPr/>
            <p:nvPr/>
          </p:nvSpPr>
          <p:spPr>
            <a:xfrm rot="5400000">
              <a:off x="509067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0"/>
            <p:cNvSpPr/>
            <p:nvPr/>
          </p:nvSpPr>
          <p:spPr>
            <a:xfrm rot="5400000">
              <a:off x="733729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0"/>
            <p:cNvSpPr/>
            <p:nvPr/>
          </p:nvSpPr>
          <p:spPr>
            <a:xfrm rot="5400000">
              <a:off x="963043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0"/>
            <p:cNvSpPr/>
            <p:nvPr/>
          </p:nvSpPr>
          <p:spPr>
            <a:xfrm rot="5400000">
              <a:off x="1187705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0"/>
            <p:cNvSpPr/>
            <p:nvPr/>
          </p:nvSpPr>
          <p:spPr>
            <a:xfrm rot="5400000">
              <a:off x="1417020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0"/>
            <p:cNvSpPr/>
            <p:nvPr/>
          </p:nvSpPr>
          <p:spPr>
            <a:xfrm rot="5400000">
              <a:off x="1641682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0"/>
            <p:cNvSpPr/>
            <p:nvPr/>
          </p:nvSpPr>
          <p:spPr>
            <a:xfrm rot="5400000">
              <a:off x="1870996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0"/>
            <p:cNvSpPr/>
            <p:nvPr/>
          </p:nvSpPr>
          <p:spPr>
            <a:xfrm rot="5400000">
              <a:off x="5727471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0"/>
            <p:cNvSpPr/>
            <p:nvPr/>
          </p:nvSpPr>
          <p:spPr>
            <a:xfrm rot="5400000">
              <a:off x="5956785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0"/>
            <p:cNvSpPr/>
            <p:nvPr/>
          </p:nvSpPr>
          <p:spPr>
            <a:xfrm rot="5400000">
              <a:off x="6181448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0"/>
            <p:cNvSpPr/>
            <p:nvPr/>
          </p:nvSpPr>
          <p:spPr>
            <a:xfrm rot="5400000">
              <a:off x="6410762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0"/>
            <p:cNvSpPr/>
            <p:nvPr/>
          </p:nvSpPr>
          <p:spPr>
            <a:xfrm rot="5400000">
              <a:off x="6635424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0"/>
            <p:cNvSpPr/>
            <p:nvPr/>
          </p:nvSpPr>
          <p:spPr>
            <a:xfrm rot="5400000">
              <a:off x="6864739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0"/>
            <p:cNvSpPr/>
            <p:nvPr/>
          </p:nvSpPr>
          <p:spPr>
            <a:xfrm rot="5400000">
              <a:off x="7089401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0"/>
            <p:cNvSpPr/>
            <p:nvPr/>
          </p:nvSpPr>
          <p:spPr>
            <a:xfrm rot="5400000">
              <a:off x="7318715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0"/>
            <p:cNvSpPr/>
            <p:nvPr/>
          </p:nvSpPr>
          <p:spPr>
            <a:xfrm rot="5400000">
              <a:off x="2095658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0"/>
            <p:cNvSpPr/>
            <p:nvPr/>
          </p:nvSpPr>
          <p:spPr>
            <a:xfrm rot="5400000">
              <a:off x="2095658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0"/>
            <p:cNvSpPr/>
            <p:nvPr/>
          </p:nvSpPr>
          <p:spPr>
            <a:xfrm rot="5400000">
              <a:off x="2549635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0"/>
            <p:cNvSpPr/>
            <p:nvPr/>
          </p:nvSpPr>
          <p:spPr>
            <a:xfrm rot="5400000">
              <a:off x="2549635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0"/>
            <p:cNvSpPr/>
            <p:nvPr/>
          </p:nvSpPr>
          <p:spPr>
            <a:xfrm rot="5400000">
              <a:off x="3003612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0"/>
            <p:cNvSpPr/>
            <p:nvPr/>
          </p:nvSpPr>
          <p:spPr>
            <a:xfrm rot="5400000">
              <a:off x="3003612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0"/>
            <p:cNvSpPr/>
            <p:nvPr/>
          </p:nvSpPr>
          <p:spPr>
            <a:xfrm rot="5400000">
              <a:off x="3457588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0"/>
            <p:cNvSpPr/>
            <p:nvPr/>
          </p:nvSpPr>
          <p:spPr>
            <a:xfrm rot="5400000">
              <a:off x="3457588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0"/>
            <p:cNvSpPr/>
            <p:nvPr/>
          </p:nvSpPr>
          <p:spPr>
            <a:xfrm rot="5400000">
              <a:off x="3911565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0"/>
            <p:cNvSpPr/>
            <p:nvPr/>
          </p:nvSpPr>
          <p:spPr>
            <a:xfrm rot="5400000">
              <a:off x="3911565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0"/>
            <p:cNvSpPr/>
            <p:nvPr/>
          </p:nvSpPr>
          <p:spPr>
            <a:xfrm rot="5400000">
              <a:off x="4365541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0"/>
            <p:cNvSpPr/>
            <p:nvPr/>
          </p:nvSpPr>
          <p:spPr>
            <a:xfrm rot="5400000">
              <a:off x="4365541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0"/>
            <p:cNvSpPr/>
            <p:nvPr/>
          </p:nvSpPr>
          <p:spPr>
            <a:xfrm rot="5400000">
              <a:off x="4819518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0"/>
            <p:cNvSpPr/>
            <p:nvPr/>
          </p:nvSpPr>
          <p:spPr>
            <a:xfrm rot="5400000">
              <a:off x="4819518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0"/>
            <p:cNvSpPr/>
            <p:nvPr/>
          </p:nvSpPr>
          <p:spPr>
            <a:xfrm rot="5400000">
              <a:off x="5273494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0"/>
            <p:cNvSpPr/>
            <p:nvPr/>
          </p:nvSpPr>
          <p:spPr>
            <a:xfrm rot="5400000">
              <a:off x="5273494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0"/>
            <p:cNvSpPr/>
            <p:nvPr/>
          </p:nvSpPr>
          <p:spPr>
            <a:xfrm rot="5400000">
              <a:off x="-174224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0"/>
            <p:cNvSpPr/>
            <p:nvPr/>
          </p:nvSpPr>
          <p:spPr>
            <a:xfrm rot="5400000">
              <a:off x="-174224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0"/>
            <p:cNvSpPr/>
            <p:nvPr/>
          </p:nvSpPr>
          <p:spPr>
            <a:xfrm rot="5400000">
              <a:off x="279752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0"/>
            <p:cNvSpPr/>
            <p:nvPr/>
          </p:nvSpPr>
          <p:spPr>
            <a:xfrm rot="5400000">
              <a:off x="279752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0"/>
            <p:cNvSpPr/>
            <p:nvPr/>
          </p:nvSpPr>
          <p:spPr>
            <a:xfrm rot="5400000">
              <a:off x="733729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0"/>
            <p:cNvSpPr/>
            <p:nvPr/>
          </p:nvSpPr>
          <p:spPr>
            <a:xfrm rot="5400000">
              <a:off x="733729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0"/>
            <p:cNvSpPr/>
            <p:nvPr/>
          </p:nvSpPr>
          <p:spPr>
            <a:xfrm rot="5400000">
              <a:off x="1187705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0"/>
            <p:cNvSpPr/>
            <p:nvPr/>
          </p:nvSpPr>
          <p:spPr>
            <a:xfrm rot="5400000">
              <a:off x="1187705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0"/>
            <p:cNvSpPr/>
            <p:nvPr/>
          </p:nvSpPr>
          <p:spPr>
            <a:xfrm rot="5400000">
              <a:off x="1641682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0"/>
            <p:cNvSpPr/>
            <p:nvPr/>
          </p:nvSpPr>
          <p:spPr>
            <a:xfrm rot="5400000">
              <a:off x="1641682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0"/>
            <p:cNvSpPr/>
            <p:nvPr/>
          </p:nvSpPr>
          <p:spPr>
            <a:xfrm rot="5400000">
              <a:off x="5727471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0"/>
            <p:cNvSpPr/>
            <p:nvPr/>
          </p:nvSpPr>
          <p:spPr>
            <a:xfrm rot="5400000">
              <a:off x="5727471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0"/>
            <p:cNvSpPr/>
            <p:nvPr/>
          </p:nvSpPr>
          <p:spPr>
            <a:xfrm rot="5400000">
              <a:off x="6181448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0"/>
            <p:cNvSpPr/>
            <p:nvPr/>
          </p:nvSpPr>
          <p:spPr>
            <a:xfrm rot="5400000">
              <a:off x="6181448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0"/>
            <p:cNvSpPr/>
            <p:nvPr/>
          </p:nvSpPr>
          <p:spPr>
            <a:xfrm rot="5400000">
              <a:off x="6635424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0"/>
            <p:cNvSpPr/>
            <p:nvPr/>
          </p:nvSpPr>
          <p:spPr>
            <a:xfrm rot="5400000">
              <a:off x="6635424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0"/>
            <p:cNvSpPr/>
            <p:nvPr/>
          </p:nvSpPr>
          <p:spPr>
            <a:xfrm rot="5400000">
              <a:off x="7089401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0"/>
            <p:cNvSpPr/>
            <p:nvPr/>
          </p:nvSpPr>
          <p:spPr>
            <a:xfrm rot="5400000">
              <a:off x="7089401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0"/>
            <p:cNvSpPr/>
            <p:nvPr/>
          </p:nvSpPr>
          <p:spPr>
            <a:xfrm rot="5400000">
              <a:off x="2095658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0"/>
            <p:cNvSpPr/>
            <p:nvPr/>
          </p:nvSpPr>
          <p:spPr>
            <a:xfrm rot="5400000">
              <a:off x="2095658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0"/>
            <p:cNvSpPr/>
            <p:nvPr/>
          </p:nvSpPr>
          <p:spPr>
            <a:xfrm rot="5400000">
              <a:off x="2549635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0"/>
            <p:cNvSpPr/>
            <p:nvPr/>
          </p:nvSpPr>
          <p:spPr>
            <a:xfrm rot="5400000">
              <a:off x="2549635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0"/>
            <p:cNvSpPr/>
            <p:nvPr/>
          </p:nvSpPr>
          <p:spPr>
            <a:xfrm rot="5400000">
              <a:off x="3003612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0"/>
            <p:cNvSpPr/>
            <p:nvPr/>
          </p:nvSpPr>
          <p:spPr>
            <a:xfrm rot="5400000">
              <a:off x="3003612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0"/>
            <p:cNvSpPr/>
            <p:nvPr/>
          </p:nvSpPr>
          <p:spPr>
            <a:xfrm rot="5400000">
              <a:off x="3457588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0"/>
            <p:cNvSpPr/>
            <p:nvPr/>
          </p:nvSpPr>
          <p:spPr>
            <a:xfrm rot="5400000">
              <a:off x="3457588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0"/>
            <p:cNvSpPr/>
            <p:nvPr/>
          </p:nvSpPr>
          <p:spPr>
            <a:xfrm rot="5400000">
              <a:off x="3911565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0"/>
            <p:cNvSpPr/>
            <p:nvPr/>
          </p:nvSpPr>
          <p:spPr>
            <a:xfrm rot="5400000">
              <a:off x="3911565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0"/>
            <p:cNvSpPr/>
            <p:nvPr/>
          </p:nvSpPr>
          <p:spPr>
            <a:xfrm rot="5400000">
              <a:off x="4365541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0"/>
            <p:cNvSpPr/>
            <p:nvPr/>
          </p:nvSpPr>
          <p:spPr>
            <a:xfrm rot="5400000">
              <a:off x="4365541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0"/>
            <p:cNvSpPr/>
            <p:nvPr/>
          </p:nvSpPr>
          <p:spPr>
            <a:xfrm rot="5400000">
              <a:off x="4819518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0"/>
            <p:cNvSpPr/>
            <p:nvPr/>
          </p:nvSpPr>
          <p:spPr>
            <a:xfrm rot="5400000">
              <a:off x="4819518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0"/>
            <p:cNvSpPr/>
            <p:nvPr/>
          </p:nvSpPr>
          <p:spPr>
            <a:xfrm rot="5400000">
              <a:off x="5273494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0"/>
            <p:cNvSpPr/>
            <p:nvPr/>
          </p:nvSpPr>
          <p:spPr>
            <a:xfrm rot="5400000">
              <a:off x="5273494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0"/>
            <p:cNvSpPr/>
            <p:nvPr/>
          </p:nvSpPr>
          <p:spPr>
            <a:xfrm rot="5400000">
              <a:off x="-174224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0"/>
            <p:cNvSpPr/>
            <p:nvPr/>
          </p:nvSpPr>
          <p:spPr>
            <a:xfrm rot="5400000">
              <a:off x="-174224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0"/>
            <p:cNvSpPr/>
            <p:nvPr/>
          </p:nvSpPr>
          <p:spPr>
            <a:xfrm rot="5400000">
              <a:off x="279752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0"/>
            <p:cNvSpPr/>
            <p:nvPr/>
          </p:nvSpPr>
          <p:spPr>
            <a:xfrm rot="5400000">
              <a:off x="279752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0"/>
            <p:cNvSpPr/>
            <p:nvPr/>
          </p:nvSpPr>
          <p:spPr>
            <a:xfrm rot="5400000">
              <a:off x="733729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0"/>
            <p:cNvSpPr/>
            <p:nvPr/>
          </p:nvSpPr>
          <p:spPr>
            <a:xfrm rot="5400000">
              <a:off x="733729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0"/>
            <p:cNvSpPr/>
            <p:nvPr/>
          </p:nvSpPr>
          <p:spPr>
            <a:xfrm rot="5400000">
              <a:off x="1187705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0"/>
            <p:cNvSpPr/>
            <p:nvPr/>
          </p:nvSpPr>
          <p:spPr>
            <a:xfrm rot="5400000">
              <a:off x="1187705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0"/>
            <p:cNvSpPr/>
            <p:nvPr/>
          </p:nvSpPr>
          <p:spPr>
            <a:xfrm rot="5400000">
              <a:off x="1641682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0"/>
            <p:cNvSpPr/>
            <p:nvPr/>
          </p:nvSpPr>
          <p:spPr>
            <a:xfrm rot="5400000">
              <a:off x="1641682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0"/>
            <p:cNvSpPr/>
            <p:nvPr/>
          </p:nvSpPr>
          <p:spPr>
            <a:xfrm rot="5400000">
              <a:off x="5727471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0"/>
            <p:cNvSpPr/>
            <p:nvPr/>
          </p:nvSpPr>
          <p:spPr>
            <a:xfrm rot="5400000">
              <a:off x="5727471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0"/>
            <p:cNvSpPr/>
            <p:nvPr/>
          </p:nvSpPr>
          <p:spPr>
            <a:xfrm rot="5400000">
              <a:off x="6181448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0"/>
            <p:cNvSpPr/>
            <p:nvPr/>
          </p:nvSpPr>
          <p:spPr>
            <a:xfrm rot="5400000">
              <a:off x="6181448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0"/>
            <p:cNvSpPr/>
            <p:nvPr/>
          </p:nvSpPr>
          <p:spPr>
            <a:xfrm rot="5400000">
              <a:off x="6635424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0"/>
            <p:cNvSpPr/>
            <p:nvPr/>
          </p:nvSpPr>
          <p:spPr>
            <a:xfrm rot="5400000">
              <a:off x="6635424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0"/>
            <p:cNvSpPr/>
            <p:nvPr/>
          </p:nvSpPr>
          <p:spPr>
            <a:xfrm rot="5400000">
              <a:off x="7089401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0"/>
            <p:cNvSpPr/>
            <p:nvPr/>
          </p:nvSpPr>
          <p:spPr>
            <a:xfrm rot="5400000">
              <a:off x="7089401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0"/>
            <p:cNvSpPr/>
            <p:nvPr/>
          </p:nvSpPr>
          <p:spPr>
            <a:xfrm rot="5400000">
              <a:off x="7543369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0"/>
            <p:cNvSpPr/>
            <p:nvPr/>
          </p:nvSpPr>
          <p:spPr>
            <a:xfrm rot="5400000">
              <a:off x="7543369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0"/>
            <p:cNvSpPr/>
            <p:nvPr/>
          </p:nvSpPr>
          <p:spPr>
            <a:xfrm rot="5400000">
              <a:off x="7543369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0"/>
            <p:cNvSpPr/>
            <p:nvPr/>
          </p:nvSpPr>
          <p:spPr>
            <a:xfrm rot="5400000">
              <a:off x="7543369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0"/>
            <p:cNvSpPr/>
            <p:nvPr/>
          </p:nvSpPr>
          <p:spPr>
            <a:xfrm rot="5400000">
              <a:off x="7997346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0"/>
            <p:cNvSpPr/>
            <p:nvPr/>
          </p:nvSpPr>
          <p:spPr>
            <a:xfrm rot="5400000">
              <a:off x="7997346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0"/>
            <p:cNvSpPr/>
            <p:nvPr/>
          </p:nvSpPr>
          <p:spPr>
            <a:xfrm rot="5400000">
              <a:off x="8451323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0"/>
            <p:cNvSpPr/>
            <p:nvPr/>
          </p:nvSpPr>
          <p:spPr>
            <a:xfrm rot="5400000">
              <a:off x="8451323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0"/>
            <p:cNvSpPr/>
            <p:nvPr/>
          </p:nvSpPr>
          <p:spPr>
            <a:xfrm rot="5400000">
              <a:off x="8905299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0"/>
            <p:cNvSpPr/>
            <p:nvPr/>
          </p:nvSpPr>
          <p:spPr>
            <a:xfrm rot="5400000">
              <a:off x="8905299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0"/>
            <p:cNvSpPr/>
            <p:nvPr/>
          </p:nvSpPr>
          <p:spPr>
            <a:xfrm rot="5400000">
              <a:off x="9359276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0"/>
            <p:cNvSpPr/>
            <p:nvPr/>
          </p:nvSpPr>
          <p:spPr>
            <a:xfrm rot="5400000">
              <a:off x="9359276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0"/>
            <p:cNvSpPr/>
            <p:nvPr/>
          </p:nvSpPr>
          <p:spPr>
            <a:xfrm rot="5400000">
              <a:off x="7997346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0"/>
            <p:cNvSpPr/>
            <p:nvPr/>
          </p:nvSpPr>
          <p:spPr>
            <a:xfrm rot="5400000">
              <a:off x="7997346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0"/>
            <p:cNvSpPr/>
            <p:nvPr/>
          </p:nvSpPr>
          <p:spPr>
            <a:xfrm rot="5400000">
              <a:off x="8451323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0"/>
            <p:cNvSpPr/>
            <p:nvPr/>
          </p:nvSpPr>
          <p:spPr>
            <a:xfrm rot="5400000">
              <a:off x="8451323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0"/>
            <p:cNvSpPr/>
            <p:nvPr/>
          </p:nvSpPr>
          <p:spPr>
            <a:xfrm rot="5400000">
              <a:off x="8905299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 rot="5400000">
              <a:off x="8905299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 rot="5400000">
              <a:off x="9359276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 rot="5400000">
              <a:off x="9359276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 rot="5400000">
              <a:off x="7543369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 rot="5400000">
              <a:off x="7543369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 rot="5400000">
              <a:off x="7997346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 rot="5400000">
              <a:off x="7997346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 rot="5400000">
              <a:off x="8451323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 rot="5400000">
              <a:off x="8451323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 rot="5400000">
              <a:off x="8905299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 rot="5400000">
              <a:off x="8905299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 rot="5400000">
              <a:off x="9359276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 rot="5400000">
              <a:off x="9359276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 rot="5400000">
              <a:off x="7543369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 rot="5400000">
              <a:off x="7543369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 rot="5400000">
              <a:off x="7997346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 rot="5400000">
              <a:off x="7997346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0"/>
            <p:cNvSpPr/>
            <p:nvPr/>
          </p:nvSpPr>
          <p:spPr>
            <a:xfrm rot="5400000">
              <a:off x="8451323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0"/>
            <p:cNvSpPr/>
            <p:nvPr/>
          </p:nvSpPr>
          <p:spPr>
            <a:xfrm rot="5400000">
              <a:off x="8451323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0"/>
            <p:cNvSpPr/>
            <p:nvPr/>
          </p:nvSpPr>
          <p:spPr>
            <a:xfrm rot="5400000">
              <a:off x="8905299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0"/>
            <p:cNvSpPr/>
            <p:nvPr/>
          </p:nvSpPr>
          <p:spPr>
            <a:xfrm rot="5400000">
              <a:off x="8905299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0"/>
            <p:cNvSpPr/>
            <p:nvPr/>
          </p:nvSpPr>
          <p:spPr>
            <a:xfrm rot="5400000">
              <a:off x="9359276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0"/>
            <p:cNvSpPr/>
            <p:nvPr/>
          </p:nvSpPr>
          <p:spPr>
            <a:xfrm rot="5400000">
              <a:off x="9359276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0"/>
            <p:cNvSpPr/>
            <p:nvPr/>
          </p:nvSpPr>
          <p:spPr>
            <a:xfrm rot="5400000">
              <a:off x="7543369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0"/>
            <p:cNvSpPr/>
            <p:nvPr/>
          </p:nvSpPr>
          <p:spPr>
            <a:xfrm rot="5400000">
              <a:off x="7772684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0"/>
            <p:cNvSpPr/>
            <p:nvPr/>
          </p:nvSpPr>
          <p:spPr>
            <a:xfrm rot="5400000">
              <a:off x="7997346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0"/>
            <p:cNvSpPr/>
            <p:nvPr/>
          </p:nvSpPr>
          <p:spPr>
            <a:xfrm rot="5400000">
              <a:off x="8226660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0"/>
            <p:cNvSpPr/>
            <p:nvPr/>
          </p:nvSpPr>
          <p:spPr>
            <a:xfrm rot="5400000">
              <a:off x="8451323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0"/>
            <p:cNvSpPr/>
            <p:nvPr/>
          </p:nvSpPr>
          <p:spPr>
            <a:xfrm rot="5400000">
              <a:off x="8680637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0"/>
            <p:cNvSpPr/>
            <p:nvPr/>
          </p:nvSpPr>
          <p:spPr>
            <a:xfrm rot="5400000">
              <a:off x="8905299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0"/>
            <p:cNvSpPr/>
            <p:nvPr/>
          </p:nvSpPr>
          <p:spPr>
            <a:xfrm rot="5400000">
              <a:off x="9134614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0"/>
            <p:cNvSpPr/>
            <p:nvPr/>
          </p:nvSpPr>
          <p:spPr>
            <a:xfrm rot="5400000">
              <a:off x="9359276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0"/>
            <p:cNvSpPr/>
            <p:nvPr/>
          </p:nvSpPr>
          <p:spPr>
            <a:xfrm rot="5400000">
              <a:off x="9588590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0"/>
            <p:cNvSpPr/>
            <p:nvPr/>
          </p:nvSpPr>
          <p:spPr>
            <a:xfrm rot="5400000">
              <a:off x="7543369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0"/>
            <p:cNvSpPr/>
            <p:nvPr/>
          </p:nvSpPr>
          <p:spPr>
            <a:xfrm rot="5400000">
              <a:off x="7543369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0"/>
            <p:cNvSpPr/>
            <p:nvPr/>
          </p:nvSpPr>
          <p:spPr>
            <a:xfrm rot="5400000">
              <a:off x="7997346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0"/>
            <p:cNvSpPr/>
            <p:nvPr/>
          </p:nvSpPr>
          <p:spPr>
            <a:xfrm rot="5400000">
              <a:off x="7997346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0"/>
            <p:cNvSpPr/>
            <p:nvPr/>
          </p:nvSpPr>
          <p:spPr>
            <a:xfrm rot="5400000">
              <a:off x="8451323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0"/>
            <p:cNvSpPr/>
            <p:nvPr/>
          </p:nvSpPr>
          <p:spPr>
            <a:xfrm rot="5400000">
              <a:off x="8451323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0"/>
            <p:cNvSpPr/>
            <p:nvPr/>
          </p:nvSpPr>
          <p:spPr>
            <a:xfrm rot="5400000">
              <a:off x="8905299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0"/>
            <p:cNvSpPr/>
            <p:nvPr/>
          </p:nvSpPr>
          <p:spPr>
            <a:xfrm rot="5400000">
              <a:off x="8905299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0"/>
            <p:cNvSpPr/>
            <p:nvPr/>
          </p:nvSpPr>
          <p:spPr>
            <a:xfrm rot="5400000">
              <a:off x="9359276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0"/>
            <p:cNvSpPr/>
            <p:nvPr/>
          </p:nvSpPr>
          <p:spPr>
            <a:xfrm rot="5400000">
              <a:off x="9359276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0"/>
            <p:cNvSpPr/>
            <p:nvPr/>
          </p:nvSpPr>
          <p:spPr>
            <a:xfrm rot="5400000">
              <a:off x="7543369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0"/>
            <p:cNvSpPr/>
            <p:nvPr/>
          </p:nvSpPr>
          <p:spPr>
            <a:xfrm rot="5400000">
              <a:off x="7543369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0"/>
            <p:cNvSpPr/>
            <p:nvPr/>
          </p:nvSpPr>
          <p:spPr>
            <a:xfrm rot="5400000">
              <a:off x="7997346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0"/>
            <p:cNvSpPr/>
            <p:nvPr/>
          </p:nvSpPr>
          <p:spPr>
            <a:xfrm rot="5400000">
              <a:off x="7997346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0"/>
            <p:cNvSpPr/>
            <p:nvPr/>
          </p:nvSpPr>
          <p:spPr>
            <a:xfrm rot="5400000">
              <a:off x="8451323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0"/>
            <p:cNvSpPr/>
            <p:nvPr/>
          </p:nvSpPr>
          <p:spPr>
            <a:xfrm rot="5400000">
              <a:off x="8451323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0"/>
            <p:cNvSpPr/>
            <p:nvPr/>
          </p:nvSpPr>
          <p:spPr>
            <a:xfrm rot="5400000">
              <a:off x="8905299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0"/>
            <p:cNvSpPr/>
            <p:nvPr/>
          </p:nvSpPr>
          <p:spPr>
            <a:xfrm rot="5400000">
              <a:off x="8905299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0"/>
            <p:cNvSpPr/>
            <p:nvPr/>
          </p:nvSpPr>
          <p:spPr>
            <a:xfrm rot="5400000">
              <a:off x="9359276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0"/>
            <p:cNvSpPr/>
            <p:nvPr/>
          </p:nvSpPr>
          <p:spPr>
            <a:xfrm rot="5400000">
              <a:off x="9359276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2" name="Google Shape;922;p30"/>
            <p:cNvGrpSpPr/>
            <p:nvPr/>
          </p:nvGrpSpPr>
          <p:grpSpPr>
            <a:xfrm>
              <a:off x="84515" y="1107530"/>
              <a:ext cx="9987400" cy="524100"/>
              <a:chOff x="84515" y="1107530"/>
              <a:chExt cx="9987400" cy="524100"/>
            </a:xfrm>
          </p:grpSpPr>
          <p:sp>
            <p:nvSpPr>
              <p:cNvPr id="923" name="Google Shape;923;p30"/>
              <p:cNvSpPr/>
              <p:nvPr/>
            </p:nvSpPr>
            <p:spPr>
              <a:xfrm rot="5400000">
                <a:off x="231929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30"/>
              <p:cNvSpPr/>
              <p:nvPr/>
            </p:nvSpPr>
            <p:spPr>
              <a:xfrm rot="5400000">
                <a:off x="277327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30"/>
              <p:cNvSpPr/>
              <p:nvPr/>
            </p:nvSpPr>
            <p:spPr>
              <a:xfrm rot="5400000">
                <a:off x="322725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30"/>
              <p:cNvSpPr/>
              <p:nvPr/>
            </p:nvSpPr>
            <p:spPr>
              <a:xfrm rot="5400000">
                <a:off x="368122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30"/>
              <p:cNvSpPr/>
              <p:nvPr/>
            </p:nvSpPr>
            <p:spPr>
              <a:xfrm rot="5400000">
                <a:off x="413520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30"/>
              <p:cNvSpPr/>
              <p:nvPr/>
            </p:nvSpPr>
            <p:spPr>
              <a:xfrm rot="5400000">
                <a:off x="458918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30"/>
              <p:cNvSpPr/>
              <p:nvPr/>
            </p:nvSpPr>
            <p:spPr>
              <a:xfrm rot="5400000">
                <a:off x="5043157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30"/>
              <p:cNvSpPr/>
              <p:nvPr/>
            </p:nvSpPr>
            <p:spPr>
              <a:xfrm rot="5400000">
                <a:off x="549713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30"/>
              <p:cNvSpPr/>
              <p:nvPr/>
            </p:nvSpPr>
            <p:spPr>
              <a:xfrm rot="5400000">
                <a:off x="4941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30"/>
              <p:cNvSpPr/>
              <p:nvPr/>
            </p:nvSpPr>
            <p:spPr>
              <a:xfrm rot="5400000">
                <a:off x="503392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30"/>
              <p:cNvSpPr/>
              <p:nvPr/>
            </p:nvSpPr>
            <p:spPr>
              <a:xfrm rot="5400000">
                <a:off x="95736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30"/>
              <p:cNvSpPr/>
              <p:nvPr/>
            </p:nvSpPr>
            <p:spPr>
              <a:xfrm rot="5400000">
                <a:off x="141134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30"/>
              <p:cNvSpPr/>
              <p:nvPr/>
            </p:nvSpPr>
            <p:spPr>
              <a:xfrm rot="5400000">
                <a:off x="186532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30"/>
              <p:cNvSpPr/>
              <p:nvPr/>
            </p:nvSpPr>
            <p:spPr>
              <a:xfrm rot="5400000">
                <a:off x="595111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30"/>
              <p:cNvSpPr/>
              <p:nvPr/>
            </p:nvSpPr>
            <p:spPr>
              <a:xfrm rot="5400000">
                <a:off x="6405087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30"/>
              <p:cNvSpPr/>
              <p:nvPr/>
            </p:nvSpPr>
            <p:spPr>
              <a:xfrm rot="5400000">
                <a:off x="685906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30"/>
              <p:cNvSpPr/>
              <p:nvPr/>
            </p:nvSpPr>
            <p:spPr>
              <a:xfrm rot="5400000">
                <a:off x="7313040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30"/>
              <p:cNvSpPr/>
              <p:nvPr/>
            </p:nvSpPr>
            <p:spPr>
              <a:xfrm rot="5400000">
                <a:off x="7767009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30"/>
              <p:cNvSpPr/>
              <p:nvPr/>
            </p:nvSpPr>
            <p:spPr>
              <a:xfrm rot="5400000">
                <a:off x="8220986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30"/>
              <p:cNvSpPr/>
              <p:nvPr/>
            </p:nvSpPr>
            <p:spPr>
              <a:xfrm rot="5400000">
                <a:off x="8674962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30"/>
              <p:cNvSpPr/>
              <p:nvPr/>
            </p:nvSpPr>
            <p:spPr>
              <a:xfrm rot="5400000">
                <a:off x="9128939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30"/>
              <p:cNvSpPr/>
              <p:nvPr/>
            </p:nvSpPr>
            <p:spPr>
              <a:xfrm rot="5400000">
                <a:off x="958291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5" name="Google Shape;945;p30"/>
            <p:cNvGrpSpPr/>
            <p:nvPr/>
          </p:nvGrpSpPr>
          <p:grpSpPr>
            <a:xfrm>
              <a:off x="87865" y="2456705"/>
              <a:ext cx="9987400" cy="524100"/>
              <a:chOff x="84515" y="1107530"/>
              <a:chExt cx="9987400" cy="524100"/>
            </a:xfrm>
          </p:grpSpPr>
          <p:sp>
            <p:nvSpPr>
              <p:cNvPr id="946" name="Google Shape;946;p30"/>
              <p:cNvSpPr/>
              <p:nvPr/>
            </p:nvSpPr>
            <p:spPr>
              <a:xfrm rot="5400000">
                <a:off x="231929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30"/>
              <p:cNvSpPr/>
              <p:nvPr/>
            </p:nvSpPr>
            <p:spPr>
              <a:xfrm rot="5400000">
                <a:off x="277327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30"/>
              <p:cNvSpPr/>
              <p:nvPr/>
            </p:nvSpPr>
            <p:spPr>
              <a:xfrm rot="5400000">
                <a:off x="322725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30"/>
              <p:cNvSpPr/>
              <p:nvPr/>
            </p:nvSpPr>
            <p:spPr>
              <a:xfrm rot="5400000">
                <a:off x="368122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30"/>
              <p:cNvSpPr/>
              <p:nvPr/>
            </p:nvSpPr>
            <p:spPr>
              <a:xfrm rot="5400000">
                <a:off x="413520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30"/>
              <p:cNvSpPr/>
              <p:nvPr/>
            </p:nvSpPr>
            <p:spPr>
              <a:xfrm rot="5400000">
                <a:off x="458918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30"/>
              <p:cNvSpPr/>
              <p:nvPr/>
            </p:nvSpPr>
            <p:spPr>
              <a:xfrm rot="5400000">
                <a:off x="5043157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30"/>
              <p:cNvSpPr/>
              <p:nvPr/>
            </p:nvSpPr>
            <p:spPr>
              <a:xfrm rot="5400000">
                <a:off x="549713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30"/>
              <p:cNvSpPr/>
              <p:nvPr/>
            </p:nvSpPr>
            <p:spPr>
              <a:xfrm rot="5400000">
                <a:off x="4941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30"/>
              <p:cNvSpPr/>
              <p:nvPr/>
            </p:nvSpPr>
            <p:spPr>
              <a:xfrm rot="5400000">
                <a:off x="503392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30"/>
              <p:cNvSpPr/>
              <p:nvPr/>
            </p:nvSpPr>
            <p:spPr>
              <a:xfrm rot="5400000">
                <a:off x="95736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30"/>
              <p:cNvSpPr/>
              <p:nvPr/>
            </p:nvSpPr>
            <p:spPr>
              <a:xfrm rot="5400000">
                <a:off x="141134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0"/>
              <p:cNvSpPr/>
              <p:nvPr/>
            </p:nvSpPr>
            <p:spPr>
              <a:xfrm rot="5400000">
                <a:off x="186532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0"/>
              <p:cNvSpPr/>
              <p:nvPr/>
            </p:nvSpPr>
            <p:spPr>
              <a:xfrm rot="5400000">
                <a:off x="595111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0"/>
              <p:cNvSpPr/>
              <p:nvPr/>
            </p:nvSpPr>
            <p:spPr>
              <a:xfrm rot="5400000">
                <a:off x="6405087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0"/>
              <p:cNvSpPr/>
              <p:nvPr/>
            </p:nvSpPr>
            <p:spPr>
              <a:xfrm rot="5400000">
                <a:off x="685906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0"/>
              <p:cNvSpPr/>
              <p:nvPr/>
            </p:nvSpPr>
            <p:spPr>
              <a:xfrm rot="5400000">
                <a:off x="7313040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30"/>
              <p:cNvSpPr/>
              <p:nvPr/>
            </p:nvSpPr>
            <p:spPr>
              <a:xfrm rot="5400000">
                <a:off x="7767009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30"/>
              <p:cNvSpPr/>
              <p:nvPr/>
            </p:nvSpPr>
            <p:spPr>
              <a:xfrm rot="5400000">
                <a:off x="8220986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30"/>
              <p:cNvSpPr/>
              <p:nvPr/>
            </p:nvSpPr>
            <p:spPr>
              <a:xfrm rot="5400000">
                <a:off x="8674962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30"/>
              <p:cNvSpPr/>
              <p:nvPr/>
            </p:nvSpPr>
            <p:spPr>
              <a:xfrm rot="5400000">
                <a:off x="9128939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30"/>
              <p:cNvSpPr/>
              <p:nvPr/>
            </p:nvSpPr>
            <p:spPr>
              <a:xfrm rot="5400000">
                <a:off x="958291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8" name="Google Shape;968;p30"/>
            <p:cNvGrpSpPr/>
            <p:nvPr/>
          </p:nvGrpSpPr>
          <p:grpSpPr>
            <a:xfrm>
              <a:off x="87865" y="3575580"/>
              <a:ext cx="9987400" cy="524100"/>
              <a:chOff x="84515" y="1107530"/>
              <a:chExt cx="9987400" cy="524100"/>
            </a:xfrm>
          </p:grpSpPr>
          <p:sp>
            <p:nvSpPr>
              <p:cNvPr id="969" name="Google Shape;969;p30"/>
              <p:cNvSpPr/>
              <p:nvPr/>
            </p:nvSpPr>
            <p:spPr>
              <a:xfrm rot="5400000">
                <a:off x="231929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0"/>
              <p:cNvSpPr/>
              <p:nvPr/>
            </p:nvSpPr>
            <p:spPr>
              <a:xfrm rot="5400000">
                <a:off x="277327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0"/>
              <p:cNvSpPr/>
              <p:nvPr/>
            </p:nvSpPr>
            <p:spPr>
              <a:xfrm rot="5400000">
                <a:off x="322725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0"/>
              <p:cNvSpPr/>
              <p:nvPr/>
            </p:nvSpPr>
            <p:spPr>
              <a:xfrm rot="5400000">
                <a:off x="368122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0"/>
              <p:cNvSpPr/>
              <p:nvPr/>
            </p:nvSpPr>
            <p:spPr>
              <a:xfrm rot="5400000">
                <a:off x="413520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0"/>
              <p:cNvSpPr/>
              <p:nvPr/>
            </p:nvSpPr>
            <p:spPr>
              <a:xfrm rot="5400000">
                <a:off x="458918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0"/>
              <p:cNvSpPr/>
              <p:nvPr/>
            </p:nvSpPr>
            <p:spPr>
              <a:xfrm rot="5400000">
                <a:off x="5043157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30"/>
              <p:cNvSpPr/>
              <p:nvPr/>
            </p:nvSpPr>
            <p:spPr>
              <a:xfrm rot="5400000">
                <a:off x="549713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30"/>
              <p:cNvSpPr/>
              <p:nvPr/>
            </p:nvSpPr>
            <p:spPr>
              <a:xfrm rot="5400000">
                <a:off x="4941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30"/>
              <p:cNvSpPr/>
              <p:nvPr/>
            </p:nvSpPr>
            <p:spPr>
              <a:xfrm rot="5400000">
                <a:off x="503392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0"/>
              <p:cNvSpPr/>
              <p:nvPr/>
            </p:nvSpPr>
            <p:spPr>
              <a:xfrm rot="5400000">
                <a:off x="95736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30"/>
              <p:cNvSpPr/>
              <p:nvPr/>
            </p:nvSpPr>
            <p:spPr>
              <a:xfrm rot="5400000">
                <a:off x="141134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30"/>
              <p:cNvSpPr/>
              <p:nvPr/>
            </p:nvSpPr>
            <p:spPr>
              <a:xfrm rot="5400000">
                <a:off x="186532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30"/>
              <p:cNvSpPr/>
              <p:nvPr/>
            </p:nvSpPr>
            <p:spPr>
              <a:xfrm rot="5400000">
                <a:off x="595111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30"/>
              <p:cNvSpPr/>
              <p:nvPr/>
            </p:nvSpPr>
            <p:spPr>
              <a:xfrm rot="5400000">
                <a:off x="6405087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30"/>
              <p:cNvSpPr/>
              <p:nvPr/>
            </p:nvSpPr>
            <p:spPr>
              <a:xfrm rot="5400000">
                <a:off x="685906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30"/>
              <p:cNvSpPr/>
              <p:nvPr/>
            </p:nvSpPr>
            <p:spPr>
              <a:xfrm rot="5400000">
                <a:off x="7313040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30"/>
              <p:cNvSpPr/>
              <p:nvPr/>
            </p:nvSpPr>
            <p:spPr>
              <a:xfrm rot="5400000">
                <a:off x="7767009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30"/>
              <p:cNvSpPr/>
              <p:nvPr/>
            </p:nvSpPr>
            <p:spPr>
              <a:xfrm rot="5400000">
                <a:off x="8220986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30"/>
              <p:cNvSpPr/>
              <p:nvPr/>
            </p:nvSpPr>
            <p:spPr>
              <a:xfrm rot="5400000">
                <a:off x="8674962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30"/>
              <p:cNvSpPr/>
              <p:nvPr/>
            </p:nvSpPr>
            <p:spPr>
              <a:xfrm rot="5400000">
                <a:off x="9128939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30"/>
              <p:cNvSpPr/>
              <p:nvPr/>
            </p:nvSpPr>
            <p:spPr>
              <a:xfrm rot="5400000">
                <a:off x="958291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1" name="Google Shape;991;p30"/>
            <p:cNvGrpSpPr/>
            <p:nvPr/>
          </p:nvGrpSpPr>
          <p:grpSpPr>
            <a:xfrm>
              <a:off x="87865" y="4927068"/>
              <a:ext cx="9987400" cy="524100"/>
              <a:chOff x="84515" y="1107530"/>
              <a:chExt cx="9987400" cy="524100"/>
            </a:xfrm>
          </p:grpSpPr>
          <p:sp>
            <p:nvSpPr>
              <p:cNvPr id="992" name="Google Shape;992;p30"/>
              <p:cNvSpPr/>
              <p:nvPr/>
            </p:nvSpPr>
            <p:spPr>
              <a:xfrm rot="5400000">
                <a:off x="231929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30"/>
              <p:cNvSpPr/>
              <p:nvPr/>
            </p:nvSpPr>
            <p:spPr>
              <a:xfrm rot="5400000">
                <a:off x="277327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30"/>
              <p:cNvSpPr/>
              <p:nvPr/>
            </p:nvSpPr>
            <p:spPr>
              <a:xfrm rot="5400000">
                <a:off x="322725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30"/>
              <p:cNvSpPr/>
              <p:nvPr/>
            </p:nvSpPr>
            <p:spPr>
              <a:xfrm rot="5400000">
                <a:off x="368122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30"/>
              <p:cNvSpPr/>
              <p:nvPr/>
            </p:nvSpPr>
            <p:spPr>
              <a:xfrm rot="5400000">
                <a:off x="413520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30"/>
              <p:cNvSpPr/>
              <p:nvPr/>
            </p:nvSpPr>
            <p:spPr>
              <a:xfrm rot="5400000">
                <a:off x="458918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30"/>
              <p:cNvSpPr/>
              <p:nvPr/>
            </p:nvSpPr>
            <p:spPr>
              <a:xfrm rot="5400000">
                <a:off x="5043157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30"/>
              <p:cNvSpPr/>
              <p:nvPr/>
            </p:nvSpPr>
            <p:spPr>
              <a:xfrm rot="5400000">
                <a:off x="549713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30"/>
              <p:cNvSpPr/>
              <p:nvPr/>
            </p:nvSpPr>
            <p:spPr>
              <a:xfrm rot="5400000">
                <a:off x="4941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30"/>
              <p:cNvSpPr/>
              <p:nvPr/>
            </p:nvSpPr>
            <p:spPr>
              <a:xfrm rot="5400000">
                <a:off x="503392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30"/>
              <p:cNvSpPr/>
              <p:nvPr/>
            </p:nvSpPr>
            <p:spPr>
              <a:xfrm rot="5400000">
                <a:off x="95736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30"/>
              <p:cNvSpPr/>
              <p:nvPr/>
            </p:nvSpPr>
            <p:spPr>
              <a:xfrm rot="5400000">
                <a:off x="141134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30"/>
              <p:cNvSpPr/>
              <p:nvPr/>
            </p:nvSpPr>
            <p:spPr>
              <a:xfrm rot="5400000">
                <a:off x="186532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30"/>
              <p:cNvSpPr/>
              <p:nvPr/>
            </p:nvSpPr>
            <p:spPr>
              <a:xfrm rot="5400000">
                <a:off x="595111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30"/>
              <p:cNvSpPr/>
              <p:nvPr/>
            </p:nvSpPr>
            <p:spPr>
              <a:xfrm rot="5400000">
                <a:off x="6405087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30"/>
              <p:cNvSpPr/>
              <p:nvPr/>
            </p:nvSpPr>
            <p:spPr>
              <a:xfrm rot="5400000">
                <a:off x="685906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30"/>
              <p:cNvSpPr/>
              <p:nvPr/>
            </p:nvSpPr>
            <p:spPr>
              <a:xfrm rot="5400000">
                <a:off x="7313040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30"/>
              <p:cNvSpPr/>
              <p:nvPr/>
            </p:nvSpPr>
            <p:spPr>
              <a:xfrm rot="5400000">
                <a:off x="7767009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30"/>
              <p:cNvSpPr/>
              <p:nvPr/>
            </p:nvSpPr>
            <p:spPr>
              <a:xfrm rot="5400000">
                <a:off x="8220986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30"/>
              <p:cNvSpPr/>
              <p:nvPr/>
            </p:nvSpPr>
            <p:spPr>
              <a:xfrm rot="5400000">
                <a:off x="8674962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30"/>
              <p:cNvSpPr/>
              <p:nvPr/>
            </p:nvSpPr>
            <p:spPr>
              <a:xfrm rot="5400000">
                <a:off x="9128939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30"/>
              <p:cNvSpPr/>
              <p:nvPr/>
            </p:nvSpPr>
            <p:spPr>
              <a:xfrm rot="5400000">
                <a:off x="958291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4" name="Google Shape;1014;p30"/>
          <p:cNvGrpSpPr/>
          <p:nvPr/>
        </p:nvGrpSpPr>
        <p:grpSpPr>
          <a:xfrm>
            <a:off x="0" y="0"/>
            <a:ext cx="9144125" cy="4977475"/>
            <a:chOff x="0" y="0"/>
            <a:chExt cx="9144125" cy="4977475"/>
          </a:xfrm>
        </p:grpSpPr>
        <p:sp>
          <p:nvSpPr>
            <p:cNvPr id="1015" name="Google Shape;1015;p30"/>
            <p:cNvSpPr/>
            <p:nvPr/>
          </p:nvSpPr>
          <p:spPr>
            <a:xfrm>
              <a:off x="6901025" y="0"/>
              <a:ext cx="2243100" cy="2408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0"/>
            <p:cNvSpPr/>
            <p:nvPr/>
          </p:nvSpPr>
          <p:spPr>
            <a:xfrm>
              <a:off x="0" y="1073525"/>
              <a:ext cx="2112900" cy="2996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0"/>
            <p:cNvSpPr/>
            <p:nvPr/>
          </p:nvSpPr>
          <p:spPr>
            <a:xfrm>
              <a:off x="1238518" y="1428988"/>
              <a:ext cx="6666900" cy="2155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0"/>
            <p:cNvSpPr/>
            <p:nvPr/>
          </p:nvSpPr>
          <p:spPr>
            <a:xfrm>
              <a:off x="2734075" y="399700"/>
              <a:ext cx="755400" cy="57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19" name="Google Shape;1019;p30"/>
            <p:cNvCxnSpPr/>
            <p:nvPr/>
          </p:nvCxnSpPr>
          <p:spPr>
            <a:xfrm>
              <a:off x="1578675" y="2822275"/>
              <a:ext cx="0" cy="2155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0" name="Google Shape;1020;p30"/>
            <p:cNvCxnSpPr/>
            <p:nvPr/>
          </p:nvCxnSpPr>
          <p:spPr>
            <a:xfrm>
              <a:off x="7328575" y="895675"/>
              <a:ext cx="0" cy="1073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1" name="Google Shape;1021;p30"/>
            <p:cNvCxnSpPr/>
            <p:nvPr/>
          </p:nvCxnSpPr>
          <p:spPr>
            <a:xfrm rot="10800000">
              <a:off x="6083750" y="1183700"/>
              <a:ext cx="460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2" name="Google Shape;1022;p30"/>
            <p:cNvCxnSpPr/>
            <p:nvPr/>
          </p:nvCxnSpPr>
          <p:spPr>
            <a:xfrm rot="10800000">
              <a:off x="2599875" y="1183700"/>
              <a:ext cx="460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23" name="Google Shape;1023;p30"/>
          <p:cNvSpPr txBox="1">
            <a:spLocks noGrp="1"/>
          </p:cNvSpPr>
          <p:nvPr>
            <p:ph type="title"/>
          </p:nvPr>
        </p:nvSpPr>
        <p:spPr>
          <a:xfrm>
            <a:off x="2919375" y="539375"/>
            <a:ext cx="33051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024" name="Google Shape;1024;p30"/>
          <p:cNvSpPr txBox="1">
            <a:spLocks noGrp="1"/>
          </p:cNvSpPr>
          <p:nvPr>
            <p:ph type="title" idx="2"/>
          </p:nvPr>
        </p:nvSpPr>
        <p:spPr>
          <a:xfrm>
            <a:off x="1612950" y="2042225"/>
            <a:ext cx="5918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025" name="Google Shape;1025;p30"/>
          <p:cNvSpPr txBox="1">
            <a:spLocks noGrp="1"/>
          </p:cNvSpPr>
          <p:nvPr>
            <p:ph type="subTitle" idx="1"/>
          </p:nvPr>
        </p:nvSpPr>
        <p:spPr>
          <a:xfrm>
            <a:off x="2598675" y="2612750"/>
            <a:ext cx="39465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26" name="Google Shape;1026;p30"/>
          <p:cNvSpPr txBox="1">
            <a:spLocks noGrp="1"/>
          </p:cNvSpPr>
          <p:nvPr>
            <p:ph type="subTitle" idx="3"/>
          </p:nvPr>
        </p:nvSpPr>
        <p:spPr>
          <a:xfrm>
            <a:off x="1612800" y="1523225"/>
            <a:ext cx="5918400" cy="51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6">
  <p:cSld name="CUSTOM_1_1_1_1_1_1"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" name="Google Shape;1028;p31"/>
          <p:cNvGrpSpPr/>
          <p:nvPr/>
        </p:nvGrpSpPr>
        <p:grpSpPr>
          <a:xfrm>
            <a:off x="-503650" y="-247100"/>
            <a:ext cx="9947900" cy="5810425"/>
            <a:chOff x="-503650" y="-247100"/>
            <a:chExt cx="9947900" cy="5810425"/>
          </a:xfrm>
        </p:grpSpPr>
        <p:grpSp>
          <p:nvGrpSpPr>
            <p:cNvPr id="1029" name="Google Shape;1029;p31"/>
            <p:cNvGrpSpPr/>
            <p:nvPr/>
          </p:nvGrpSpPr>
          <p:grpSpPr>
            <a:xfrm>
              <a:off x="-503650" y="-247100"/>
              <a:ext cx="9947900" cy="5810425"/>
              <a:chOff x="-503650" y="-247100"/>
              <a:chExt cx="9947900" cy="5810425"/>
            </a:xfrm>
          </p:grpSpPr>
          <p:sp>
            <p:nvSpPr>
              <p:cNvPr id="1030" name="Google Shape;1030;p31"/>
              <p:cNvSpPr/>
              <p:nvPr/>
            </p:nvSpPr>
            <p:spPr>
              <a:xfrm rot="10800000">
                <a:off x="5594950" y="4178325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31"/>
              <p:cNvSpPr/>
              <p:nvPr/>
            </p:nvSpPr>
            <p:spPr>
              <a:xfrm>
                <a:off x="741525" y="4525100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31"/>
              <p:cNvSpPr/>
              <p:nvPr/>
            </p:nvSpPr>
            <p:spPr>
              <a:xfrm>
                <a:off x="550500" y="4482650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31"/>
              <p:cNvSpPr/>
              <p:nvPr/>
            </p:nvSpPr>
            <p:spPr>
              <a:xfrm>
                <a:off x="2013675" y="4390675"/>
                <a:ext cx="905700" cy="905700"/>
              </a:xfrm>
              <a:prstGeom prst="ellipse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31"/>
              <p:cNvSpPr/>
              <p:nvPr/>
            </p:nvSpPr>
            <p:spPr>
              <a:xfrm rot="10800000">
                <a:off x="-114550" y="4390675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31"/>
              <p:cNvSpPr/>
              <p:nvPr/>
            </p:nvSpPr>
            <p:spPr>
              <a:xfrm>
                <a:off x="2991625" y="468612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31"/>
              <p:cNvSpPr/>
              <p:nvPr/>
            </p:nvSpPr>
            <p:spPr>
              <a:xfrm rot="5400000">
                <a:off x="7994975" y="1485625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31"/>
              <p:cNvSpPr/>
              <p:nvPr/>
            </p:nvSpPr>
            <p:spPr>
              <a:xfrm>
                <a:off x="8140925" y="3594975"/>
                <a:ext cx="723600" cy="723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31"/>
              <p:cNvSpPr/>
              <p:nvPr/>
            </p:nvSpPr>
            <p:spPr>
              <a:xfrm rot="-5400000">
                <a:off x="8498500" y="273302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31"/>
              <p:cNvSpPr/>
              <p:nvPr/>
            </p:nvSpPr>
            <p:spPr>
              <a:xfrm>
                <a:off x="3802725" y="177750"/>
                <a:ext cx="723600" cy="723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31"/>
              <p:cNvSpPr/>
              <p:nvPr/>
            </p:nvSpPr>
            <p:spPr>
              <a:xfrm>
                <a:off x="6346750" y="-11267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31"/>
              <p:cNvSpPr/>
              <p:nvPr/>
            </p:nvSpPr>
            <p:spPr>
              <a:xfrm rot="10800000">
                <a:off x="7361050" y="-247100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31"/>
              <p:cNvSpPr/>
              <p:nvPr/>
            </p:nvSpPr>
            <p:spPr>
              <a:xfrm rot="10800000">
                <a:off x="7552075" y="-204650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31"/>
              <p:cNvSpPr/>
              <p:nvPr/>
            </p:nvSpPr>
            <p:spPr>
              <a:xfrm>
                <a:off x="8217125" y="-112675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31"/>
              <p:cNvSpPr/>
              <p:nvPr/>
            </p:nvSpPr>
            <p:spPr>
              <a:xfrm>
                <a:off x="1959375" y="-176000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31"/>
              <p:cNvSpPr/>
              <p:nvPr/>
            </p:nvSpPr>
            <p:spPr>
              <a:xfrm rot="10800000">
                <a:off x="1603425" y="-13332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31"/>
              <p:cNvSpPr/>
              <p:nvPr/>
            </p:nvSpPr>
            <p:spPr>
              <a:xfrm>
                <a:off x="157525" y="598400"/>
                <a:ext cx="1014300" cy="10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47" name="Google Shape;1047;p31"/>
              <p:cNvGrpSpPr/>
              <p:nvPr/>
            </p:nvGrpSpPr>
            <p:grpSpPr>
              <a:xfrm rot="5400000">
                <a:off x="982100" y="128625"/>
                <a:ext cx="58200" cy="394600"/>
                <a:chOff x="260450" y="1075275"/>
                <a:chExt cx="58200" cy="394600"/>
              </a:xfrm>
            </p:grpSpPr>
            <p:sp>
              <p:nvSpPr>
                <p:cNvPr id="1048" name="Google Shape;1048;p31"/>
                <p:cNvSpPr/>
                <p:nvPr/>
              </p:nvSpPr>
              <p:spPr>
                <a:xfrm>
                  <a:off x="260450" y="10752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9" name="Google Shape;1049;p31"/>
                <p:cNvSpPr/>
                <p:nvPr/>
              </p:nvSpPr>
              <p:spPr>
                <a:xfrm>
                  <a:off x="260450" y="12434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0" name="Google Shape;1050;p31"/>
                <p:cNvSpPr/>
                <p:nvPr/>
              </p:nvSpPr>
              <p:spPr>
                <a:xfrm>
                  <a:off x="260450" y="11593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1" name="Google Shape;1051;p31"/>
                <p:cNvSpPr/>
                <p:nvPr/>
              </p:nvSpPr>
              <p:spPr>
                <a:xfrm>
                  <a:off x="260450" y="13275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2" name="Google Shape;1052;p31"/>
                <p:cNvSpPr/>
                <p:nvPr/>
              </p:nvSpPr>
              <p:spPr>
                <a:xfrm>
                  <a:off x="260450" y="14116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53" name="Google Shape;1053;p31"/>
              <p:cNvSpPr/>
              <p:nvPr/>
            </p:nvSpPr>
            <p:spPr>
              <a:xfrm>
                <a:off x="-503650" y="330112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54" name="Google Shape;1054;p31"/>
              <p:cNvGrpSpPr/>
              <p:nvPr/>
            </p:nvGrpSpPr>
            <p:grpSpPr>
              <a:xfrm rot="5400000">
                <a:off x="7325675" y="4646225"/>
                <a:ext cx="58200" cy="394600"/>
                <a:chOff x="260450" y="1075275"/>
                <a:chExt cx="58200" cy="394600"/>
              </a:xfrm>
            </p:grpSpPr>
            <p:sp>
              <p:nvSpPr>
                <p:cNvPr id="1055" name="Google Shape;1055;p31"/>
                <p:cNvSpPr/>
                <p:nvPr/>
              </p:nvSpPr>
              <p:spPr>
                <a:xfrm>
                  <a:off x="260450" y="10752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6" name="Google Shape;1056;p31"/>
                <p:cNvSpPr/>
                <p:nvPr/>
              </p:nvSpPr>
              <p:spPr>
                <a:xfrm>
                  <a:off x="260450" y="12434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7" name="Google Shape;1057;p31"/>
                <p:cNvSpPr/>
                <p:nvPr/>
              </p:nvSpPr>
              <p:spPr>
                <a:xfrm>
                  <a:off x="260450" y="11593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8" name="Google Shape;1058;p31"/>
                <p:cNvSpPr/>
                <p:nvPr/>
              </p:nvSpPr>
              <p:spPr>
                <a:xfrm>
                  <a:off x="260450" y="13275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9" name="Google Shape;1059;p31"/>
                <p:cNvSpPr/>
                <p:nvPr/>
              </p:nvSpPr>
              <p:spPr>
                <a:xfrm>
                  <a:off x="260450" y="14116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60" name="Google Shape;1060;p31"/>
            <p:cNvSpPr/>
            <p:nvPr/>
          </p:nvSpPr>
          <p:spPr>
            <a:xfrm>
              <a:off x="576900" y="467705"/>
              <a:ext cx="7990200" cy="42081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1" name="Google Shape;1061;p31"/>
          <p:cNvSpPr txBox="1">
            <a:spLocks noGrp="1"/>
          </p:cNvSpPr>
          <p:nvPr>
            <p:ph type="title"/>
          </p:nvPr>
        </p:nvSpPr>
        <p:spPr>
          <a:xfrm>
            <a:off x="2919375" y="767975"/>
            <a:ext cx="33051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062" name="Google Shape;1062;p31"/>
          <p:cNvSpPr txBox="1">
            <a:spLocks noGrp="1"/>
          </p:cNvSpPr>
          <p:nvPr>
            <p:ph type="title" idx="2"/>
          </p:nvPr>
        </p:nvSpPr>
        <p:spPr>
          <a:xfrm>
            <a:off x="1525804" y="2118432"/>
            <a:ext cx="6092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063" name="Google Shape;1063;p31"/>
          <p:cNvSpPr txBox="1">
            <a:spLocks noGrp="1"/>
          </p:cNvSpPr>
          <p:nvPr>
            <p:ph type="subTitle" idx="1"/>
          </p:nvPr>
        </p:nvSpPr>
        <p:spPr>
          <a:xfrm>
            <a:off x="1525350" y="3014950"/>
            <a:ext cx="6093000" cy="4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64" name="Google Shape;1064;p31"/>
          <p:cNvSpPr txBox="1">
            <a:spLocks noGrp="1"/>
          </p:cNvSpPr>
          <p:nvPr>
            <p:ph type="subTitle" idx="3"/>
          </p:nvPr>
        </p:nvSpPr>
        <p:spPr>
          <a:xfrm>
            <a:off x="1525650" y="1601850"/>
            <a:ext cx="60927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65" name="Google Shape;1065;p31"/>
          <p:cNvSpPr txBox="1">
            <a:spLocks noGrp="1"/>
          </p:cNvSpPr>
          <p:nvPr>
            <p:ph type="subTitle" idx="4"/>
          </p:nvPr>
        </p:nvSpPr>
        <p:spPr>
          <a:xfrm>
            <a:off x="1525650" y="2703425"/>
            <a:ext cx="60927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7">
  <p:cSld name="CUSTOM_1_1_1_1_1_1_1"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7" name="Google Shape;1067;p32"/>
          <p:cNvGrpSpPr/>
          <p:nvPr/>
        </p:nvGrpSpPr>
        <p:grpSpPr>
          <a:xfrm>
            <a:off x="-995631" y="-1706739"/>
            <a:ext cx="10908378" cy="8634318"/>
            <a:chOff x="-995631" y="-1706739"/>
            <a:chExt cx="10908378" cy="8634318"/>
          </a:xfrm>
        </p:grpSpPr>
        <p:grpSp>
          <p:nvGrpSpPr>
            <p:cNvPr id="1068" name="Google Shape;1068;p32"/>
            <p:cNvGrpSpPr/>
            <p:nvPr/>
          </p:nvGrpSpPr>
          <p:grpSpPr>
            <a:xfrm>
              <a:off x="-995631" y="-1706739"/>
              <a:ext cx="10908378" cy="8634318"/>
              <a:chOff x="-995631" y="-1706739"/>
              <a:chExt cx="10908378" cy="8634318"/>
            </a:xfrm>
          </p:grpSpPr>
          <p:sp>
            <p:nvSpPr>
              <p:cNvPr id="1069" name="Google Shape;1069;p32"/>
              <p:cNvSpPr/>
              <p:nvPr/>
            </p:nvSpPr>
            <p:spPr>
              <a:xfrm>
                <a:off x="-661800" y="1865600"/>
                <a:ext cx="1533300" cy="183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2"/>
              <p:cNvSpPr/>
              <p:nvPr/>
            </p:nvSpPr>
            <p:spPr>
              <a:xfrm>
                <a:off x="-338975" y="2223350"/>
                <a:ext cx="1533300" cy="183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32"/>
              <p:cNvSpPr/>
              <p:nvPr/>
            </p:nvSpPr>
            <p:spPr>
              <a:xfrm rot="10800000">
                <a:off x="6909300" y="-77100"/>
                <a:ext cx="2234700" cy="2234700"/>
              </a:xfrm>
              <a:prstGeom prst="rtTriangl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32"/>
              <p:cNvSpPr/>
              <p:nvPr/>
            </p:nvSpPr>
            <p:spPr>
              <a:xfrm rot="10537955">
                <a:off x="7198204" y="-152246"/>
                <a:ext cx="2233686" cy="2233686"/>
              </a:xfrm>
              <a:prstGeom prst="rtTriangl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32"/>
              <p:cNvSpPr/>
              <p:nvPr/>
            </p:nvSpPr>
            <p:spPr>
              <a:xfrm>
                <a:off x="8063375" y="2891825"/>
                <a:ext cx="1533300" cy="1833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32"/>
              <p:cNvSpPr/>
              <p:nvPr/>
            </p:nvSpPr>
            <p:spPr>
              <a:xfrm>
                <a:off x="8063375" y="3176300"/>
                <a:ext cx="1533300" cy="1833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32"/>
              <p:cNvSpPr/>
              <p:nvPr/>
            </p:nvSpPr>
            <p:spPr>
              <a:xfrm rot="8134269">
                <a:off x="7040555" y="4230380"/>
                <a:ext cx="2234498" cy="2234498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2"/>
              <p:cNvSpPr/>
              <p:nvPr/>
            </p:nvSpPr>
            <p:spPr>
              <a:xfrm rot="7743303">
                <a:off x="7223934" y="4229693"/>
                <a:ext cx="2234525" cy="2234525"/>
              </a:xfrm>
              <a:prstGeom prst="rtTriangl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2"/>
              <p:cNvSpPr/>
              <p:nvPr/>
            </p:nvSpPr>
            <p:spPr>
              <a:xfrm>
                <a:off x="8063375" y="2613400"/>
                <a:ext cx="1533300" cy="1833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32"/>
              <p:cNvSpPr/>
              <p:nvPr/>
            </p:nvSpPr>
            <p:spPr>
              <a:xfrm rot="-567891">
                <a:off x="16150" y="3131829"/>
                <a:ext cx="2234823" cy="2234823"/>
              </a:xfrm>
              <a:prstGeom prst="rtTriangl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2"/>
              <p:cNvSpPr/>
              <p:nvPr/>
            </p:nvSpPr>
            <p:spPr>
              <a:xfrm rot="-262045">
                <a:off x="-70593" y="3252779"/>
                <a:ext cx="2233686" cy="2233686"/>
              </a:xfrm>
              <a:prstGeom prst="rtTriangl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2"/>
              <p:cNvSpPr/>
              <p:nvPr/>
            </p:nvSpPr>
            <p:spPr>
              <a:xfrm rot="-4028324">
                <a:off x="-649303" y="-995619"/>
                <a:ext cx="2234743" cy="2234743"/>
              </a:xfrm>
              <a:prstGeom prst="rtTriangl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2"/>
              <p:cNvSpPr/>
              <p:nvPr/>
            </p:nvSpPr>
            <p:spPr>
              <a:xfrm rot="-3722467">
                <a:off x="-602335" y="-1313450"/>
                <a:ext cx="2233822" cy="2233822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32"/>
              <p:cNvSpPr/>
              <p:nvPr/>
            </p:nvSpPr>
            <p:spPr>
              <a:xfrm rot="-2700000">
                <a:off x="5949042" y="4399958"/>
                <a:ext cx="2323270" cy="18328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3" name="Google Shape;1083;p32"/>
            <p:cNvGrpSpPr/>
            <p:nvPr/>
          </p:nvGrpSpPr>
          <p:grpSpPr>
            <a:xfrm>
              <a:off x="713225" y="4736400"/>
              <a:ext cx="688500" cy="207000"/>
              <a:chOff x="1404200" y="180125"/>
              <a:chExt cx="688500" cy="207000"/>
            </a:xfrm>
          </p:grpSpPr>
          <p:sp>
            <p:nvSpPr>
              <p:cNvPr id="1084" name="Google Shape;1084;p32"/>
              <p:cNvSpPr/>
              <p:nvPr/>
            </p:nvSpPr>
            <p:spPr>
              <a:xfrm rot="5400000">
                <a:off x="1390250" y="194075"/>
                <a:ext cx="207000" cy="1791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2"/>
              <p:cNvSpPr/>
              <p:nvPr/>
            </p:nvSpPr>
            <p:spPr>
              <a:xfrm rot="5400000">
                <a:off x="1644950" y="194075"/>
                <a:ext cx="207000" cy="1791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2"/>
              <p:cNvSpPr/>
              <p:nvPr/>
            </p:nvSpPr>
            <p:spPr>
              <a:xfrm rot="5400000">
                <a:off x="1899650" y="194075"/>
                <a:ext cx="207000" cy="1791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7" name="Google Shape;1087;p32"/>
            <p:cNvGrpSpPr/>
            <p:nvPr/>
          </p:nvGrpSpPr>
          <p:grpSpPr>
            <a:xfrm>
              <a:off x="6259375" y="85650"/>
              <a:ext cx="688500" cy="207000"/>
              <a:chOff x="1404200" y="29050"/>
              <a:chExt cx="688500" cy="207000"/>
            </a:xfrm>
          </p:grpSpPr>
          <p:sp>
            <p:nvSpPr>
              <p:cNvPr id="1088" name="Google Shape;1088;p32"/>
              <p:cNvSpPr/>
              <p:nvPr/>
            </p:nvSpPr>
            <p:spPr>
              <a:xfrm rot="5400000">
                <a:off x="1390250" y="43000"/>
                <a:ext cx="207000" cy="179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2"/>
              <p:cNvSpPr/>
              <p:nvPr/>
            </p:nvSpPr>
            <p:spPr>
              <a:xfrm rot="5400000">
                <a:off x="1644950" y="43000"/>
                <a:ext cx="207000" cy="179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2"/>
              <p:cNvSpPr/>
              <p:nvPr/>
            </p:nvSpPr>
            <p:spPr>
              <a:xfrm rot="5400000">
                <a:off x="1899650" y="43000"/>
                <a:ext cx="207000" cy="179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91" name="Google Shape;1091;p32"/>
          <p:cNvSpPr/>
          <p:nvPr/>
        </p:nvSpPr>
        <p:spPr>
          <a:xfrm>
            <a:off x="484475" y="391425"/>
            <a:ext cx="8175000" cy="4360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32"/>
          <p:cNvSpPr txBox="1">
            <a:spLocks noGrp="1"/>
          </p:cNvSpPr>
          <p:nvPr>
            <p:ph type="title"/>
          </p:nvPr>
        </p:nvSpPr>
        <p:spPr>
          <a:xfrm>
            <a:off x="3492225" y="920375"/>
            <a:ext cx="21594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093" name="Google Shape;1093;p32"/>
          <p:cNvSpPr txBox="1">
            <a:spLocks noGrp="1"/>
          </p:cNvSpPr>
          <p:nvPr>
            <p:ph type="title" idx="2"/>
          </p:nvPr>
        </p:nvSpPr>
        <p:spPr>
          <a:xfrm>
            <a:off x="1525804" y="2270832"/>
            <a:ext cx="6092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094" name="Google Shape;1094;p32"/>
          <p:cNvSpPr txBox="1">
            <a:spLocks noGrp="1"/>
          </p:cNvSpPr>
          <p:nvPr>
            <p:ph type="subTitle" idx="1"/>
          </p:nvPr>
        </p:nvSpPr>
        <p:spPr>
          <a:xfrm>
            <a:off x="3239875" y="2834450"/>
            <a:ext cx="2664000" cy="4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95" name="Google Shape;1095;p32"/>
          <p:cNvSpPr txBox="1">
            <a:spLocks noGrp="1"/>
          </p:cNvSpPr>
          <p:nvPr>
            <p:ph type="subTitle" idx="3"/>
          </p:nvPr>
        </p:nvSpPr>
        <p:spPr>
          <a:xfrm>
            <a:off x="1525650" y="1754250"/>
            <a:ext cx="60927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cxnSp>
        <p:nvCxnSpPr>
          <p:cNvPr id="1096" name="Google Shape;1096;p32"/>
          <p:cNvCxnSpPr/>
          <p:nvPr/>
        </p:nvCxnSpPr>
        <p:spPr>
          <a:xfrm>
            <a:off x="5193010" y="4223739"/>
            <a:ext cx="1278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8">
  <p:cSld name="CUSTOM_1_1_1_1_1_1_1_1"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33"/>
          <p:cNvSpPr txBox="1">
            <a:spLocks noGrp="1"/>
          </p:cNvSpPr>
          <p:nvPr>
            <p:ph type="title"/>
          </p:nvPr>
        </p:nvSpPr>
        <p:spPr>
          <a:xfrm>
            <a:off x="3056300" y="731900"/>
            <a:ext cx="4917300" cy="10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099" name="Google Shape;1099;p33"/>
          <p:cNvSpPr txBox="1">
            <a:spLocks noGrp="1"/>
          </p:cNvSpPr>
          <p:nvPr>
            <p:ph type="title" idx="2"/>
          </p:nvPr>
        </p:nvSpPr>
        <p:spPr>
          <a:xfrm>
            <a:off x="2678676" y="2334400"/>
            <a:ext cx="5294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00" name="Google Shape;1100;p33"/>
          <p:cNvSpPr txBox="1">
            <a:spLocks noGrp="1"/>
          </p:cNvSpPr>
          <p:nvPr>
            <p:ph type="subTitle" idx="1"/>
          </p:nvPr>
        </p:nvSpPr>
        <p:spPr>
          <a:xfrm>
            <a:off x="1301250" y="3034238"/>
            <a:ext cx="6541500" cy="43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01" name="Google Shape;1101;p33"/>
          <p:cNvSpPr txBox="1">
            <a:spLocks noGrp="1"/>
          </p:cNvSpPr>
          <p:nvPr>
            <p:ph type="subTitle" idx="3"/>
          </p:nvPr>
        </p:nvSpPr>
        <p:spPr>
          <a:xfrm>
            <a:off x="3371400" y="1894025"/>
            <a:ext cx="46020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02" name="Google Shape;1102;p33"/>
          <p:cNvSpPr/>
          <p:nvPr/>
        </p:nvSpPr>
        <p:spPr>
          <a:xfrm>
            <a:off x="656450" y="480675"/>
            <a:ext cx="7831500" cy="41823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3"/>
          <p:cNvSpPr/>
          <p:nvPr/>
        </p:nvSpPr>
        <p:spPr>
          <a:xfrm>
            <a:off x="713225" y="528675"/>
            <a:ext cx="7717800" cy="4075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9">
  <p:cSld name="CUSTOM_1_1_1_1_1_1_1_1_1"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" name="Google Shape;1105;p34"/>
          <p:cNvGrpSpPr/>
          <p:nvPr/>
        </p:nvGrpSpPr>
        <p:grpSpPr>
          <a:xfrm>
            <a:off x="-573012" y="-427335"/>
            <a:ext cx="12111386" cy="6162887"/>
            <a:chOff x="-573012" y="-427335"/>
            <a:chExt cx="12111386" cy="6162887"/>
          </a:xfrm>
        </p:grpSpPr>
        <p:grpSp>
          <p:nvGrpSpPr>
            <p:cNvPr id="1106" name="Google Shape;1106;p34"/>
            <p:cNvGrpSpPr/>
            <p:nvPr/>
          </p:nvGrpSpPr>
          <p:grpSpPr>
            <a:xfrm rot="-2699559">
              <a:off x="-265975" y="2788036"/>
              <a:ext cx="1208377" cy="217748"/>
              <a:chOff x="4038325" y="3891625"/>
              <a:chExt cx="312900" cy="217425"/>
            </a:xfrm>
          </p:grpSpPr>
          <p:cxnSp>
            <p:nvCxnSpPr>
              <p:cNvPr id="1107" name="Google Shape;1107;p34"/>
              <p:cNvCxnSpPr/>
              <p:nvPr/>
            </p:nvCxnSpPr>
            <p:spPr>
              <a:xfrm>
                <a:off x="4038325" y="4109050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8" name="Google Shape;1108;p34"/>
              <p:cNvCxnSpPr/>
              <p:nvPr/>
            </p:nvCxnSpPr>
            <p:spPr>
              <a:xfrm>
                <a:off x="4038325" y="4000337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9" name="Google Shape;1109;p34"/>
              <p:cNvCxnSpPr/>
              <p:nvPr/>
            </p:nvCxnSpPr>
            <p:spPr>
              <a:xfrm>
                <a:off x="4038325" y="4054694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0" name="Google Shape;1110;p34"/>
              <p:cNvCxnSpPr/>
              <p:nvPr/>
            </p:nvCxnSpPr>
            <p:spPr>
              <a:xfrm>
                <a:off x="4038325" y="3945981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1" name="Google Shape;1111;p34"/>
              <p:cNvCxnSpPr/>
              <p:nvPr/>
            </p:nvCxnSpPr>
            <p:spPr>
              <a:xfrm>
                <a:off x="4038325" y="3891625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112" name="Google Shape;1112;p34"/>
            <p:cNvSpPr/>
            <p:nvPr/>
          </p:nvSpPr>
          <p:spPr>
            <a:xfrm rot="-2699086" flipH="1">
              <a:off x="-407538" y="2057899"/>
              <a:ext cx="798253" cy="798253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13" name="Google Shape;1113;p34"/>
            <p:cNvGrpSpPr/>
            <p:nvPr/>
          </p:nvGrpSpPr>
          <p:grpSpPr>
            <a:xfrm>
              <a:off x="405986" y="1186664"/>
              <a:ext cx="768702" cy="489588"/>
              <a:chOff x="8199637" y="430779"/>
              <a:chExt cx="999872" cy="489588"/>
            </a:xfrm>
          </p:grpSpPr>
          <p:grpSp>
            <p:nvGrpSpPr>
              <p:cNvPr id="1114" name="Google Shape;1114;p34"/>
              <p:cNvGrpSpPr/>
              <p:nvPr/>
            </p:nvGrpSpPr>
            <p:grpSpPr>
              <a:xfrm>
                <a:off x="8199637" y="702942"/>
                <a:ext cx="999872" cy="217425"/>
                <a:chOff x="4038325" y="3891625"/>
                <a:chExt cx="312900" cy="217425"/>
              </a:xfrm>
            </p:grpSpPr>
            <p:cxnSp>
              <p:nvCxnSpPr>
                <p:cNvPr id="1115" name="Google Shape;1115;p34"/>
                <p:cNvCxnSpPr/>
                <p:nvPr/>
              </p:nvCxnSpPr>
              <p:spPr>
                <a:xfrm>
                  <a:off x="4038325" y="4109050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16" name="Google Shape;1116;p34"/>
                <p:cNvCxnSpPr/>
                <p:nvPr/>
              </p:nvCxnSpPr>
              <p:spPr>
                <a:xfrm>
                  <a:off x="4038325" y="4000337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17" name="Google Shape;1117;p34"/>
                <p:cNvCxnSpPr/>
                <p:nvPr/>
              </p:nvCxnSpPr>
              <p:spPr>
                <a:xfrm>
                  <a:off x="4038325" y="4054694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18" name="Google Shape;1118;p34"/>
                <p:cNvCxnSpPr/>
                <p:nvPr/>
              </p:nvCxnSpPr>
              <p:spPr>
                <a:xfrm>
                  <a:off x="4038325" y="3945981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19" name="Google Shape;1119;p34"/>
                <p:cNvCxnSpPr/>
                <p:nvPr/>
              </p:nvCxnSpPr>
              <p:spPr>
                <a:xfrm>
                  <a:off x="4038325" y="3891625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20" name="Google Shape;1120;p34"/>
              <p:cNvGrpSpPr/>
              <p:nvPr/>
            </p:nvGrpSpPr>
            <p:grpSpPr>
              <a:xfrm>
                <a:off x="8199637" y="430779"/>
                <a:ext cx="999872" cy="217425"/>
                <a:chOff x="4038325" y="3891625"/>
                <a:chExt cx="312900" cy="217425"/>
              </a:xfrm>
            </p:grpSpPr>
            <p:cxnSp>
              <p:nvCxnSpPr>
                <p:cNvPr id="1121" name="Google Shape;1121;p34"/>
                <p:cNvCxnSpPr/>
                <p:nvPr/>
              </p:nvCxnSpPr>
              <p:spPr>
                <a:xfrm>
                  <a:off x="4038325" y="4109050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22" name="Google Shape;1122;p34"/>
                <p:cNvCxnSpPr/>
                <p:nvPr/>
              </p:nvCxnSpPr>
              <p:spPr>
                <a:xfrm>
                  <a:off x="4038325" y="4000337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23" name="Google Shape;1123;p34"/>
                <p:cNvCxnSpPr/>
                <p:nvPr/>
              </p:nvCxnSpPr>
              <p:spPr>
                <a:xfrm>
                  <a:off x="4038325" y="4054694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24" name="Google Shape;1124;p34"/>
                <p:cNvCxnSpPr/>
                <p:nvPr/>
              </p:nvCxnSpPr>
              <p:spPr>
                <a:xfrm>
                  <a:off x="4038325" y="3945981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25" name="Google Shape;1125;p34"/>
                <p:cNvCxnSpPr/>
                <p:nvPr/>
              </p:nvCxnSpPr>
              <p:spPr>
                <a:xfrm>
                  <a:off x="4038325" y="3891625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126" name="Google Shape;1126;p34"/>
            <p:cNvSpPr/>
            <p:nvPr/>
          </p:nvSpPr>
          <p:spPr>
            <a:xfrm rot="-2700000">
              <a:off x="7429290" y="2882713"/>
              <a:ext cx="4139969" cy="1627477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4"/>
            <p:cNvSpPr/>
            <p:nvPr/>
          </p:nvSpPr>
          <p:spPr>
            <a:xfrm rot="5400000">
              <a:off x="8112596" y="4306581"/>
              <a:ext cx="597300" cy="5973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4"/>
            <p:cNvSpPr/>
            <p:nvPr/>
          </p:nvSpPr>
          <p:spPr>
            <a:xfrm>
              <a:off x="7603469" y="4077460"/>
              <a:ext cx="312600" cy="3126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4"/>
            <p:cNvSpPr/>
            <p:nvPr/>
          </p:nvSpPr>
          <p:spPr>
            <a:xfrm rot="8100000">
              <a:off x="7642778" y="4992512"/>
              <a:ext cx="313107" cy="313107"/>
            </a:xfrm>
            <a:prstGeom prst="rtTriangl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4"/>
            <p:cNvSpPr/>
            <p:nvPr/>
          </p:nvSpPr>
          <p:spPr>
            <a:xfrm rot="-5400000">
              <a:off x="8093935" y="3347412"/>
              <a:ext cx="807000" cy="8070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1" name="Google Shape;1131;p34"/>
            <p:cNvGrpSpPr/>
            <p:nvPr/>
          </p:nvGrpSpPr>
          <p:grpSpPr>
            <a:xfrm rot="-2700000">
              <a:off x="7418918" y="4812391"/>
              <a:ext cx="312897" cy="217423"/>
              <a:chOff x="4038325" y="3891625"/>
              <a:chExt cx="312900" cy="217425"/>
            </a:xfrm>
          </p:grpSpPr>
          <p:cxnSp>
            <p:nvCxnSpPr>
              <p:cNvPr id="1132" name="Google Shape;1132;p34"/>
              <p:cNvCxnSpPr/>
              <p:nvPr/>
            </p:nvCxnSpPr>
            <p:spPr>
              <a:xfrm>
                <a:off x="4038325" y="4109050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3" name="Google Shape;1133;p34"/>
              <p:cNvCxnSpPr/>
              <p:nvPr/>
            </p:nvCxnSpPr>
            <p:spPr>
              <a:xfrm>
                <a:off x="4038325" y="4000337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4" name="Google Shape;1134;p34"/>
              <p:cNvCxnSpPr/>
              <p:nvPr/>
            </p:nvCxnSpPr>
            <p:spPr>
              <a:xfrm>
                <a:off x="4038325" y="4054694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5" name="Google Shape;1135;p34"/>
              <p:cNvCxnSpPr/>
              <p:nvPr/>
            </p:nvCxnSpPr>
            <p:spPr>
              <a:xfrm>
                <a:off x="4038325" y="3945981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6" name="Google Shape;1136;p34"/>
              <p:cNvCxnSpPr/>
              <p:nvPr/>
            </p:nvCxnSpPr>
            <p:spPr>
              <a:xfrm>
                <a:off x="4038325" y="3891625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137" name="Google Shape;1137;p34"/>
            <p:cNvCxnSpPr/>
            <p:nvPr/>
          </p:nvCxnSpPr>
          <p:spPr>
            <a:xfrm rot="10800000" flipH="1">
              <a:off x="7834550" y="2542925"/>
              <a:ext cx="1490100" cy="1490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38" name="Google Shape;1138;p34"/>
            <p:cNvSpPr/>
            <p:nvPr/>
          </p:nvSpPr>
          <p:spPr>
            <a:xfrm rot="-8100000">
              <a:off x="8245584" y="1894534"/>
              <a:ext cx="370383" cy="370383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9" name="Google Shape;1139;p34"/>
            <p:cNvGrpSpPr/>
            <p:nvPr/>
          </p:nvGrpSpPr>
          <p:grpSpPr>
            <a:xfrm>
              <a:off x="8546698" y="4762654"/>
              <a:ext cx="597295" cy="217425"/>
              <a:chOff x="4038325" y="3891625"/>
              <a:chExt cx="312900" cy="217425"/>
            </a:xfrm>
          </p:grpSpPr>
          <p:cxnSp>
            <p:nvCxnSpPr>
              <p:cNvPr id="1140" name="Google Shape;1140;p34"/>
              <p:cNvCxnSpPr/>
              <p:nvPr/>
            </p:nvCxnSpPr>
            <p:spPr>
              <a:xfrm>
                <a:off x="4038325" y="4109050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1" name="Google Shape;1141;p34"/>
              <p:cNvCxnSpPr/>
              <p:nvPr/>
            </p:nvCxnSpPr>
            <p:spPr>
              <a:xfrm>
                <a:off x="4038325" y="4000337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2" name="Google Shape;1142;p34"/>
              <p:cNvCxnSpPr/>
              <p:nvPr/>
            </p:nvCxnSpPr>
            <p:spPr>
              <a:xfrm>
                <a:off x="4038325" y="4054694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3" name="Google Shape;1143;p34"/>
              <p:cNvCxnSpPr/>
              <p:nvPr/>
            </p:nvCxnSpPr>
            <p:spPr>
              <a:xfrm>
                <a:off x="4038325" y="3945981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4" name="Google Shape;1144;p34"/>
              <p:cNvCxnSpPr/>
              <p:nvPr/>
            </p:nvCxnSpPr>
            <p:spPr>
              <a:xfrm>
                <a:off x="4038325" y="3891625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145" name="Google Shape;1145;p34"/>
            <p:cNvSpPr/>
            <p:nvPr/>
          </p:nvSpPr>
          <p:spPr>
            <a:xfrm rot="5400000">
              <a:off x="-9547" y="-1667"/>
              <a:ext cx="2154900" cy="21549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46" name="Google Shape;1146;p34"/>
            <p:cNvCxnSpPr/>
            <p:nvPr/>
          </p:nvCxnSpPr>
          <p:spPr>
            <a:xfrm flipH="1">
              <a:off x="1326625" y="-159875"/>
              <a:ext cx="1235400" cy="1235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47" name="Google Shape;1147;p34"/>
            <p:cNvGrpSpPr/>
            <p:nvPr/>
          </p:nvGrpSpPr>
          <p:grpSpPr>
            <a:xfrm rot="8100079">
              <a:off x="-714405" y="591077"/>
              <a:ext cx="3083369" cy="489583"/>
              <a:chOff x="8199637" y="430779"/>
              <a:chExt cx="999872" cy="489588"/>
            </a:xfrm>
          </p:grpSpPr>
          <p:grpSp>
            <p:nvGrpSpPr>
              <p:cNvPr id="1148" name="Google Shape;1148;p34"/>
              <p:cNvGrpSpPr/>
              <p:nvPr/>
            </p:nvGrpSpPr>
            <p:grpSpPr>
              <a:xfrm>
                <a:off x="8199637" y="702942"/>
                <a:ext cx="999872" cy="217425"/>
                <a:chOff x="4038325" y="3891625"/>
                <a:chExt cx="312900" cy="217425"/>
              </a:xfrm>
            </p:grpSpPr>
            <p:cxnSp>
              <p:nvCxnSpPr>
                <p:cNvPr id="1149" name="Google Shape;1149;p34"/>
                <p:cNvCxnSpPr/>
                <p:nvPr/>
              </p:nvCxnSpPr>
              <p:spPr>
                <a:xfrm>
                  <a:off x="4038325" y="4109050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0" name="Google Shape;1150;p34"/>
                <p:cNvCxnSpPr/>
                <p:nvPr/>
              </p:nvCxnSpPr>
              <p:spPr>
                <a:xfrm>
                  <a:off x="4038325" y="4000337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1" name="Google Shape;1151;p34"/>
                <p:cNvCxnSpPr/>
                <p:nvPr/>
              </p:nvCxnSpPr>
              <p:spPr>
                <a:xfrm>
                  <a:off x="4038325" y="4054694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2" name="Google Shape;1152;p34"/>
                <p:cNvCxnSpPr/>
                <p:nvPr/>
              </p:nvCxnSpPr>
              <p:spPr>
                <a:xfrm>
                  <a:off x="4038325" y="3945981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3" name="Google Shape;1153;p34"/>
                <p:cNvCxnSpPr/>
                <p:nvPr/>
              </p:nvCxnSpPr>
              <p:spPr>
                <a:xfrm>
                  <a:off x="4038325" y="3891625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54" name="Google Shape;1154;p34"/>
              <p:cNvGrpSpPr/>
              <p:nvPr/>
            </p:nvGrpSpPr>
            <p:grpSpPr>
              <a:xfrm>
                <a:off x="8199637" y="430779"/>
                <a:ext cx="999872" cy="217425"/>
                <a:chOff x="4038325" y="3891625"/>
                <a:chExt cx="312900" cy="217425"/>
              </a:xfrm>
            </p:grpSpPr>
            <p:cxnSp>
              <p:nvCxnSpPr>
                <p:cNvPr id="1155" name="Google Shape;1155;p34"/>
                <p:cNvCxnSpPr/>
                <p:nvPr/>
              </p:nvCxnSpPr>
              <p:spPr>
                <a:xfrm>
                  <a:off x="4038325" y="4109050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6" name="Google Shape;1156;p34"/>
                <p:cNvCxnSpPr/>
                <p:nvPr/>
              </p:nvCxnSpPr>
              <p:spPr>
                <a:xfrm>
                  <a:off x="4038325" y="4000337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7" name="Google Shape;1157;p34"/>
                <p:cNvCxnSpPr/>
                <p:nvPr/>
              </p:nvCxnSpPr>
              <p:spPr>
                <a:xfrm>
                  <a:off x="4038325" y="4054694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8" name="Google Shape;1158;p34"/>
                <p:cNvCxnSpPr/>
                <p:nvPr/>
              </p:nvCxnSpPr>
              <p:spPr>
                <a:xfrm>
                  <a:off x="4038325" y="3945981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9" name="Google Shape;1159;p34"/>
                <p:cNvCxnSpPr/>
                <p:nvPr/>
              </p:nvCxnSpPr>
              <p:spPr>
                <a:xfrm>
                  <a:off x="4038325" y="3891625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160" name="Google Shape;1160;p34"/>
            <p:cNvSpPr/>
            <p:nvPr/>
          </p:nvSpPr>
          <p:spPr>
            <a:xfrm rot="8100000" flipH="1">
              <a:off x="439161" y="258700"/>
              <a:ext cx="548149" cy="548149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4"/>
            <p:cNvSpPr/>
            <p:nvPr/>
          </p:nvSpPr>
          <p:spPr>
            <a:xfrm rot="5400067" flipH="1">
              <a:off x="-298363" y="941270"/>
              <a:ext cx="755075" cy="158335"/>
            </a:xfrm>
            <a:prstGeom prst="flowChartInputOutput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4"/>
            <p:cNvSpPr/>
            <p:nvPr/>
          </p:nvSpPr>
          <p:spPr>
            <a:xfrm rot="-2700000" flipH="1">
              <a:off x="222464" y="1995827"/>
              <a:ext cx="694096" cy="694096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4"/>
            <p:cNvSpPr/>
            <p:nvPr/>
          </p:nvSpPr>
          <p:spPr>
            <a:xfrm rot="10800000" flipH="1">
              <a:off x="270725" y="3180263"/>
              <a:ext cx="215400" cy="2154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4" name="Google Shape;1164;p34"/>
          <p:cNvSpPr txBox="1">
            <a:spLocks noGrp="1"/>
          </p:cNvSpPr>
          <p:nvPr>
            <p:ph type="title"/>
          </p:nvPr>
        </p:nvSpPr>
        <p:spPr>
          <a:xfrm>
            <a:off x="2952000" y="1301375"/>
            <a:ext cx="32400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165" name="Google Shape;1165;p34"/>
          <p:cNvSpPr txBox="1">
            <a:spLocks noGrp="1"/>
          </p:cNvSpPr>
          <p:nvPr>
            <p:ph type="title" idx="2"/>
          </p:nvPr>
        </p:nvSpPr>
        <p:spPr>
          <a:xfrm>
            <a:off x="1525804" y="2590482"/>
            <a:ext cx="6092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66" name="Google Shape;1166;p34"/>
          <p:cNvSpPr txBox="1">
            <a:spLocks noGrp="1"/>
          </p:cNvSpPr>
          <p:nvPr>
            <p:ph type="subTitle" idx="1"/>
          </p:nvPr>
        </p:nvSpPr>
        <p:spPr>
          <a:xfrm>
            <a:off x="2053475" y="3126625"/>
            <a:ext cx="50370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67" name="Google Shape;1167;p34"/>
          <p:cNvSpPr txBox="1">
            <a:spLocks noGrp="1"/>
          </p:cNvSpPr>
          <p:nvPr>
            <p:ph type="subTitle" idx="3"/>
          </p:nvPr>
        </p:nvSpPr>
        <p:spPr>
          <a:xfrm>
            <a:off x="2702425" y="2086225"/>
            <a:ext cx="3738900" cy="4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0">
  <p:cSld name="CUSTOM_1_1_1_1_1_1_1_1_1_1"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9" name="Google Shape;1169;p35"/>
          <p:cNvGrpSpPr/>
          <p:nvPr/>
        </p:nvGrpSpPr>
        <p:grpSpPr>
          <a:xfrm>
            <a:off x="4972025" y="-754125"/>
            <a:ext cx="4417275" cy="6191400"/>
            <a:chOff x="4972025" y="-754125"/>
            <a:chExt cx="4417275" cy="6191400"/>
          </a:xfrm>
        </p:grpSpPr>
        <p:grpSp>
          <p:nvGrpSpPr>
            <p:cNvPr id="1170" name="Google Shape;1170;p35"/>
            <p:cNvGrpSpPr/>
            <p:nvPr/>
          </p:nvGrpSpPr>
          <p:grpSpPr>
            <a:xfrm>
              <a:off x="4972101" y="-76199"/>
              <a:ext cx="4324292" cy="5286525"/>
              <a:chOff x="4972101" y="-76199"/>
              <a:chExt cx="4324292" cy="5286525"/>
            </a:xfrm>
          </p:grpSpPr>
          <p:grpSp>
            <p:nvGrpSpPr>
              <p:cNvPr id="1171" name="Google Shape;1171;p35"/>
              <p:cNvGrpSpPr/>
              <p:nvPr/>
            </p:nvGrpSpPr>
            <p:grpSpPr>
              <a:xfrm>
                <a:off x="5589851" y="-76199"/>
                <a:ext cx="3706542" cy="5286525"/>
                <a:chOff x="5589851" y="-76199"/>
                <a:chExt cx="3706542" cy="5286525"/>
              </a:xfrm>
            </p:grpSpPr>
            <p:grpSp>
              <p:nvGrpSpPr>
                <p:cNvPr id="1172" name="Google Shape;1172;p35"/>
                <p:cNvGrpSpPr/>
                <p:nvPr/>
              </p:nvGrpSpPr>
              <p:grpSpPr>
                <a:xfrm>
                  <a:off x="5589851" y="-76199"/>
                  <a:ext cx="3706542" cy="3524325"/>
                  <a:chOff x="5589851" y="-152399"/>
                  <a:chExt cx="3706542" cy="3524325"/>
                </a:xfrm>
              </p:grpSpPr>
              <p:sp>
                <p:nvSpPr>
                  <p:cNvPr id="1173" name="Google Shape;1173;p35"/>
                  <p:cNvSpPr/>
                  <p:nvPr/>
                </p:nvSpPr>
                <p:spPr>
                  <a:xfrm rot="10800000">
                    <a:off x="8060951" y="16097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4" name="Google Shape;1174;p35"/>
                  <p:cNvSpPr/>
                  <p:nvPr/>
                </p:nvSpPr>
                <p:spPr>
                  <a:xfrm>
                    <a:off x="8060908" y="102237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5" name="Google Shape;1175;p35"/>
                  <p:cNvSpPr/>
                  <p:nvPr/>
                </p:nvSpPr>
                <p:spPr>
                  <a:xfrm rot="10800000">
                    <a:off x="8678693" y="16097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6" name="Google Shape;1176;p35"/>
                  <p:cNvSpPr/>
                  <p:nvPr/>
                </p:nvSpPr>
                <p:spPr>
                  <a:xfrm>
                    <a:off x="8678651" y="102237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7" name="Google Shape;1177;p35"/>
                  <p:cNvSpPr/>
                  <p:nvPr/>
                </p:nvSpPr>
                <p:spPr>
                  <a:xfrm rot="10800000">
                    <a:off x="8060951" y="43497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8" name="Google Shape;1178;p35"/>
                  <p:cNvSpPr/>
                  <p:nvPr/>
                </p:nvSpPr>
                <p:spPr>
                  <a:xfrm>
                    <a:off x="8060908" y="-152399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9" name="Google Shape;1179;p35"/>
                  <p:cNvSpPr/>
                  <p:nvPr/>
                </p:nvSpPr>
                <p:spPr>
                  <a:xfrm>
                    <a:off x="8678651" y="-152399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0" name="Google Shape;1180;p35"/>
                  <p:cNvSpPr/>
                  <p:nvPr/>
                </p:nvSpPr>
                <p:spPr>
                  <a:xfrm rot="10800000">
                    <a:off x="6825401" y="16097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1" name="Google Shape;1181;p35"/>
                  <p:cNvSpPr/>
                  <p:nvPr/>
                </p:nvSpPr>
                <p:spPr>
                  <a:xfrm>
                    <a:off x="6825358" y="102237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2" name="Google Shape;1182;p35"/>
                  <p:cNvSpPr/>
                  <p:nvPr/>
                </p:nvSpPr>
                <p:spPr>
                  <a:xfrm rot="10800000">
                    <a:off x="7443143" y="16097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3" name="Google Shape;1183;p35"/>
                  <p:cNvSpPr/>
                  <p:nvPr/>
                </p:nvSpPr>
                <p:spPr>
                  <a:xfrm rot="10800000">
                    <a:off x="6825401" y="43497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4" name="Google Shape;1184;p35"/>
                  <p:cNvSpPr/>
                  <p:nvPr/>
                </p:nvSpPr>
                <p:spPr>
                  <a:xfrm>
                    <a:off x="6825358" y="-152399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5" name="Google Shape;1185;p35"/>
                  <p:cNvSpPr/>
                  <p:nvPr/>
                </p:nvSpPr>
                <p:spPr>
                  <a:xfrm rot="10800000">
                    <a:off x="7443143" y="43497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6" name="Google Shape;1186;p35"/>
                  <p:cNvSpPr/>
                  <p:nvPr/>
                </p:nvSpPr>
                <p:spPr>
                  <a:xfrm>
                    <a:off x="7443101" y="-152399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7" name="Google Shape;1187;p35"/>
                  <p:cNvSpPr/>
                  <p:nvPr/>
                </p:nvSpPr>
                <p:spPr>
                  <a:xfrm>
                    <a:off x="8060908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8" name="Google Shape;1188;p35"/>
                  <p:cNvSpPr/>
                  <p:nvPr/>
                </p:nvSpPr>
                <p:spPr>
                  <a:xfrm rot="10800000">
                    <a:off x="8678693" y="278452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9" name="Google Shape;1189;p35"/>
                  <p:cNvSpPr/>
                  <p:nvPr/>
                </p:nvSpPr>
                <p:spPr>
                  <a:xfrm>
                    <a:off x="8678651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35"/>
                  <p:cNvSpPr/>
                  <p:nvPr/>
                </p:nvSpPr>
                <p:spPr>
                  <a:xfrm rot="10800000">
                    <a:off x="7443143" y="278452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1" name="Google Shape;1191;p35"/>
                  <p:cNvSpPr/>
                  <p:nvPr/>
                </p:nvSpPr>
                <p:spPr>
                  <a:xfrm>
                    <a:off x="7443101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2" name="Google Shape;1192;p35"/>
                  <p:cNvSpPr/>
                  <p:nvPr/>
                </p:nvSpPr>
                <p:spPr>
                  <a:xfrm rot="10800000">
                    <a:off x="5589851" y="16097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3" name="Google Shape;1193;p35"/>
                  <p:cNvSpPr/>
                  <p:nvPr/>
                </p:nvSpPr>
                <p:spPr>
                  <a:xfrm>
                    <a:off x="6207551" y="102237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4" name="Google Shape;1194;p35"/>
                  <p:cNvSpPr/>
                  <p:nvPr/>
                </p:nvSpPr>
                <p:spPr>
                  <a:xfrm rot="10800000">
                    <a:off x="5589851" y="43497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5" name="Google Shape;1195;p35"/>
                  <p:cNvSpPr/>
                  <p:nvPr/>
                </p:nvSpPr>
                <p:spPr>
                  <a:xfrm>
                    <a:off x="6207551" y="-152399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6" name="Google Shape;1196;p35"/>
                  <p:cNvSpPr/>
                  <p:nvPr/>
                </p:nvSpPr>
                <p:spPr>
                  <a:xfrm>
                    <a:off x="6207551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197" name="Google Shape;1197;p35"/>
                <p:cNvGrpSpPr/>
                <p:nvPr/>
              </p:nvGrpSpPr>
              <p:grpSpPr>
                <a:xfrm>
                  <a:off x="6207551" y="3448126"/>
                  <a:ext cx="3088800" cy="587400"/>
                  <a:chOff x="6207551" y="2197151"/>
                  <a:chExt cx="3088800" cy="587400"/>
                </a:xfrm>
              </p:grpSpPr>
              <p:sp>
                <p:nvSpPr>
                  <p:cNvPr id="1198" name="Google Shape;1198;p35"/>
                  <p:cNvSpPr/>
                  <p:nvPr/>
                </p:nvSpPr>
                <p:spPr>
                  <a:xfrm>
                    <a:off x="8060958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9" name="Google Shape;1199;p35"/>
                  <p:cNvSpPr/>
                  <p:nvPr/>
                </p:nvSpPr>
                <p:spPr>
                  <a:xfrm>
                    <a:off x="8678651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0" name="Google Shape;1200;p35"/>
                  <p:cNvSpPr/>
                  <p:nvPr/>
                </p:nvSpPr>
                <p:spPr>
                  <a:xfrm>
                    <a:off x="7443151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1" name="Google Shape;1201;p35"/>
                  <p:cNvSpPr/>
                  <p:nvPr/>
                </p:nvSpPr>
                <p:spPr>
                  <a:xfrm>
                    <a:off x="6207551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202" name="Google Shape;1202;p35"/>
                <p:cNvGrpSpPr/>
                <p:nvPr/>
              </p:nvGrpSpPr>
              <p:grpSpPr>
                <a:xfrm>
                  <a:off x="6825401" y="4035526"/>
                  <a:ext cx="2470992" cy="587400"/>
                  <a:chOff x="6825401" y="1609751"/>
                  <a:chExt cx="2470992" cy="587400"/>
                </a:xfrm>
              </p:grpSpPr>
              <p:sp>
                <p:nvSpPr>
                  <p:cNvPr id="1203" name="Google Shape;1203;p35"/>
                  <p:cNvSpPr/>
                  <p:nvPr/>
                </p:nvSpPr>
                <p:spPr>
                  <a:xfrm rot="10800000">
                    <a:off x="8060951" y="16097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4" name="Google Shape;1204;p35"/>
                  <p:cNvSpPr/>
                  <p:nvPr/>
                </p:nvSpPr>
                <p:spPr>
                  <a:xfrm rot="10800000">
                    <a:off x="8678693" y="16097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5" name="Google Shape;1205;p35"/>
                  <p:cNvSpPr/>
                  <p:nvPr/>
                </p:nvSpPr>
                <p:spPr>
                  <a:xfrm rot="10800000">
                    <a:off x="6825401" y="16097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6" name="Google Shape;1206;p35"/>
                  <p:cNvSpPr/>
                  <p:nvPr/>
                </p:nvSpPr>
                <p:spPr>
                  <a:xfrm rot="10800000">
                    <a:off x="7443143" y="16097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207" name="Google Shape;1207;p35"/>
                <p:cNvGrpSpPr/>
                <p:nvPr/>
              </p:nvGrpSpPr>
              <p:grpSpPr>
                <a:xfrm>
                  <a:off x="8060958" y="4622926"/>
                  <a:ext cx="1235392" cy="587400"/>
                  <a:chOff x="8060958" y="2197151"/>
                  <a:chExt cx="1235392" cy="587400"/>
                </a:xfrm>
              </p:grpSpPr>
              <p:sp>
                <p:nvSpPr>
                  <p:cNvPr id="1208" name="Google Shape;1208;p35"/>
                  <p:cNvSpPr/>
                  <p:nvPr/>
                </p:nvSpPr>
                <p:spPr>
                  <a:xfrm>
                    <a:off x="8060958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9" name="Google Shape;1209;p35"/>
                  <p:cNvSpPr/>
                  <p:nvPr/>
                </p:nvSpPr>
                <p:spPr>
                  <a:xfrm>
                    <a:off x="8678651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210" name="Google Shape;1210;p35"/>
              <p:cNvGrpSpPr/>
              <p:nvPr/>
            </p:nvGrpSpPr>
            <p:grpSpPr>
              <a:xfrm>
                <a:off x="4972101" y="-76199"/>
                <a:ext cx="1235508" cy="587400"/>
                <a:chOff x="6207551" y="-152399"/>
                <a:chExt cx="1235508" cy="587400"/>
              </a:xfrm>
            </p:grpSpPr>
            <p:sp>
              <p:nvSpPr>
                <p:cNvPr id="1211" name="Google Shape;1211;p35"/>
                <p:cNvSpPr/>
                <p:nvPr/>
              </p:nvSpPr>
              <p:spPr>
                <a:xfrm>
                  <a:off x="6825358" y="-152399"/>
                  <a:ext cx="617700" cy="587400"/>
                </a:xfrm>
                <a:prstGeom prst="pentagon">
                  <a:avLst>
                    <a:gd name="hf" fmla="val 105146"/>
                    <a:gd name="vf" fmla="val 110557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2" name="Google Shape;1212;p35"/>
                <p:cNvSpPr/>
                <p:nvPr/>
              </p:nvSpPr>
              <p:spPr>
                <a:xfrm>
                  <a:off x="6207551" y="-152399"/>
                  <a:ext cx="617700" cy="587400"/>
                </a:xfrm>
                <a:prstGeom prst="pentagon">
                  <a:avLst>
                    <a:gd name="hf" fmla="val 105146"/>
                    <a:gd name="vf" fmla="val 110557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213" name="Google Shape;1213;p35"/>
            <p:cNvSpPr/>
            <p:nvPr/>
          </p:nvSpPr>
          <p:spPr>
            <a:xfrm>
              <a:off x="7279006" y="-185817"/>
              <a:ext cx="1110300" cy="10551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C5CDC1">
                <a:alpha val="76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5"/>
            <p:cNvSpPr/>
            <p:nvPr/>
          </p:nvSpPr>
          <p:spPr>
            <a:xfrm rot="10800000">
              <a:off x="7278975" y="1031627"/>
              <a:ext cx="1110300" cy="10551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CD6346">
                <a:alpha val="72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5"/>
            <p:cNvSpPr/>
            <p:nvPr/>
          </p:nvSpPr>
          <p:spPr>
            <a:xfrm>
              <a:off x="6295249" y="1593601"/>
              <a:ext cx="1110300" cy="10551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FABB69">
                <a:alpha val="82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5"/>
            <p:cNvSpPr/>
            <p:nvPr/>
          </p:nvSpPr>
          <p:spPr>
            <a:xfrm>
              <a:off x="5876775" y="-754125"/>
              <a:ext cx="1110300" cy="1055100"/>
            </a:xfrm>
            <a:prstGeom prst="pentagon">
              <a:avLst>
                <a:gd name="hf" fmla="val 105146"/>
                <a:gd name="vf" fmla="val 110557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5"/>
            <p:cNvSpPr/>
            <p:nvPr/>
          </p:nvSpPr>
          <p:spPr>
            <a:xfrm rot="10800000">
              <a:off x="8233722" y="2249067"/>
              <a:ext cx="1110300" cy="1055100"/>
            </a:xfrm>
            <a:prstGeom prst="pentagon">
              <a:avLst>
                <a:gd name="hf" fmla="val 105146"/>
                <a:gd name="vf" fmla="val 110557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5"/>
            <p:cNvSpPr/>
            <p:nvPr/>
          </p:nvSpPr>
          <p:spPr>
            <a:xfrm>
              <a:off x="7279001" y="3637528"/>
              <a:ext cx="1110300" cy="10551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C5CDC1">
                <a:alpha val="76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5"/>
            <p:cNvSpPr/>
            <p:nvPr/>
          </p:nvSpPr>
          <p:spPr>
            <a:xfrm rot="10800000">
              <a:off x="8279000" y="4382175"/>
              <a:ext cx="1110300" cy="10551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FABB69">
                <a:alpha val="82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5"/>
            <p:cNvSpPr/>
            <p:nvPr/>
          </p:nvSpPr>
          <p:spPr>
            <a:xfrm rot="10800000">
              <a:off x="4972025" y="132927"/>
              <a:ext cx="1110300" cy="10551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CD6346">
                <a:alpha val="72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1" name="Google Shape;1221;p35"/>
          <p:cNvSpPr txBox="1">
            <a:spLocks noGrp="1"/>
          </p:cNvSpPr>
          <p:nvPr>
            <p:ph type="title"/>
          </p:nvPr>
        </p:nvSpPr>
        <p:spPr>
          <a:xfrm>
            <a:off x="713225" y="1334363"/>
            <a:ext cx="32400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222" name="Google Shape;1222;p35"/>
          <p:cNvSpPr txBox="1">
            <a:spLocks noGrp="1"/>
          </p:cNvSpPr>
          <p:nvPr>
            <p:ph type="title" idx="2"/>
          </p:nvPr>
        </p:nvSpPr>
        <p:spPr>
          <a:xfrm>
            <a:off x="713343" y="2333129"/>
            <a:ext cx="4636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223" name="Google Shape;1223;p35"/>
          <p:cNvSpPr txBox="1">
            <a:spLocks noGrp="1"/>
          </p:cNvSpPr>
          <p:nvPr>
            <p:ph type="subTitle" idx="1"/>
          </p:nvPr>
        </p:nvSpPr>
        <p:spPr>
          <a:xfrm>
            <a:off x="713225" y="2903800"/>
            <a:ext cx="4258800" cy="49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24" name="Google Shape;1224;p35"/>
          <p:cNvSpPr txBox="1">
            <a:spLocks noGrp="1"/>
          </p:cNvSpPr>
          <p:nvPr>
            <p:ph type="title" idx="3"/>
          </p:nvPr>
        </p:nvSpPr>
        <p:spPr>
          <a:xfrm>
            <a:off x="723051" y="696550"/>
            <a:ext cx="4198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1">
  <p:cSld name="CUSTOM_1_1_1_1_1_1_1_1_1_1_1"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6" name="Google Shape;1226;p36"/>
          <p:cNvGrpSpPr/>
          <p:nvPr/>
        </p:nvGrpSpPr>
        <p:grpSpPr>
          <a:xfrm>
            <a:off x="-443353" y="-416260"/>
            <a:ext cx="10023029" cy="5979125"/>
            <a:chOff x="-443353" y="-416260"/>
            <a:chExt cx="10023029" cy="5979125"/>
          </a:xfrm>
        </p:grpSpPr>
        <p:grpSp>
          <p:nvGrpSpPr>
            <p:cNvPr id="1227" name="Google Shape;1227;p36"/>
            <p:cNvGrpSpPr/>
            <p:nvPr/>
          </p:nvGrpSpPr>
          <p:grpSpPr>
            <a:xfrm>
              <a:off x="-443353" y="-416260"/>
              <a:ext cx="10023029" cy="5979125"/>
              <a:chOff x="-443353" y="-416260"/>
              <a:chExt cx="10023029" cy="5979125"/>
            </a:xfrm>
          </p:grpSpPr>
          <p:grpSp>
            <p:nvGrpSpPr>
              <p:cNvPr id="1228" name="Google Shape;1228;p36"/>
              <p:cNvGrpSpPr/>
              <p:nvPr/>
            </p:nvGrpSpPr>
            <p:grpSpPr>
              <a:xfrm rot="10800000">
                <a:off x="5435071" y="1674866"/>
                <a:ext cx="4144605" cy="3888000"/>
                <a:chOff x="-443353" y="-416260"/>
                <a:chExt cx="4144605" cy="3888000"/>
              </a:xfrm>
            </p:grpSpPr>
            <p:sp>
              <p:nvSpPr>
                <p:cNvPr id="1229" name="Google Shape;1229;p36"/>
                <p:cNvSpPr/>
                <p:nvPr/>
              </p:nvSpPr>
              <p:spPr>
                <a:xfrm rot="-2700000">
                  <a:off x="-974796" y="1510558"/>
                  <a:ext cx="5464097" cy="34365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0" name="Google Shape;1230;p36"/>
                <p:cNvSpPr/>
                <p:nvPr/>
              </p:nvSpPr>
              <p:spPr>
                <a:xfrm rot="-2700000">
                  <a:off x="-825257" y="1419528"/>
                  <a:ext cx="4935464" cy="60245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1" name="Google Shape;1231;p36"/>
                <p:cNvSpPr/>
                <p:nvPr/>
              </p:nvSpPr>
              <p:spPr>
                <a:xfrm rot="-2700000">
                  <a:off x="-1005671" y="1347137"/>
                  <a:ext cx="4760243" cy="131522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2" name="Google Shape;1232;p36"/>
                <p:cNvSpPr/>
                <p:nvPr/>
              </p:nvSpPr>
              <p:spPr>
                <a:xfrm rot="-2700000">
                  <a:off x="-734512" y="1025450"/>
                  <a:ext cx="3964323" cy="247346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3" name="Google Shape;1233;p36"/>
                <p:cNvSpPr/>
                <p:nvPr/>
              </p:nvSpPr>
              <p:spPr>
                <a:xfrm rot="-2700000">
                  <a:off x="-895147" y="916133"/>
                  <a:ext cx="3682188" cy="247346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4" name="Google Shape;1234;p36"/>
                <p:cNvSpPr/>
                <p:nvPr/>
              </p:nvSpPr>
              <p:spPr>
                <a:xfrm rot="5400000">
                  <a:off x="150" y="0"/>
                  <a:ext cx="1775400" cy="1775400"/>
                </a:xfrm>
                <a:prstGeom prst="rtTriangl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35" name="Google Shape;1235;p36"/>
              <p:cNvGrpSpPr/>
              <p:nvPr/>
            </p:nvGrpSpPr>
            <p:grpSpPr>
              <a:xfrm>
                <a:off x="-443353" y="-416260"/>
                <a:ext cx="4144605" cy="3888000"/>
                <a:chOff x="-443353" y="-416260"/>
                <a:chExt cx="4144605" cy="3888000"/>
              </a:xfrm>
            </p:grpSpPr>
            <p:sp>
              <p:nvSpPr>
                <p:cNvPr id="1236" name="Google Shape;1236;p36"/>
                <p:cNvSpPr/>
                <p:nvPr/>
              </p:nvSpPr>
              <p:spPr>
                <a:xfrm rot="-2700000">
                  <a:off x="-974796" y="1510558"/>
                  <a:ext cx="5464097" cy="34365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7" name="Google Shape;1237;p36"/>
                <p:cNvSpPr/>
                <p:nvPr/>
              </p:nvSpPr>
              <p:spPr>
                <a:xfrm rot="-2700000">
                  <a:off x="-825257" y="1419528"/>
                  <a:ext cx="4935464" cy="60245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8" name="Google Shape;1238;p36"/>
                <p:cNvSpPr/>
                <p:nvPr/>
              </p:nvSpPr>
              <p:spPr>
                <a:xfrm rot="-2700000">
                  <a:off x="-1005671" y="1347137"/>
                  <a:ext cx="4760243" cy="131522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9" name="Google Shape;1239;p36"/>
                <p:cNvSpPr/>
                <p:nvPr/>
              </p:nvSpPr>
              <p:spPr>
                <a:xfrm rot="-2700000">
                  <a:off x="-734512" y="1025450"/>
                  <a:ext cx="3964323" cy="247346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0" name="Google Shape;1240;p36"/>
                <p:cNvSpPr/>
                <p:nvPr/>
              </p:nvSpPr>
              <p:spPr>
                <a:xfrm rot="-2700000">
                  <a:off x="-895147" y="916133"/>
                  <a:ext cx="3682188" cy="247346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1" name="Google Shape;1241;p36"/>
                <p:cNvSpPr/>
                <p:nvPr/>
              </p:nvSpPr>
              <p:spPr>
                <a:xfrm rot="5400000">
                  <a:off x="150" y="0"/>
                  <a:ext cx="1775400" cy="1775400"/>
                </a:xfrm>
                <a:prstGeom prst="rtTriangl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242" name="Google Shape;1242;p36"/>
            <p:cNvSpPr/>
            <p:nvPr/>
          </p:nvSpPr>
          <p:spPr>
            <a:xfrm>
              <a:off x="538475" y="371700"/>
              <a:ext cx="8067000" cy="4400100"/>
            </a:xfrm>
            <a:prstGeom prst="plaque">
              <a:avLst>
                <a:gd name="adj" fmla="val 8244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6"/>
            <p:cNvSpPr/>
            <p:nvPr/>
          </p:nvSpPr>
          <p:spPr>
            <a:xfrm>
              <a:off x="713225" y="539500"/>
              <a:ext cx="7717500" cy="4064400"/>
            </a:xfrm>
            <a:prstGeom prst="plaque">
              <a:avLst>
                <a:gd name="adj" fmla="val 8244"/>
              </a:avLst>
            </a:prstGeom>
            <a:solidFill>
              <a:schemeClr val="lt1"/>
            </a:solidFill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44" name="Google Shape;1244;p36"/>
            <p:cNvGrpSpPr/>
            <p:nvPr/>
          </p:nvGrpSpPr>
          <p:grpSpPr>
            <a:xfrm>
              <a:off x="538535" y="603081"/>
              <a:ext cx="8053619" cy="3937379"/>
              <a:chOff x="751650" y="539551"/>
              <a:chExt cx="7640280" cy="4064601"/>
            </a:xfrm>
          </p:grpSpPr>
          <p:grpSp>
            <p:nvGrpSpPr>
              <p:cNvPr id="1245" name="Google Shape;1245;p36"/>
              <p:cNvGrpSpPr/>
              <p:nvPr/>
            </p:nvGrpSpPr>
            <p:grpSpPr>
              <a:xfrm>
                <a:off x="751650" y="1361815"/>
                <a:ext cx="7640280" cy="227304"/>
                <a:chOff x="713225" y="1259900"/>
                <a:chExt cx="7717455" cy="246000"/>
              </a:xfrm>
            </p:grpSpPr>
            <p:cxnSp>
              <p:nvCxnSpPr>
                <p:cNvPr id="1246" name="Google Shape;1246;p36"/>
                <p:cNvCxnSpPr/>
                <p:nvPr/>
              </p:nvCxnSpPr>
              <p:spPr>
                <a:xfrm rot="10800000" flipH="1">
                  <a:off x="713225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47" name="Google Shape;1247;p36"/>
                <p:cNvCxnSpPr/>
                <p:nvPr/>
              </p:nvCxnSpPr>
              <p:spPr>
                <a:xfrm>
                  <a:off x="1570732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48" name="Google Shape;1248;p36"/>
                <p:cNvCxnSpPr/>
                <p:nvPr/>
              </p:nvCxnSpPr>
              <p:spPr>
                <a:xfrm rot="10800000" flipH="1">
                  <a:off x="2428239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49" name="Google Shape;1249;p36"/>
                <p:cNvCxnSpPr/>
                <p:nvPr/>
              </p:nvCxnSpPr>
              <p:spPr>
                <a:xfrm>
                  <a:off x="3285746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0" name="Google Shape;1250;p36"/>
                <p:cNvCxnSpPr/>
                <p:nvPr/>
              </p:nvCxnSpPr>
              <p:spPr>
                <a:xfrm rot="10800000" flipH="1">
                  <a:off x="4143252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1" name="Google Shape;1251;p36"/>
                <p:cNvCxnSpPr/>
                <p:nvPr/>
              </p:nvCxnSpPr>
              <p:spPr>
                <a:xfrm>
                  <a:off x="5000759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2" name="Google Shape;1252;p36"/>
                <p:cNvCxnSpPr/>
                <p:nvPr/>
              </p:nvCxnSpPr>
              <p:spPr>
                <a:xfrm rot="10800000" flipH="1">
                  <a:off x="5858266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3" name="Google Shape;1253;p36"/>
                <p:cNvCxnSpPr/>
                <p:nvPr/>
              </p:nvCxnSpPr>
              <p:spPr>
                <a:xfrm>
                  <a:off x="6715773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4" name="Google Shape;1254;p36"/>
                <p:cNvCxnSpPr/>
                <p:nvPr/>
              </p:nvCxnSpPr>
              <p:spPr>
                <a:xfrm rot="10800000" flipH="1">
                  <a:off x="7573280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255" name="Google Shape;1255;p36"/>
              <p:cNvGrpSpPr/>
              <p:nvPr/>
            </p:nvGrpSpPr>
            <p:grpSpPr>
              <a:xfrm>
                <a:off x="751650" y="1635919"/>
                <a:ext cx="7640280" cy="227304"/>
                <a:chOff x="713225" y="1556550"/>
                <a:chExt cx="7717455" cy="246000"/>
              </a:xfrm>
            </p:grpSpPr>
            <p:cxnSp>
              <p:nvCxnSpPr>
                <p:cNvPr id="1256" name="Google Shape;1256;p36"/>
                <p:cNvCxnSpPr/>
                <p:nvPr/>
              </p:nvCxnSpPr>
              <p:spPr>
                <a:xfrm rot="10800000" flipH="1">
                  <a:off x="713225" y="15565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7" name="Google Shape;1257;p36"/>
                <p:cNvCxnSpPr/>
                <p:nvPr/>
              </p:nvCxnSpPr>
              <p:spPr>
                <a:xfrm>
                  <a:off x="1570732" y="15565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8" name="Google Shape;1258;p36"/>
                <p:cNvCxnSpPr/>
                <p:nvPr/>
              </p:nvCxnSpPr>
              <p:spPr>
                <a:xfrm rot="10800000" flipH="1">
                  <a:off x="2428239" y="15565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9" name="Google Shape;1259;p36"/>
                <p:cNvCxnSpPr/>
                <p:nvPr/>
              </p:nvCxnSpPr>
              <p:spPr>
                <a:xfrm>
                  <a:off x="3285746" y="15565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0" name="Google Shape;1260;p36"/>
                <p:cNvCxnSpPr/>
                <p:nvPr/>
              </p:nvCxnSpPr>
              <p:spPr>
                <a:xfrm rot="10800000" flipH="1">
                  <a:off x="4143252" y="15565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1" name="Google Shape;1261;p36"/>
                <p:cNvCxnSpPr/>
                <p:nvPr/>
              </p:nvCxnSpPr>
              <p:spPr>
                <a:xfrm>
                  <a:off x="5000759" y="15565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2" name="Google Shape;1262;p36"/>
                <p:cNvCxnSpPr/>
                <p:nvPr/>
              </p:nvCxnSpPr>
              <p:spPr>
                <a:xfrm rot="10800000" flipH="1">
                  <a:off x="5858266" y="15565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3" name="Google Shape;1263;p36"/>
                <p:cNvCxnSpPr/>
                <p:nvPr/>
              </p:nvCxnSpPr>
              <p:spPr>
                <a:xfrm>
                  <a:off x="6715773" y="15565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4" name="Google Shape;1264;p36"/>
                <p:cNvCxnSpPr/>
                <p:nvPr/>
              </p:nvCxnSpPr>
              <p:spPr>
                <a:xfrm rot="10800000" flipH="1">
                  <a:off x="7573280" y="15565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265" name="Google Shape;1265;p36"/>
              <p:cNvGrpSpPr/>
              <p:nvPr/>
            </p:nvGrpSpPr>
            <p:grpSpPr>
              <a:xfrm>
                <a:off x="751650" y="1910024"/>
                <a:ext cx="7640280" cy="227304"/>
                <a:chOff x="713225" y="1853200"/>
                <a:chExt cx="7717455" cy="246000"/>
              </a:xfrm>
            </p:grpSpPr>
            <p:cxnSp>
              <p:nvCxnSpPr>
                <p:cNvPr id="1266" name="Google Shape;1266;p36"/>
                <p:cNvCxnSpPr/>
                <p:nvPr/>
              </p:nvCxnSpPr>
              <p:spPr>
                <a:xfrm rot="10800000" flipH="1">
                  <a:off x="713225" y="18532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7" name="Google Shape;1267;p36"/>
                <p:cNvCxnSpPr/>
                <p:nvPr/>
              </p:nvCxnSpPr>
              <p:spPr>
                <a:xfrm>
                  <a:off x="1570732" y="18532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8" name="Google Shape;1268;p36"/>
                <p:cNvCxnSpPr/>
                <p:nvPr/>
              </p:nvCxnSpPr>
              <p:spPr>
                <a:xfrm rot="10800000" flipH="1">
                  <a:off x="2428239" y="18532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9" name="Google Shape;1269;p36"/>
                <p:cNvCxnSpPr/>
                <p:nvPr/>
              </p:nvCxnSpPr>
              <p:spPr>
                <a:xfrm>
                  <a:off x="3285746" y="18532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0" name="Google Shape;1270;p36"/>
                <p:cNvCxnSpPr/>
                <p:nvPr/>
              </p:nvCxnSpPr>
              <p:spPr>
                <a:xfrm rot="10800000" flipH="1">
                  <a:off x="4143252" y="18532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1" name="Google Shape;1271;p36"/>
                <p:cNvCxnSpPr/>
                <p:nvPr/>
              </p:nvCxnSpPr>
              <p:spPr>
                <a:xfrm>
                  <a:off x="5000759" y="18532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2" name="Google Shape;1272;p36"/>
                <p:cNvCxnSpPr/>
                <p:nvPr/>
              </p:nvCxnSpPr>
              <p:spPr>
                <a:xfrm rot="10800000" flipH="1">
                  <a:off x="5858266" y="18532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3" name="Google Shape;1273;p36"/>
                <p:cNvCxnSpPr/>
                <p:nvPr/>
              </p:nvCxnSpPr>
              <p:spPr>
                <a:xfrm>
                  <a:off x="6715773" y="18532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4" name="Google Shape;1274;p36"/>
                <p:cNvCxnSpPr/>
                <p:nvPr/>
              </p:nvCxnSpPr>
              <p:spPr>
                <a:xfrm rot="10800000" flipH="1">
                  <a:off x="7573280" y="18532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275" name="Google Shape;1275;p36"/>
              <p:cNvGrpSpPr/>
              <p:nvPr/>
            </p:nvGrpSpPr>
            <p:grpSpPr>
              <a:xfrm>
                <a:off x="751650" y="2184128"/>
                <a:ext cx="7640280" cy="227304"/>
                <a:chOff x="713225" y="2149850"/>
                <a:chExt cx="7717455" cy="246000"/>
              </a:xfrm>
            </p:grpSpPr>
            <p:cxnSp>
              <p:nvCxnSpPr>
                <p:cNvPr id="1276" name="Google Shape;1276;p36"/>
                <p:cNvCxnSpPr/>
                <p:nvPr/>
              </p:nvCxnSpPr>
              <p:spPr>
                <a:xfrm rot="10800000" flipH="1">
                  <a:off x="713225" y="21498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7" name="Google Shape;1277;p36"/>
                <p:cNvCxnSpPr/>
                <p:nvPr/>
              </p:nvCxnSpPr>
              <p:spPr>
                <a:xfrm>
                  <a:off x="1570732" y="21498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8" name="Google Shape;1278;p36"/>
                <p:cNvCxnSpPr/>
                <p:nvPr/>
              </p:nvCxnSpPr>
              <p:spPr>
                <a:xfrm rot="10800000" flipH="1">
                  <a:off x="2428239" y="21498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9" name="Google Shape;1279;p36"/>
                <p:cNvCxnSpPr/>
                <p:nvPr/>
              </p:nvCxnSpPr>
              <p:spPr>
                <a:xfrm>
                  <a:off x="3285746" y="21498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0" name="Google Shape;1280;p36"/>
                <p:cNvCxnSpPr/>
                <p:nvPr/>
              </p:nvCxnSpPr>
              <p:spPr>
                <a:xfrm rot="10800000" flipH="1">
                  <a:off x="4143252" y="21498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1" name="Google Shape;1281;p36"/>
                <p:cNvCxnSpPr/>
                <p:nvPr/>
              </p:nvCxnSpPr>
              <p:spPr>
                <a:xfrm>
                  <a:off x="5000759" y="21498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2" name="Google Shape;1282;p36"/>
                <p:cNvCxnSpPr/>
                <p:nvPr/>
              </p:nvCxnSpPr>
              <p:spPr>
                <a:xfrm rot="10800000" flipH="1">
                  <a:off x="5858266" y="21498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3" name="Google Shape;1283;p36"/>
                <p:cNvCxnSpPr/>
                <p:nvPr/>
              </p:nvCxnSpPr>
              <p:spPr>
                <a:xfrm>
                  <a:off x="6715773" y="21498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4" name="Google Shape;1284;p36"/>
                <p:cNvCxnSpPr/>
                <p:nvPr/>
              </p:nvCxnSpPr>
              <p:spPr>
                <a:xfrm rot="10800000" flipH="1">
                  <a:off x="7573280" y="21498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285" name="Google Shape;1285;p36"/>
              <p:cNvGrpSpPr/>
              <p:nvPr/>
            </p:nvGrpSpPr>
            <p:grpSpPr>
              <a:xfrm>
                <a:off x="751650" y="2458233"/>
                <a:ext cx="7640280" cy="227304"/>
                <a:chOff x="713225" y="2446500"/>
                <a:chExt cx="7717455" cy="246000"/>
              </a:xfrm>
            </p:grpSpPr>
            <p:cxnSp>
              <p:nvCxnSpPr>
                <p:cNvPr id="1286" name="Google Shape;1286;p36"/>
                <p:cNvCxnSpPr/>
                <p:nvPr/>
              </p:nvCxnSpPr>
              <p:spPr>
                <a:xfrm rot="10800000" flipH="1">
                  <a:off x="713225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7" name="Google Shape;1287;p36"/>
                <p:cNvCxnSpPr/>
                <p:nvPr/>
              </p:nvCxnSpPr>
              <p:spPr>
                <a:xfrm>
                  <a:off x="157073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8" name="Google Shape;1288;p36"/>
                <p:cNvCxnSpPr/>
                <p:nvPr/>
              </p:nvCxnSpPr>
              <p:spPr>
                <a:xfrm rot="10800000" flipH="1">
                  <a:off x="242823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9" name="Google Shape;1289;p36"/>
                <p:cNvCxnSpPr/>
                <p:nvPr/>
              </p:nvCxnSpPr>
              <p:spPr>
                <a:xfrm>
                  <a:off x="328574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0" name="Google Shape;1290;p36"/>
                <p:cNvCxnSpPr/>
                <p:nvPr/>
              </p:nvCxnSpPr>
              <p:spPr>
                <a:xfrm rot="10800000" flipH="1">
                  <a:off x="414325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1" name="Google Shape;1291;p36"/>
                <p:cNvCxnSpPr/>
                <p:nvPr/>
              </p:nvCxnSpPr>
              <p:spPr>
                <a:xfrm>
                  <a:off x="500075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2" name="Google Shape;1292;p36"/>
                <p:cNvCxnSpPr/>
                <p:nvPr/>
              </p:nvCxnSpPr>
              <p:spPr>
                <a:xfrm rot="10800000" flipH="1">
                  <a:off x="585826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3" name="Google Shape;1293;p36"/>
                <p:cNvCxnSpPr/>
                <p:nvPr/>
              </p:nvCxnSpPr>
              <p:spPr>
                <a:xfrm>
                  <a:off x="6715773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4" name="Google Shape;1294;p36"/>
                <p:cNvCxnSpPr/>
                <p:nvPr/>
              </p:nvCxnSpPr>
              <p:spPr>
                <a:xfrm rot="10800000" flipH="1">
                  <a:off x="7573280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295" name="Google Shape;1295;p36"/>
              <p:cNvGrpSpPr/>
              <p:nvPr/>
            </p:nvGrpSpPr>
            <p:grpSpPr>
              <a:xfrm>
                <a:off x="751650" y="2732321"/>
                <a:ext cx="7640280" cy="227304"/>
                <a:chOff x="713225" y="2446500"/>
                <a:chExt cx="7717455" cy="246000"/>
              </a:xfrm>
            </p:grpSpPr>
            <p:cxnSp>
              <p:nvCxnSpPr>
                <p:cNvPr id="1296" name="Google Shape;1296;p36"/>
                <p:cNvCxnSpPr/>
                <p:nvPr/>
              </p:nvCxnSpPr>
              <p:spPr>
                <a:xfrm rot="10800000" flipH="1">
                  <a:off x="713225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7" name="Google Shape;1297;p36"/>
                <p:cNvCxnSpPr/>
                <p:nvPr/>
              </p:nvCxnSpPr>
              <p:spPr>
                <a:xfrm>
                  <a:off x="157073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8" name="Google Shape;1298;p36"/>
                <p:cNvCxnSpPr/>
                <p:nvPr/>
              </p:nvCxnSpPr>
              <p:spPr>
                <a:xfrm rot="10800000" flipH="1">
                  <a:off x="242823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9" name="Google Shape;1299;p36"/>
                <p:cNvCxnSpPr/>
                <p:nvPr/>
              </p:nvCxnSpPr>
              <p:spPr>
                <a:xfrm>
                  <a:off x="328574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0" name="Google Shape;1300;p36"/>
                <p:cNvCxnSpPr/>
                <p:nvPr/>
              </p:nvCxnSpPr>
              <p:spPr>
                <a:xfrm rot="10800000" flipH="1">
                  <a:off x="414325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1" name="Google Shape;1301;p36"/>
                <p:cNvCxnSpPr/>
                <p:nvPr/>
              </p:nvCxnSpPr>
              <p:spPr>
                <a:xfrm>
                  <a:off x="500075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2" name="Google Shape;1302;p36"/>
                <p:cNvCxnSpPr/>
                <p:nvPr/>
              </p:nvCxnSpPr>
              <p:spPr>
                <a:xfrm rot="10800000" flipH="1">
                  <a:off x="585826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3" name="Google Shape;1303;p36"/>
                <p:cNvCxnSpPr/>
                <p:nvPr/>
              </p:nvCxnSpPr>
              <p:spPr>
                <a:xfrm>
                  <a:off x="6715773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4" name="Google Shape;1304;p36"/>
                <p:cNvCxnSpPr/>
                <p:nvPr/>
              </p:nvCxnSpPr>
              <p:spPr>
                <a:xfrm rot="10800000" flipH="1">
                  <a:off x="7573280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05" name="Google Shape;1305;p36"/>
              <p:cNvGrpSpPr/>
              <p:nvPr/>
            </p:nvGrpSpPr>
            <p:grpSpPr>
              <a:xfrm>
                <a:off x="751650" y="3006409"/>
                <a:ext cx="7640280" cy="227304"/>
                <a:chOff x="713225" y="2446500"/>
                <a:chExt cx="7717455" cy="246000"/>
              </a:xfrm>
            </p:grpSpPr>
            <p:cxnSp>
              <p:nvCxnSpPr>
                <p:cNvPr id="1306" name="Google Shape;1306;p36"/>
                <p:cNvCxnSpPr/>
                <p:nvPr/>
              </p:nvCxnSpPr>
              <p:spPr>
                <a:xfrm rot="10800000" flipH="1">
                  <a:off x="713225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7" name="Google Shape;1307;p36"/>
                <p:cNvCxnSpPr/>
                <p:nvPr/>
              </p:nvCxnSpPr>
              <p:spPr>
                <a:xfrm>
                  <a:off x="157073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8" name="Google Shape;1308;p36"/>
                <p:cNvCxnSpPr/>
                <p:nvPr/>
              </p:nvCxnSpPr>
              <p:spPr>
                <a:xfrm rot="10800000" flipH="1">
                  <a:off x="242823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9" name="Google Shape;1309;p36"/>
                <p:cNvCxnSpPr/>
                <p:nvPr/>
              </p:nvCxnSpPr>
              <p:spPr>
                <a:xfrm>
                  <a:off x="328574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0" name="Google Shape;1310;p36"/>
                <p:cNvCxnSpPr/>
                <p:nvPr/>
              </p:nvCxnSpPr>
              <p:spPr>
                <a:xfrm rot="10800000" flipH="1">
                  <a:off x="414325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1" name="Google Shape;1311;p36"/>
                <p:cNvCxnSpPr/>
                <p:nvPr/>
              </p:nvCxnSpPr>
              <p:spPr>
                <a:xfrm>
                  <a:off x="500075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2" name="Google Shape;1312;p36"/>
                <p:cNvCxnSpPr/>
                <p:nvPr/>
              </p:nvCxnSpPr>
              <p:spPr>
                <a:xfrm rot="10800000" flipH="1">
                  <a:off x="585826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3" name="Google Shape;1313;p36"/>
                <p:cNvCxnSpPr/>
                <p:nvPr/>
              </p:nvCxnSpPr>
              <p:spPr>
                <a:xfrm>
                  <a:off x="6715773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4" name="Google Shape;1314;p36"/>
                <p:cNvCxnSpPr/>
                <p:nvPr/>
              </p:nvCxnSpPr>
              <p:spPr>
                <a:xfrm rot="10800000" flipH="1">
                  <a:off x="7573280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15" name="Google Shape;1315;p36"/>
              <p:cNvGrpSpPr/>
              <p:nvPr/>
            </p:nvGrpSpPr>
            <p:grpSpPr>
              <a:xfrm>
                <a:off x="751650" y="3280497"/>
                <a:ext cx="7640280" cy="227304"/>
                <a:chOff x="713225" y="2446500"/>
                <a:chExt cx="7717455" cy="246000"/>
              </a:xfrm>
            </p:grpSpPr>
            <p:cxnSp>
              <p:nvCxnSpPr>
                <p:cNvPr id="1316" name="Google Shape;1316;p36"/>
                <p:cNvCxnSpPr/>
                <p:nvPr/>
              </p:nvCxnSpPr>
              <p:spPr>
                <a:xfrm rot="10800000" flipH="1">
                  <a:off x="713225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7" name="Google Shape;1317;p36"/>
                <p:cNvCxnSpPr/>
                <p:nvPr/>
              </p:nvCxnSpPr>
              <p:spPr>
                <a:xfrm>
                  <a:off x="157073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8" name="Google Shape;1318;p36"/>
                <p:cNvCxnSpPr/>
                <p:nvPr/>
              </p:nvCxnSpPr>
              <p:spPr>
                <a:xfrm rot="10800000" flipH="1">
                  <a:off x="242823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9" name="Google Shape;1319;p36"/>
                <p:cNvCxnSpPr/>
                <p:nvPr/>
              </p:nvCxnSpPr>
              <p:spPr>
                <a:xfrm>
                  <a:off x="328574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0" name="Google Shape;1320;p36"/>
                <p:cNvCxnSpPr/>
                <p:nvPr/>
              </p:nvCxnSpPr>
              <p:spPr>
                <a:xfrm rot="10800000" flipH="1">
                  <a:off x="414325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1" name="Google Shape;1321;p36"/>
                <p:cNvCxnSpPr/>
                <p:nvPr/>
              </p:nvCxnSpPr>
              <p:spPr>
                <a:xfrm>
                  <a:off x="500075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2" name="Google Shape;1322;p36"/>
                <p:cNvCxnSpPr/>
                <p:nvPr/>
              </p:nvCxnSpPr>
              <p:spPr>
                <a:xfrm rot="10800000" flipH="1">
                  <a:off x="585826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3" name="Google Shape;1323;p36"/>
                <p:cNvCxnSpPr/>
                <p:nvPr/>
              </p:nvCxnSpPr>
              <p:spPr>
                <a:xfrm>
                  <a:off x="6715773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4" name="Google Shape;1324;p36"/>
                <p:cNvCxnSpPr/>
                <p:nvPr/>
              </p:nvCxnSpPr>
              <p:spPr>
                <a:xfrm rot="10800000" flipH="1">
                  <a:off x="7573280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25" name="Google Shape;1325;p36"/>
              <p:cNvGrpSpPr/>
              <p:nvPr/>
            </p:nvGrpSpPr>
            <p:grpSpPr>
              <a:xfrm>
                <a:off x="751650" y="3554585"/>
                <a:ext cx="7640280" cy="227304"/>
                <a:chOff x="713225" y="2446500"/>
                <a:chExt cx="7717455" cy="246000"/>
              </a:xfrm>
            </p:grpSpPr>
            <p:cxnSp>
              <p:nvCxnSpPr>
                <p:cNvPr id="1326" name="Google Shape;1326;p36"/>
                <p:cNvCxnSpPr/>
                <p:nvPr/>
              </p:nvCxnSpPr>
              <p:spPr>
                <a:xfrm rot="10800000" flipH="1">
                  <a:off x="713225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7" name="Google Shape;1327;p36"/>
                <p:cNvCxnSpPr/>
                <p:nvPr/>
              </p:nvCxnSpPr>
              <p:spPr>
                <a:xfrm>
                  <a:off x="157073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8" name="Google Shape;1328;p36"/>
                <p:cNvCxnSpPr/>
                <p:nvPr/>
              </p:nvCxnSpPr>
              <p:spPr>
                <a:xfrm rot="10800000" flipH="1">
                  <a:off x="242823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9" name="Google Shape;1329;p36"/>
                <p:cNvCxnSpPr/>
                <p:nvPr/>
              </p:nvCxnSpPr>
              <p:spPr>
                <a:xfrm>
                  <a:off x="328574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0" name="Google Shape;1330;p36"/>
                <p:cNvCxnSpPr/>
                <p:nvPr/>
              </p:nvCxnSpPr>
              <p:spPr>
                <a:xfrm rot="10800000" flipH="1">
                  <a:off x="414325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1" name="Google Shape;1331;p36"/>
                <p:cNvCxnSpPr/>
                <p:nvPr/>
              </p:nvCxnSpPr>
              <p:spPr>
                <a:xfrm>
                  <a:off x="500075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2" name="Google Shape;1332;p36"/>
                <p:cNvCxnSpPr/>
                <p:nvPr/>
              </p:nvCxnSpPr>
              <p:spPr>
                <a:xfrm rot="10800000" flipH="1">
                  <a:off x="585826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3" name="Google Shape;1333;p36"/>
                <p:cNvCxnSpPr/>
                <p:nvPr/>
              </p:nvCxnSpPr>
              <p:spPr>
                <a:xfrm>
                  <a:off x="6715773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4" name="Google Shape;1334;p36"/>
                <p:cNvCxnSpPr/>
                <p:nvPr/>
              </p:nvCxnSpPr>
              <p:spPr>
                <a:xfrm rot="10800000" flipH="1">
                  <a:off x="7573280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35" name="Google Shape;1335;p36"/>
              <p:cNvGrpSpPr/>
              <p:nvPr/>
            </p:nvGrpSpPr>
            <p:grpSpPr>
              <a:xfrm>
                <a:off x="751650" y="3828672"/>
                <a:ext cx="7640280" cy="227304"/>
                <a:chOff x="713225" y="2446500"/>
                <a:chExt cx="7717455" cy="246000"/>
              </a:xfrm>
            </p:grpSpPr>
            <p:cxnSp>
              <p:nvCxnSpPr>
                <p:cNvPr id="1336" name="Google Shape;1336;p36"/>
                <p:cNvCxnSpPr/>
                <p:nvPr/>
              </p:nvCxnSpPr>
              <p:spPr>
                <a:xfrm rot="10800000" flipH="1">
                  <a:off x="713225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7" name="Google Shape;1337;p36"/>
                <p:cNvCxnSpPr/>
                <p:nvPr/>
              </p:nvCxnSpPr>
              <p:spPr>
                <a:xfrm>
                  <a:off x="157073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8" name="Google Shape;1338;p36"/>
                <p:cNvCxnSpPr/>
                <p:nvPr/>
              </p:nvCxnSpPr>
              <p:spPr>
                <a:xfrm rot="10800000" flipH="1">
                  <a:off x="242823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9" name="Google Shape;1339;p36"/>
                <p:cNvCxnSpPr/>
                <p:nvPr/>
              </p:nvCxnSpPr>
              <p:spPr>
                <a:xfrm>
                  <a:off x="328574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0" name="Google Shape;1340;p36"/>
                <p:cNvCxnSpPr/>
                <p:nvPr/>
              </p:nvCxnSpPr>
              <p:spPr>
                <a:xfrm rot="10800000" flipH="1">
                  <a:off x="414325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1" name="Google Shape;1341;p36"/>
                <p:cNvCxnSpPr/>
                <p:nvPr/>
              </p:nvCxnSpPr>
              <p:spPr>
                <a:xfrm>
                  <a:off x="500075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2" name="Google Shape;1342;p36"/>
                <p:cNvCxnSpPr/>
                <p:nvPr/>
              </p:nvCxnSpPr>
              <p:spPr>
                <a:xfrm rot="10800000" flipH="1">
                  <a:off x="585826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3" name="Google Shape;1343;p36"/>
                <p:cNvCxnSpPr/>
                <p:nvPr/>
              </p:nvCxnSpPr>
              <p:spPr>
                <a:xfrm>
                  <a:off x="6715773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4" name="Google Shape;1344;p36"/>
                <p:cNvCxnSpPr/>
                <p:nvPr/>
              </p:nvCxnSpPr>
              <p:spPr>
                <a:xfrm rot="10800000" flipH="1">
                  <a:off x="7573280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45" name="Google Shape;1345;p36"/>
              <p:cNvGrpSpPr/>
              <p:nvPr/>
            </p:nvGrpSpPr>
            <p:grpSpPr>
              <a:xfrm>
                <a:off x="751650" y="4102760"/>
                <a:ext cx="7640280" cy="227304"/>
                <a:chOff x="713225" y="2446500"/>
                <a:chExt cx="7717455" cy="246000"/>
              </a:xfrm>
            </p:grpSpPr>
            <p:cxnSp>
              <p:nvCxnSpPr>
                <p:cNvPr id="1346" name="Google Shape;1346;p36"/>
                <p:cNvCxnSpPr/>
                <p:nvPr/>
              </p:nvCxnSpPr>
              <p:spPr>
                <a:xfrm rot="10800000" flipH="1">
                  <a:off x="713225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7" name="Google Shape;1347;p36"/>
                <p:cNvCxnSpPr/>
                <p:nvPr/>
              </p:nvCxnSpPr>
              <p:spPr>
                <a:xfrm>
                  <a:off x="157073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8" name="Google Shape;1348;p36"/>
                <p:cNvCxnSpPr/>
                <p:nvPr/>
              </p:nvCxnSpPr>
              <p:spPr>
                <a:xfrm rot="10800000" flipH="1">
                  <a:off x="242823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9" name="Google Shape;1349;p36"/>
                <p:cNvCxnSpPr/>
                <p:nvPr/>
              </p:nvCxnSpPr>
              <p:spPr>
                <a:xfrm>
                  <a:off x="328574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0" name="Google Shape;1350;p36"/>
                <p:cNvCxnSpPr/>
                <p:nvPr/>
              </p:nvCxnSpPr>
              <p:spPr>
                <a:xfrm rot="10800000" flipH="1">
                  <a:off x="414325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1" name="Google Shape;1351;p36"/>
                <p:cNvCxnSpPr/>
                <p:nvPr/>
              </p:nvCxnSpPr>
              <p:spPr>
                <a:xfrm>
                  <a:off x="500075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2" name="Google Shape;1352;p36"/>
                <p:cNvCxnSpPr/>
                <p:nvPr/>
              </p:nvCxnSpPr>
              <p:spPr>
                <a:xfrm rot="10800000" flipH="1">
                  <a:off x="585826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3" name="Google Shape;1353;p36"/>
                <p:cNvCxnSpPr/>
                <p:nvPr/>
              </p:nvCxnSpPr>
              <p:spPr>
                <a:xfrm>
                  <a:off x="6715773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4" name="Google Shape;1354;p36"/>
                <p:cNvCxnSpPr/>
                <p:nvPr/>
              </p:nvCxnSpPr>
              <p:spPr>
                <a:xfrm rot="10800000" flipH="1">
                  <a:off x="7573280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55" name="Google Shape;1355;p36"/>
              <p:cNvGrpSpPr/>
              <p:nvPr/>
            </p:nvGrpSpPr>
            <p:grpSpPr>
              <a:xfrm>
                <a:off x="751650" y="4376848"/>
                <a:ext cx="7640280" cy="227304"/>
                <a:chOff x="713225" y="2446500"/>
                <a:chExt cx="7717455" cy="246000"/>
              </a:xfrm>
            </p:grpSpPr>
            <p:cxnSp>
              <p:nvCxnSpPr>
                <p:cNvPr id="1356" name="Google Shape;1356;p36"/>
                <p:cNvCxnSpPr/>
                <p:nvPr/>
              </p:nvCxnSpPr>
              <p:spPr>
                <a:xfrm rot="10800000" flipH="1">
                  <a:off x="713225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7" name="Google Shape;1357;p36"/>
                <p:cNvCxnSpPr/>
                <p:nvPr/>
              </p:nvCxnSpPr>
              <p:spPr>
                <a:xfrm>
                  <a:off x="157073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8" name="Google Shape;1358;p36"/>
                <p:cNvCxnSpPr/>
                <p:nvPr/>
              </p:nvCxnSpPr>
              <p:spPr>
                <a:xfrm rot="10800000" flipH="1">
                  <a:off x="242823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9" name="Google Shape;1359;p36"/>
                <p:cNvCxnSpPr/>
                <p:nvPr/>
              </p:nvCxnSpPr>
              <p:spPr>
                <a:xfrm>
                  <a:off x="328574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0" name="Google Shape;1360;p36"/>
                <p:cNvCxnSpPr/>
                <p:nvPr/>
              </p:nvCxnSpPr>
              <p:spPr>
                <a:xfrm rot="10800000" flipH="1">
                  <a:off x="414325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1" name="Google Shape;1361;p36"/>
                <p:cNvCxnSpPr/>
                <p:nvPr/>
              </p:nvCxnSpPr>
              <p:spPr>
                <a:xfrm>
                  <a:off x="500075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2" name="Google Shape;1362;p36"/>
                <p:cNvCxnSpPr/>
                <p:nvPr/>
              </p:nvCxnSpPr>
              <p:spPr>
                <a:xfrm rot="10800000" flipH="1">
                  <a:off x="585826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3" name="Google Shape;1363;p36"/>
                <p:cNvCxnSpPr/>
                <p:nvPr/>
              </p:nvCxnSpPr>
              <p:spPr>
                <a:xfrm>
                  <a:off x="6715773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4" name="Google Shape;1364;p36"/>
                <p:cNvCxnSpPr/>
                <p:nvPr/>
              </p:nvCxnSpPr>
              <p:spPr>
                <a:xfrm rot="10800000" flipH="1">
                  <a:off x="7573280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65" name="Google Shape;1365;p36"/>
              <p:cNvGrpSpPr/>
              <p:nvPr/>
            </p:nvGrpSpPr>
            <p:grpSpPr>
              <a:xfrm>
                <a:off x="751650" y="1087727"/>
                <a:ext cx="7640280" cy="227304"/>
                <a:chOff x="713225" y="1259900"/>
                <a:chExt cx="7717455" cy="246000"/>
              </a:xfrm>
            </p:grpSpPr>
            <p:cxnSp>
              <p:nvCxnSpPr>
                <p:cNvPr id="1366" name="Google Shape;1366;p36"/>
                <p:cNvCxnSpPr/>
                <p:nvPr/>
              </p:nvCxnSpPr>
              <p:spPr>
                <a:xfrm rot="10800000" flipH="1">
                  <a:off x="713225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7" name="Google Shape;1367;p36"/>
                <p:cNvCxnSpPr/>
                <p:nvPr/>
              </p:nvCxnSpPr>
              <p:spPr>
                <a:xfrm>
                  <a:off x="1570732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8" name="Google Shape;1368;p36"/>
                <p:cNvCxnSpPr/>
                <p:nvPr/>
              </p:nvCxnSpPr>
              <p:spPr>
                <a:xfrm rot="10800000" flipH="1">
                  <a:off x="2428239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9" name="Google Shape;1369;p36"/>
                <p:cNvCxnSpPr/>
                <p:nvPr/>
              </p:nvCxnSpPr>
              <p:spPr>
                <a:xfrm>
                  <a:off x="3285746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0" name="Google Shape;1370;p36"/>
                <p:cNvCxnSpPr/>
                <p:nvPr/>
              </p:nvCxnSpPr>
              <p:spPr>
                <a:xfrm rot="10800000" flipH="1">
                  <a:off x="4143252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1" name="Google Shape;1371;p36"/>
                <p:cNvCxnSpPr/>
                <p:nvPr/>
              </p:nvCxnSpPr>
              <p:spPr>
                <a:xfrm>
                  <a:off x="5000759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2" name="Google Shape;1372;p36"/>
                <p:cNvCxnSpPr/>
                <p:nvPr/>
              </p:nvCxnSpPr>
              <p:spPr>
                <a:xfrm rot="10800000" flipH="1">
                  <a:off x="5858266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3" name="Google Shape;1373;p36"/>
                <p:cNvCxnSpPr/>
                <p:nvPr/>
              </p:nvCxnSpPr>
              <p:spPr>
                <a:xfrm>
                  <a:off x="6715773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4" name="Google Shape;1374;p36"/>
                <p:cNvCxnSpPr/>
                <p:nvPr/>
              </p:nvCxnSpPr>
              <p:spPr>
                <a:xfrm rot="10800000" flipH="1">
                  <a:off x="7573280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75" name="Google Shape;1375;p36"/>
              <p:cNvGrpSpPr/>
              <p:nvPr/>
            </p:nvGrpSpPr>
            <p:grpSpPr>
              <a:xfrm>
                <a:off x="751650" y="813639"/>
                <a:ext cx="7640280" cy="227304"/>
                <a:chOff x="713225" y="1259900"/>
                <a:chExt cx="7717455" cy="246000"/>
              </a:xfrm>
            </p:grpSpPr>
            <p:cxnSp>
              <p:nvCxnSpPr>
                <p:cNvPr id="1376" name="Google Shape;1376;p36"/>
                <p:cNvCxnSpPr/>
                <p:nvPr/>
              </p:nvCxnSpPr>
              <p:spPr>
                <a:xfrm rot="10800000" flipH="1">
                  <a:off x="713225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7" name="Google Shape;1377;p36"/>
                <p:cNvCxnSpPr/>
                <p:nvPr/>
              </p:nvCxnSpPr>
              <p:spPr>
                <a:xfrm>
                  <a:off x="1570732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8" name="Google Shape;1378;p36"/>
                <p:cNvCxnSpPr/>
                <p:nvPr/>
              </p:nvCxnSpPr>
              <p:spPr>
                <a:xfrm rot="10800000" flipH="1">
                  <a:off x="2428239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9" name="Google Shape;1379;p36"/>
                <p:cNvCxnSpPr/>
                <p:nvPr/>
              </p:nvCxnSpPr>
              <p:spPr>
                <a:xfrm>
                  <a:off x="3285746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0" name="Google Shape;1380;p36"/>
                <p:cNvCxnSpPr/>
                <p:nvPr/>
              </p:nvCxnSpPr>
              <p:spPr>
                <a:xfrm rot="10800000" flipH="1">
                  <a:off x="4143252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1" name="Google Shape;1381;p36"/>
                <p:cNvCxnSpPr/>
                <p:nvPr/>
              </p:nvCxnSpPr>
              <p:spPr>
                <a:xfrm>
                  <a:off x="5000759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2" name="Google Shape;1382;p36"/>
                <p:cNvCxnSpPr/>
                <p:nvPr/>
              </p:nvCxnSpPr>
              <p:spPr>
                <a:xfrm rot="10800000" flipH="1">
                  <a:off x="5858266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3" name="Google Shape;1383;p36"/>
                <p:cNvCxnSpPr/>
                <p:nvPr/>
              </p:nvCxnSpPr>
              <p:spPr>
                <a:xfrm>
                  <a:off x="6715773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4" name="Google Shape;1384;p36"/>
                <p:cNvCxnSpPr/>
                <p:nvPr/>
              </p:nvCxnSpPr>
              <p:spPr>
                <a:xfrm rot="10800000" flipH="1">
                  <a:off x="7573280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85" name="Google Shape;1385;p36"/>
              <p:cNvGrpSpPr/>
              <p:nvPr/>
            </p:nvGrpSpPr>
            <p:grpSpPr>
              <a:xfrm>
                <a:off x="751650" y="539551"/>
                <a:ext cx="7640280" cy="227304"/>
                <a:chOff x="713225" y="1259900"/>
                <a:chExt cx="7717455" cy="246000"/>
              </a:xfrm>
            </p:grpSpPr>
            <p:cxnSp>
              <p:nvCxnSpPr>
                <p:cNvPr id="1386" name="Google Shape;1386;p36"/>
                <p:cNvCxnSpPr/>
                <p:nvPr/>
              </p:nvCxnSpPr>
              <p:spPr>
                <a:xfrm rot="10800000" flipH="1">
                  <a:off x="713225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7" name="Google Shape;1387;p36"/>
                <p:cNvCxnSpPr/>
                <p:nvPr/>
              </p:nvCxnSpPr>
              <p:spPr>
                <a:xfrm>
                  <a:off x="1570732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8" name="Google Shape;1388;p36"/>
                <p:cNvCxnSpPr/>
                <p:nvPr/>
              </p:nvCxnSpPr>
              <p:spPr>
                <a:xfrm rot="10800000" flipH="1">
                  <a:off x="2428239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9" name="Google Shape;1389;p36"/>
                <p:cNvCxnSpPr/>
                <p:nvPr/>
              </p:nvCxnSpPr>
              <p:spPr>
                <a:xfrm>
                  <a:off x="3285746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90" name="Google Shape;1390;p36"/>
                <p:cNvCxnSpPr/>
                <p:nvPr/>
              </p:nvCxnSpPr>
              <p:spPr>
                <a:xfrm rot="10800000" flipH="1">
                  <a:off x="4143252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91" name="Google Shape;1391;p36"/>
                <p:cNvCxnSpPr/>
                <p:nvPr/>
              </p:nvCxnSpPr>
              <p:spPr>
                <a:xfrm>
                  <a:off x="5000759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92" name="Google Shape;1392;p36"/>
                <p:cNvCxnSpPr/>
                <p:nvPr/>
              </p:nvCxnSpPr>
              <p:spPr>
                <a:xfrm rot="10800000" flipH="1">
                  <a:off x="5858266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93" name="Google Shape;1393;p36"/>
                <p:cNvCxnSpPr/>
                <p:nvPr/>
              </p:nvCxnSpPr>
              <p:spPr>
                <a:xfrm>
                  <a:off x="6715773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94" name="Google Shape;1394;p36"/>
                <p:cNvCxnSpPr/>
                <p:nvPr/>
              </p:nvCxnSpPr>
              <p:spPr>
                <a:xfrm rot="10800000" flipH="1">
                  <a:off x="7573280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395" name="Google Shape;1395;p36"/>
          <p:cNvSpPr txBox="1">
            <a:spLocks noGrp="1"/>
          </p:cNvSpPr>
          <p:nvPr>
            <p:ph type="title"/>
          </p:nvPr>
        </p:nvSpPr>
        <p:spPr>
          <a:xfrm>
            <a:off x="2952000" y="1128113"/>
            <a:ext cx="32400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396" name="Google Shape;1396;p36"/>
          <p:cNvSpPr txBox="1">
            <a:spLocks noGrp="1"/>
          </p:cNvSpPr>
          <p:nvPr>
            <p:ph type="title" idx="2"/>
          </p:nvPr>
        </p:nvSpPr>
        <p:spPr>
          <a:xfrm>
            <a:off x="1525804" y="2445807"/>
            <a:ext cx="6092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397" name="Google Shape;1397;p36"/>
          <p:cNvSpPr txBox="1">
            <a:spLocks noGrp="1"/>
          </p:cNvSpPr>
          <p:nvPr>
            <p:ph type="subTitle" idx="1"/>
          </p:nvPr>
        </p:nvSpPr>
        <p:spPr>
          <a:xfrm>
            <a:off x="2296975" y="2857025"/>
            <a:ext cx="4549800" cy="5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98" name="Google Shape;1398;p36"/>
          <p:cNvSpPr txBox="1">
            <a:spLocks noGrp="1"/>
          </p:cNvSpPr>
          <p:nvPr>
            <p:ph type="subTitle" idx="3"/>
          </p:nvPr>
        </p:nvSpPr>
        <p:spPr>
          <a:xfrm>
            <a:off x="2707300" y="2005425"/>
            <a:ext cx="3729300" cy="36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2">
  <p:cSld name="CUSTOM_1_1_1_1_1_1_1_1_1_1_1_1"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0" name="Google Shape;1400;p37"/>
          <p:cNvGrpSpPr/>
          <p:nvPr/>
        </p:nvGrpSpPr>
        <p:grpSpPr>
          <a:xfrm>
            <a:off x="-960035" y="-115628"/>
            <a:ext cx="11524413" cy="6441315"/>
            <a:chOff x="-960035" y="-115628"/>
            <a:chExt cx="11524413" cy="6441315"/>
          </a:xfrm>
        </p:grpSpPr>
        <p:sp>
          <p:nvSpPr>
            <p:cNvPr id="1401" name="Google Shape;1401;p37"/>
            <p:cNvSpPr/>
            <p:nvPr/>
          </p:nvSpPr>
          <p:spPr>
            <a:xfrm>
              <a:off x="426875" y="4317650"/>
              <a:ext cx="572700" cy="5727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7"/>
            <p:cNvSpPr/>
            <p:nvPr/>
          </p:nvSpPr>
          <p:spPr>
            <a:xfrm rot="10800000">
              <a:off x="8144425" y="253150"/>
              <a:ext cx="572700" cy="5727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03" name="Google Shape;1403;p37"/>
            <p:cNvGrpSpPr/>
            <p:nvPr/>
          </p:nvGrpSpPr>
          <p:grpSpPr>
            <a:xfrm rot="-1800044">
              <a:off x="-612360" y="584891"/>
              <a:ext cx="3420225" cy="2307137"/>
              <a:chOff x="167100" y="203900"/>
              <a:chExt cx="3420300" cy="2307188"/>
            </a:xfrm>
          </p:grpSpPr>
          <p:sp>
            <p:nvSpPr>
              <p:cNvPr id="1404" name="Google Shape;1404;p37"/>
              <p:cNvSpPr/>
              <p:nvPr/>
            </p:nvSpPr>
            <p:spPr>
              <a:xfrm>
                <a:off x="167100" y="253150"/>
                <a:ext cx="1741200" cy="203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37"/>
              <p:cNvSpPr/>
              <p:nvPr/>
            </p:nvSpPr>
            <p:spPr>
              <a:xfrm>
                <a:off x="167100" y="532325"/>
                <a:ext cx="2643600" cy="4287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37"/>
              <p:cNvSpPr/>
              <p:nvPr/>
            </p:nvSpPr>
            <p:spPr>
              <a:xfrm>
                <a:off x="3035175" y="598200"/>
                <a:ext cx="297000" cy="297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37"/>
              <p:cNvSpPr/>
              <p:nvPr/>
            </p:nvSpPr>
            <p:spPr>
              <a:xfrm>
                <a:off x="2046625" y="253150"/>
                <a:ext cx="203700" cy="203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37"/>
              <p:cNvSpPr/>
              <p:nvPr/>
            </p:nvSpPr>
            <p:spPr>
              <a:xfrm>
                <a:off x="167100" y="1151600"/>
                <a:ext cx="1779900" cy="297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37"/>
              <p:cNvSpPr/>
              <p:nvPr/>
            </p:nvSpPr>
            <p:spPr>
              <a:xfrm>
                <a:off x="2139925" y="1244900"/>
                <a:ext cx="110400" cy="110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37"/>
              <p:cNvSpPr/>
              <p:nvPr/>
            </p:nvSpPr>
            <p:spPr>
              <a:xfrm>
                <a:off x="167100" y="1552950"/>
                <a:ext cx="3420300" cy="232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37"/>
              <p:cNvSpPr/>
              <p:nvPr/>
            </p:nvSpPr>
            <p:spPr>
              <a:xfrm>
                <a:off x="167100" y="1889500"/>
                <a:ext cx="2083200" cy="203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37"/>
              <p:cNvSpPr/>
              <p:nvPr/>
            </p:nvSpPr>
            <p:spPr>
              <a:xfrm>
                <a:off x="2499300" y="1889500"/>
                <a:ext cx="203700" cy="2037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37"/>
              <p:cNvSpPr/>
              <p:nvPr/>
            </p:nvSpPr>
            <p:spPr>
              <a:xfrm>
                <a:off x="2554873" y="1144297"/>
                <a:ext cx="315300" cy="31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37"/>
              <p:cNvSpPr/>
              <p:nvPr/>
            </p:nvSpPr>
            <p:spPr>
              <a:xfrm>
                <a:off x="2796300" y="203900"/>
                <a:ext cx="110400" cy="110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37"/>
              <p:cNvSpPr/>
              <p:nvPr/>
            </p:nvSpPr>
            <p:spPr>
              <a:xfrm>
                <a:off x="2296975" y="2400688"/>
                <a:ext cx="110400" cy="110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6" name="Google Shape;1416;p37"/>
            <p:cNvGrpSpPr/>
            <p:nvPr/>
          </p:nvGrpSpPr>
          <p:grpSpPr>
            <a:xfrm rot="-8100000">
              <a:off x="7047134" y="3237384"/>
              <a:ext cx="3165049" cy="2307165"/>
              <a:chOff x="167096" y="203900"/>
              <a:chExt cx="3165079" cy="2307188"/>
            </a:xfrm>
          </p:grpSpPr>
          <p:sp>
            <p:nvSpPr>
              <p:cNvPr id="1417" name="Google Shape;1417;p37"/>
              <p:cNvSpPr/>
              <p:nvPr/>
            </p:nvSpPr>
            <p:spPr>
              <a:xfrm>
                <a:off x="167100" y="253150"/>
                <a:ext cx="1741200" cy="203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37"/>
              <p:cNvSpPr/>
              <p:nvPr/>
            </p:nvSpPr>
            <p:spPr>
              <a:xfrm>
                <a:off x="167100" y="532325"/>
                <a:ext cx="2643600" cy="4287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37"/>
              <p:cNvSpPr/>
              <p:nvPr/>
            </p:nvSpPr>
            <p:spPr>
              <a:xfrm>
                <a:off x="3035175" y="598200"/>
                <a:ext cx="297000" cy="297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37"/>
              <p:cNvSpPr/>
              <p:nvPr/>
            </p:nvSpPr>
            <p:spPr>
              <a:xfrm>
                <a:off x="2046625" y="253150"/>
                <a:ext cx="203700" cy="203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37"/>
              <p:cNvSpPr/>
              <p:nvPr/>
            </p:nvSpPr>
            <p:spPr>
              <a:xfrm>
                <a:off x="167100" y="1151600"/>
                <a:ext cx="1779900" cy="297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7"/>
              <p:cNvSpPr/>
              <p:nvPr/>
            </p:nvSpPr>
            <p:spPr>
              <a:xfrm>
                <a:off x="2139925" y="1244900"/>
                <a:ext cx="110400" cy="110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7"/>
              <p:cNvSpPr/>
              <p:nvPr/>
            </p:nvSpPr>
            <p:spPr>
              <a:xfrm>
                <a:off x="167096" y="1552953"/>
                <a:ext cx="1590300" cy="232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7"/>
              <p:cNvSpPr/>
              <p:nvPr/>
            </p:nvSpPr>
            <p:spPr>
              <a:xfrm>
                <a:off x="167100" y="1889500"/>
                <a:ext cx="2083200" cy="203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37"/>
              <p:cNvSpPr/>
              <p:nvPr/>
            </p:nvSpPr>
            <p:spPr>
              <a:xfrm>
                <a:off x="2499300" y="1889500"/>
                <a:ext cx="203700" cy="2037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37"/>
              <p:cNvSpPr/>
              <p:nvPr/>
            </p:nvSpPr>
            <p:spPr>
              <a:xfrm>
                <a:off x="2487397" y="1076798"/>
                <a:ext cx="450300" cy="450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37"/>
              <p:cNvSpPr/>
              <p:nvPr/>
            </p:nvSpPr>
            <p:spPr>
              <a:xfrm>
                <a:off x="2796300" y="203900"/>
                <a:ext cx="110400" cy="110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37"/>
              <p:cNvSpPr/>
              <p:nvPr/>
            </p:nvSpPr>
            <p:spPr>
              <a:xfrm>
                <a:off x="2296975" y="2400688"/>
                <a:ext cx="110400" cy="110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29" name="Google Shape;1429;p37"/>
          <p:cNvSpPr txBox="1">
            <a:spLocks noGrp="1"/>
          </p:cNvSpPr>
          <p:nvPr>
            <p:ph type="title"/>
          </p:nvPr>
        </p:nvSpPr>
        <p:spPr>
          <a:xfrm>
            <a:off x="4488975" y="673450"/>
            <a:ext cx="34845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430" name="Google Shape;1430;p37"/>
          <p:cNvSpPr txBox="1">
            <a:spLocks noGrp="1"/>
          </p:cNvSpPr>
          <p:nvPr>
            <p:ph type="title" idx="2"/>
          </p:nvPr>
        </p:nvSpPr>
        <p:spPr>
          <a:xfrm>
            <a:off x="3520750" y="191492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431" name="Google Shape;1431;p37"/>
          <p:cNvSpPr txBox="1">
            <a:spLocks noGrp="1"/>
          </p:cNvSpPr>
          <p:nvPr>
            <p:ph type="subTitle" idx="1"/>
          </p:nvPr>
        </p:nvSpPr>
        <p:spPr>
          <a:xfrm>
            <a:off x="3520750" y="2487625"/>
            <a:ext cx="44526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32" name="Google Shape;1432;p37"/>
          <p:cNvSpPr txBox="1">
            <a:spLocks noGrp="1"/>
          </p:cNvSpPr>
          <p:nvPr>
            <p:ph type="subTitle" idx="3"/>
          </p:nvPr>
        </p:nvSpPr>
        <p:spPr>
          <a:xfrm>
            <a:off x="4244275" y="1518954"/>
            <a:ext cx="3729300" cy="36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3">
  <p:cSld name="CUSTOM_1_1_1_1_1_1_1_1_1_1_1_1_1">
    <p:spTree>
      <p:nvGrpSpPr>
        <p:cNvPr id="1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38"/>
          <p:cNvSpPr txBox="1">
            <a:spLocks noGrp="1"/>
          </p:cNvSpPr>
          <p:nvPr>
            <p:ph type="title"/>
          </p:nvPr>
        </p:nvSpPr>
        <p:spPr>
          <a:xfrm>
            <a:off x="2866625" y="673450"/>
            <a:ext cx="34167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435" name="Google Shape;1435;p38"/>
          <p:cNvSpPr txBox="1">
            <a:spLocks noGrp="1"/>
          </p:cNvSpPr>
          <p:nvPr>
            <p:ph type="title" idx="2"/>
          </p:nvPr>
        </p:nvSpPr>
        <p:spPr>
          <a:xfrm>
            <a:off x="2345825" y="206732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436" name="Google Shape;1436;p38"/>
          <p:cNvSpPr txBox="1">
            <a:spLocks noGrp="1"/>
          </p:cNvSpPr>
          <p:nvPr>
            <p:ph type="subTitle" idx="1"/>
          </p:nvPr>
        </p:nvSpPr>
        <p:spPr>
          <a:xfrm>
            <a:off x="2345575" y="2622038"/>
            <a:ext cx="4452600" cy="64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37" name="Google Shape;1437;p38"/>
          <p:cNvSpPr txBox="1">
            <a:spLocks noGrp="1"/>
          </p:cNvSpPr>
          <p:nvPr>
            <p:ph type="subTitle" idx="3"/>
          </p:nvPr>
        </p:nvSpPr>
        <p:spPr>
          <a:xfrm>
            <a:off x="2345800" y="1703150"/>
            <a:ext cx="4452600" cy="36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1438" name="Google Shape;1438;p38"/>
          <p:cNvGrpSpPr/>
          <p:nvPr/>
        </p:nvGrpSpPr>
        <p:grpSpPr>
          <a:xfrm>
            <a:off x="-241077" y="-384847"/>
            <a:ext cx="9746327" cy="5641992"/>
            <a:chOff x="-241077" y="-384847"/>
            <a:chExt cx="9746327" cy="5641992"/>
          </a:xfrm>
        </p:grpSpPr>
        <p:grpSp>
          <p:nvGrpSpPr>
            <p:cNvPr id="1439" name="Google Shape;1439;p38"/>
            <p:cNvGrpSpPr/>
            <p:nvPr/>
          </p:nvGrpSpPr>
          <p:grpSpPr>
            <a:xfrm rot="-5400000">
              <a:off x="7479124" y="-230622"/>
              <a:ext cx="1255500" cy="947050"/>
              <a:chOff x="1062825" y="3911850"/>
              <a:chExt cx="1255500" cy="947050"/>
            </a:xfrm>
          </p:grpSpPr>
          <p:sp>
            <p:nvSpPr>
              <p:cNvPr id="1440" name="Google Shape;1440;p38"/>
              <p:cNvSpPr/>
              <p:nvPr/>
            </p:nvSpPr>
            <p:spPr>
              <a:xfrm>
                <a:off x="10628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38"/>
              <p:cNvSpPr/>
              <p:nvPr/>
            </p:nvSpPr>
            <p:spPr>
              <a:xfrm>
                <a:off x="12152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38"/>
              <p:cNvSpPr/>
              <p:nvPr/>
            </p:nvSpPr>
            <p:spPr>
              <a:xfrm>
                <a:off x="13676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38"/>
              <p:cNvSpPr/>
              <p:nvPr/>
            </p:nvSpPr>
            <p:spPr>
              <a:xfrm>
                <a:off x="15200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38"/>
              <p:cNvSpPr/>
              <p:nvPr/>
            </p:nvSpPr>
            <p:spPr>
              <a:xfrm>
                <a:off x="16724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8"/>
              <p:cNvSpPr/>
              <p:nvPr/>
            </p:nvSpPr>
            <p:spPr>
              <a:xfrm>
                <a:off x="18248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38"/>
              <p:cNvSpPr/>
              <p:nvPr/>
            </p:nvSpPr>
            <p:spPr>
              <a:xfrm>
                <a:off x="19772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38"/>
              <p:cNvSpPr/>
              <p:nvPr/>
            </p:nvSpPr>
            <p:spPr>
              <a:xfrm>
                <a:off x="21296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8"/>
              <p:cNvSpPr/>
              <p:nvPr/>
            </p:nvSpPr>
            <p:spPr>
              <a:xfrm>
                <a:off x="22820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8"/>
              <p:cNvSpPr/>
              <p:nvPr/>
            </p:nvSpPr>
            <p:spPr>
              <a:xfrm>
                <a:off x="10628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38"/>
              <p:cNvSpPr/>
              <p:nvPr/>
            </p:nvSpPr>
            <p:spPr>
              <a:xfrm>
                <a:off x="12152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8"/>
              <p:cNvSpPr/>
              <p:nvPr/>
            </p:nvSpPr>
            <p:spPr>
              <a:xfrm>
                <a:off x="13676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8"/>
              <p:cNvSpPr/>
              <p:nvPr/>
            </p:nvSpPr>
            <p:spPr>
              <a:xfrm>
                <a:off x="15200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38"/>
              <p:cNvSpPr/>
              <p:nvPr/>
            </p:nvSpPr>
            <p:spPr>
              <a:xfrm>
                <a:off x="16724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38"/>
              <p:cNvSpPr/>
              <p:nvPr/>
            </p:nvSpPr>
            <p:spPr>
              <a:xfrm>
                <a:off x="18248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38"/>
              <p:cNvSpPr/>
              <p:nvPr/>
            </p:nvSpPr>
            <p:spPr>
              <a:xfrm>
                <a:off x="19772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38"/>
              <p:cNvSpPr/>
              <p:nvPr/>
            </p:nvSpPr>
            <p:spPr>
              <a:xfrm>
                <a:off x="21296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38"/>
              <p:cNvSpPr/>
              <p:nvPr/>
            </p:nvSpPr>
            <p:spPr>
              <a:xfrm>
                <a:off x="22820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38"/>
              <p:cNvSpPr/>
              <p:nvPr/>
            </p:nvSpPr>
            <p:spPr>
              <a:xfrm>
                <a:off x="10628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38"/>
              <p:cNvSpPr/>
              <p:nvPr/>
            </p:nvSpPr>
            <p:spPr>
              <a:xfrm>
                <a:off x="12152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38"/>
              <p:cNvSpPr/>
              <p:nvPr/>
            </p:nvSpPr>
            <p:spPr>
              <a:xfrm>
                <a:off x="13676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38"/>
              <p:cNvSpPr/>
              <p:nvPr/>
            </p:nvSpPr>
            <p:spPr>
              <a:xfrm>
                <a:off x="15200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38"/>
              <p:cNvSpPr/>
              <p:nvPr/>
            </p:nvSpPr>
            <p:spPr>
              <a:xfrm>
                <a:off x="16724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38"/>
              <p:cNvSpPr/>
              <p:nvPr/>
            </p:nvSpPr>
            <p:spPr>
              <a:xfrm>
                <a:off x="18248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38"/>
              <p:cNvSpPr/>
              <p:nvPr/>
            </p:nvSpPr>
            <p:spPr>
              <a:xfrm>
                <a:off x="19772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38"/>
              <p:cNvSpPr/>
              <p:nvPr/>
            </p:nvSpPr>
            <p:spPr>
              <a:xfrm>
                <a:off x="21296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38"/>
              <p:cNvSpPr/>
              <p:nvPr/>
            </p:nvSpPr>
            <p:spPr>
              <a:xfrm>
                <a:off x="22820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38"/>
              <p:cNvSpPr/>
              <p:nvPr/>
            </p:nvSpPr>
            <p:spPr>
              <a:xfrm>
                <a:off x="10628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38"/>
              <p:cNvSpPr/>
              <p:nvPr/>
            </p:nvSpPr>
            <p:spPr>
              <a:xfrm>
                <a:off x="12152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38"/>
              <p:cNvSpPr/>
              <p:nvPr/>
            </p:nvSpPr>
            <p:spPr>
              <a:xfrm>
                <a:off x="13676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38"/>
              <p:cNvSpPr/>
              <p:nvPr/>
            </p:nvSpPr>
            <p:spPr>
              <a:xfrm>
                <a:off x="15200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38"/>
              <p:cNvSpPr/>
              <p:nvPr/>
            </p:nvSpPr>
            <p:spPr>
              <a:xfrm>
                <a:off x="16724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38"/>
              <p:cNvSpPr/>
              <p:nvPr/>
            </p:nvSpPr>
            <p:spPr>
              <a:xfrm>
                <a:off x="18248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38"/>
              <p:cNvSpPr/>
              <p:nvPr/>
            </p:nvSpPr>
            <p:spPr>
              <a:xfrm>
                <a:off x="19772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38"/>
              <p:cNvSpPr/>
              <p:nvPr/>
            </p:nvSpPr>
            <p:spPr>
              <a:xfrm>
                <a:off x="21296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38"/>
              <p:cNvSpPr/>
              <p:nvPr/>
            </p:nvSpPr>
            <p:spPr>
              <a:xfrm>
                <a:off x="22820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38"/>
              <p:cNvSpPr/>
              <p:nvPr/>
            </p:nvSpPr>
            <p:spPr>
              <a:xfrm>
                <a:off x="10628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38"/>
              <p:cNvSpPr/>
              <p:nvPr/>
            </p:nvSpPr>
            <p:spPr>
              <a:xfrm>
                <a:off x="12152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38"/>
              <p:cNvSpPr/>
              <p:nvPr/>
            </p:nvSpPr>
            <p:spPr>
              <a:xfrm>
                <a:off x="13676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38"/>
              <p:cNvSpPr/>
              <p:nvPr/>
            </p:nvSpPr>
            <p:spPr>
              <a:xfrm>
                <a:off x="15200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8"/>
              <p:cNvSpPr/>
              <p:nvPr/>
            </p:nvSpPr>
            <p:spPr>
              <a:xfrm>
                <a:off x="16724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8"/>
              <p:cNvSpPr/>
              <p:nvPr/>
            </p:nvSpPr>
            <p:spPr>
              <a:xfrm>
                <a:off x="18248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38"/>
              <p:cNvSpPr/>
              <p:nvPr/>
            </p:nvSpPr>
            <p:spPr>
              <a:xfrm>
                <a:off x="19772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38"/>
              <p:cNvSpPr/>
              <p:nvPr/>
            </p:nvSpPr>
            <p:spPr>
              <a:xfrm>
                <a:off x="21296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38"/>
              <p:cNvSpPr/>
              <p:nvPr/>
            </p:nvSpPr>
            <p:spPr>
              <a:xfrm>
                <a:off x="22820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38"/>
              <p:cNvSpPr/>
              <p:nvPr/>
            </p:nvSpPr>
            <p:spPr>
              <a:xfrm>
                <a:off x="10628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8"/>
              <p:cNvSpPr/>
              <p:nvPr/>
            </p:nvSpPr>
            <p:spPr>
              <a:xfrm>
                <a:off x="12152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8"/>
              <p:cNvSpPr/>
              <p:nvPr/>
            </p:nvSpPr>
            <p:spPr>
              <a:xfrm>
                <a:off x="13676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8"/>
              <p:cNvSpPr/>
              <p:nvPr/>
            </p:nvSpPr>
            <p:spPr>
              <a:xfrm>
                <a:off x="15200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16724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18248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/>
              <p:cNvSpPr/>
              <p:nvPr/>
            </p:nvSpPr>
            <p:spPr>
              <a:xfrm>
                <a:off x="19772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8"/>
              <p:cNvSpPr/>
              <p:nvPr/>
            </p:nvSpPr>
            <p:spPr>
              <a:xfrm>
                <a:off x="21296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8"/>
              <p:cNvSpPr/>
              <p:nvPr/>
            </p:nvSpPr>
            <p:spPr>
              <a:xfrm>
                <a:off x="22820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94" name="Google Shape;1494;p38"/>
            <p:cNvSpPr/>
            <p:nvPr/>
          </p:nvSpPr>
          <p:spPr>
            <a:xfrm rot="5400000">
              <a:off x="487500" y="0"/>
              <a:ext cx="1359300" cy="13593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5" name="Google Shape;1495;p38"/>
            <p:cNvGrpSpPr/>
            <p:nvPr/>
          </p:nvGrpSpPr>
          <p:grpSpPr>
            <a:xfrm rot="-2700000">
              <a:off x="406688" y="228399"/>
              <a:ext cx="1255488" cy="947041"/>
              <a:chOff x="1062825" y="3911850"/>
              <a:chExt cx="1255500" cy="947050"/>
            </a:xfrm>
          </p:grpSpPr>
          <p:sp>
            <p:nvSpPr>
              <p:cNvPr id="1496" name="Google Shape;1496;p38"/>
              <p:cNvSpPr/>
              <p:nvPr/>
            </p:nvSpPr>
            <p:spPr>
              <a:xfrm>
                <a:off x="10628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8"/>
              <p:cNvSpPr/>
              <p:nvPr/>
            </p:nvSpPr>
            <p:spPr>
              <a:xfrm>
                <a:off x="12152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8"/>
              <p:cNvSpPr/>
              <p:nvPr/>
            </p:nvSpPr>
            <p:spPr>
              <a:xfrm>
                <a:off x="13676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8"/>
              <p:cNvSpPr/>
              <p:nvPr/>
            </p:nvSpPr>
            <p:spPr>
              <a:xfrm>
                <a:off x="15200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8"/>
              <p:cNvSpPr/>
              <p:nvPr/>
            </p:nvSpPr>
            <p:spPr>
              <a:xfrm>
                <a:off x="16724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18248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19772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21296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22820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10628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12152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/>
              <p:cNvSpPr/>
              <p:nvPr/>
            </p:nvSpPr>
            <p:spPr>
              <a:xfrm>
                <a:off x="13676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38"/>
              <p:cNvSpPr/>
              <p:nvPr/>
            </p:nvSpPr>
            <p:spPr>
              <a:xfrm>
                <a:off x="15200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16724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18248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19772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21296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22820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10628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/>
              <p:cNvSpPr/>
              <p:nvPr/>
            </p:nvSpPr>
            <p:spPr>
              <a:xfrm>
                <a:off x="12152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38"/>
              <p:cNvSpPr/>
              <p:nvPr/>
            </p:nvSpPr>
            <p:spPr>
              <a:xfrm>
                <a:off x="13676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8"/>
              <p:cNvSpPr/>
              <p:nvPr/>
            </p:nvSpPr>
            <p:spPr>
              <a:xfrm>
                <a:off x="15200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/>
              <p:cNvSpPr/>
              <p:nvPr/>
            </p:nvSpPr>
            <p:spPr>
              <a:xfrm>
                <a:off x="16724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8"/>
              <p:cNvSpPr/>
              <p:nvPr/>
            </p:nvSpPr>
            <p:spPr>
              <a:xfrm>
                <a:off x="18248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19772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21296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38"/>
              <p:cNvSpPr/>
              <p:nvPr/>
            </p:nvSpPr>
            <p:spPr>
              <a:xfrm>
                <a:off x="22820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38"/>
              <p:cNvSpPr/>
              <p:nvPr/>
            </p:nvSpPr>
            <p:spPr>
              <a:xfrm>
                <a:off x="10628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8"/>
              <p:cNvSpPr/>
              <p:nvPr/>
            </p:nvSpPr>
            <p:spPr>
              <a:xfrm>
                <a:off x="12152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8"/>
              <p:cNvSpPr/>
              <p:nvPr/>
            </p:nvSpPr>
            <p:spPr>
              <a:xfrm>
                <a:off x="13676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8"/>
              <p:cNvSpPr/>
              <p:nvPr/>
            </p:nvSpPr>
            <p:spPr>
              <a:xfrm>
                <a:off x="15200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38"/>
              <p:cNvSpPr/>
              <p:nvPr/>
            </p:nvSpPr>
            <p:spPr>
              <a:xfrm>
                <a:off x="16724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38"/>
              <p:cNvSpPr/>
              <p:nvPr/>
            </p:nvSpPr>
            <p:spPr>
              <a:xfrm>
                <a:off x="18248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8"/>
              <p:cNvSpPr/>
              <p:nvPr/>
            </p:nvSpPr>
            <p:spPr>
              <a:xfrm>
                <a:off x="19772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8"/>
              <p:cNvSpPr/>
              <p:nvPr/>
            </p:nvSpPr>
            <p:spPr>
              <a:xfrm>
                <a:off x="21296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8"/>
              <p:cNvSpPr/>
              <p:nvPr/>
            </p:nvSpPr>
            <p:spPr>
              <a:xfrm>
                <a:off x="22820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38"/>
              <p:cNvSpPr/>
              <p:nvPr/>
            </p:nvSpPr>
            <p:spPr>
              <a:xfrm>
                <a:off x="10628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38"/>
              <p:cNvSpPr/>
              <p:nvPr/>
            </p:nvSpPr>
            <p:spPr>
              <a:xfrm>
                <a:off x="12152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38"/>
              <p:cNvSpPr/>
              <p:nvPr/>
            </p:nvSpPr>
            <p:spPr>
              <a:xfrm>
                <a:off x="13676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38"/>
              <p:cNvSpPr/>
              <p:nvPr/>
            </p:nvSpPr>
            <p:spPr>
              <a:xfrm>
                <a:off x="15200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8"/>
              <p:cNvSpPr/>
              <p:nvPr/>
            </p:nvSpPr>
            <p:spPr>
              <a:xfrm>
                <a:off x="16724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8"/>
              <p:cNvSpPr/>
              <p:nvPr/>
            </p:nvSpPr>
            <p:spPr>
              <a:xfrm>
                <a:off x="18248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38"/>
              <p:cNvSpPr/>
              <p:nvPr/>
            </p:nvSpPr>
            <p:spPr>
              <a:xfrm>
                <a:off x="19772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38"/>
              <p:cNvSpPr/>
              <p:nvPr/>
            </p:nvSpPr>
            <p:spPr>
              <a:xfrm>
                <a:off x="21296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8"/>
              <p:cNvSpPr/>
              <p:nvPr/>
            </p:nvSpPr>
            <p:spPr>
              <a:xfrm>
                <a:off x="22820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8"/>
              <p:cNvSpPr/>
              <p:nvPr/>
            </p:nvSpPr>
            <p:spPr>
              <a:xfrm>
                <a:off x="10628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38"/>
              <p:cNvSpPr/>
              <p:nvPr/>
            </p:nvSpPr>
            <p:spPr>
              <a:xfrm>
                <a:off x="12152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38"/>
              <p:cNvSpPr/>
              <p:nvPr/>
            </p:nvSpPr>
            <p:spPr>
              <a:xfrm>
                <a:off x="13676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8"/>
              <p:cNvSpPr/>
              <p:nvPr/>
            </p:nvSpPr>
            <p:spPr>
              <a:xfrm>
                <a:off x="15200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8"/>
              <p:cNvSpPr/>
              <p:nvPr/>
            </p:nvSpPr>
            <p:spPr>
              <a:xfrm>
                <a:off x="16724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38"/>
              <p:cNvSpPr/>
              <p:nvPr/>
            </p:nvSpPr>
            <p:spPr>
              <a:xfrm>
                <a:off x="18248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38"/>
              <p:cNvSpPr/>
              <p:nvPr/>
            </p:nvSpPr>
            <p:spPr>
              <a:xfrm>
                <a:off x="19772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38"/>
              <p:cNvSpPr/>
              <p:nvPr/>
            </p:nvSpPr>
            <p:spPr>
              <a:xfrm>
                <a:off x="21296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38"/>
              <p:cNvSpPr/>
              <p:nvPr/>
            </p:nvSpPr>
            <p:spPr>
              <a:xfrm>
                <a:off x="22820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50" name="Google Shape;1550;p38"/>
            <p:cNvSpPr/>
            <p:nvPr/>
          </p:nvSpPr>
          <p:spPr>
            <a:xfrm rot="-5400000">
              <a:off x="7548000" y="3547500"/>
              <a:ext cx="1596000" cy="15960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8"/>
            <p:cNvSpPr/>
            <p:nvPr/>
          </p:nvSpPr>
          <p:spPr>
            <a:xfrm>
              <a:off x="492625" y="2653825"/>
              <a:ext cx="497100" cy="4299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8"/>
            <p:cNvSpPr/>
            <p:nvPr/>
          </p:nvSpPr>
          <p:spPr>
            <a:xfrm rot="10800000">
              <a:off x="368975" y="3169900"/>
              <a:ext cx="280500" cy="242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8"/>
            <p:cNvSpPr/>
            <p:nvPr/>
          </p:nvSpPr>
          <p:spPr>
            <a:xfrm>
              <a:off x="7476500" y="64500"/>
              <a:ext cx="497100" cy="4299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8"/>
            <p:cNvSpPr/>
            <p:nvPr/>
          </p:nvSpPr>
          <p:spPr>
            <a:xfrm rot="10800000">
              <a:off x="7352850" y="580575"/>
              <a:ext cx="280500" cy="2427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8"/>
            <p:cNvSpPr/>
            <p:nvPr/>
          </p:nvSpPr>
          <p:spPr>
            <a:xfrm>
              <a:off x="8244050" y="2871150"/>
              <a:ext cx="497100" cy="4299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8"/>
            <p:cNvSpPr/>
            <p:nvPr/>
          </p:nvSpPr>
          <p:spPr>
            <a:xfrm rot="10800000">
              <a:off x="8120400" y="3387225"/>
              <a:ext cx="280500" cy="2427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8"/>
            <p:cNvSpPr/>
            <p:nvPr/>
          </p:nvSpPr>
          <p:spPr>
            <a:xfrm rot="5400000">
              <a:off x="0" y="-7285"/>
              <a:ext cx="1170000" cy="11700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8"/>
            <p:cNvSpPr/>
            <p:nvPr/>
          </p:nvSpPr>
          <p:spPr>
            <a:xfrm rot="-2700000">
              <a:off x="-363519" y="728216"/>
              <a:ext cx="1420860" cy="116673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59" name="Google Shape;1559;p38"/>
            <p:cNvGrpSpPr/>
            <p:nvPr/>
          </p:nvGrpSpPr>
          <p:grpSpPr>
            <a:xfrm>
              <a:off x="2818829" y="166750"/>
              <a:ext cx="562643" cy="76200"/>
              <a:chOff x="1484279" y="1253950"/>
              <a:chExt cx="562643" cy="76200"/>
            </a:xfrm>
          </p:grpSpPr>
          <p:sp>
            <p:nvSpPr>
              <p:cNvPr id="1560" name="Google Shape;1560;p38"/>
              <p:cNvSpPr/>
              <p:nvPr/>
            </p:nvSpPr>
            <p:spPr>
              <a:xfrm rot="2700000">
                <a:off x="1495438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8"/>
              <p:cNvSpPr/>
              <p:nvPr/>
            </p:nvSpPr>
            <p:spPr>
              <a:xfrm rot="2700000">
                <a:off x="1617049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8"/>
              <p:cNvSpPr/>
              <p:nvPr/>
            </p:nvSpPr>
            <p:spPr>
              <a:xfrm rot="2700000">
                <a:off x="1738659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38"/>
              <p:cNvSpPr/>
              <p:nvPr/>
            </p:nvSpPr>
            <p:spPr>
              <a:xfrm rot="2700000">
                <a:off x="1860270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38"/>
              <p:cNvSpPr/>
              <p:nvPr/>
            </p:nvSpPr>
            <p:spPr>
              <a:xfrm rot="2700000">
                <a:off x="1981881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5" name="Google Shape;1565;p38"/>
            <p:cNvGrpSpPr/>
            <p:nvPr/>
          </p:nvGrpSpPr>
          <p:grpSpPr>
            <a:xfrm>
              <a:off x="8149454" y="1272500"/>
              <a:ext cx="562643" cy="76200"/>
              <a:chOff x="1484279" y="1253950"/>
              <a:chExt cx="562643" cy="76200"/>
            </a:xfrm>
          </p:grpSpPr>
          <p:sp>
            <p:nvSpPr>
              <p:cNvPr id="1566" name="Google Shape;1566;p38"/>
              <p:cNvSpPr/>
              <p:nvPr/>
            </p:nvSpPr>
            <p:spPr>
              <a:xfrm rot="2700000">
                <a:off x="1495438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8"/>
              <p:cNvSpPr/>
              <p:nvPr/>
            </p:nvSpPr>
            <p:spPr>
              <a:xfrm rot="2700000">
                <a:off x="1617049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38"/>
              <p:cNvSpPr/>
              <p:nvPr/>
            </p:nvSpPr>
            <p:spPr>
              <a:xfrm rot="2700000">
                <a:off x="1738659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38"/>
              <p:cNvSpPr/>
              <p:nvPr/>
            </p:nvSpPr>
            <p:spPr>
              <a:xfrm rot="2700000">
                <a:off x="1860270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8"/>
              <p:cNvSpPr/>
              <p:nvPr/>
            </p:nvSpPr>
            <p:spPr>
              <a:xfrm rot="2700000">
                <a:off x="1981881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1" name="Google Shape;1571;p38"/>
            <p:cNvGrpSpPr/>
            <p:nvPr/>
          </p:nvGrpSpPr>
          <p:grpSpPr>
            <a:xfrm>
              <a:off x="1782929" y="1435750"/>
              <a:ext cx="562643" cy="76200"/>
              <a:chOff x="1484279" y="1253950"/>
              <a:chExt cx="562643" cy="76200"/>
            </a:xfrm>
          </p:grpSpPr>
          <p:sp>
            <p:nvSpPr>
              <p:cNvPr id="1572" name="Google Shape;1572;p38"/>
              <p:cNvSpPr/>
              <p:nvPr/>
            </p:nvSpPr>
            <p:spPr>
              <a:xfrm rot="2700000">
                <a:off x="1495438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38"/>
              <p:cNvSpPr/>
              <p:nvPr/>
            </p:nvSpPr>
            <p:spPr>
              <a:xfrm rot="2700000">
                <a:off x="1617049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38"/>
              <p:cNvSpPr/>
              <p:nvPr/>
            </p:nvSpPr>
            <p:spPr>
              <a:xfrm rot="2700000">
                <a:off x="1738659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8"/>
              <p:cNvSpPr/>
              <p:nvPr/>
            </p:nvSpPr>
            <p:spPr>
              <a:xfrm rot="2700000">
                <a:off x="1860270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8"/>
              <p:cNvSpPr/>
              <p:nvPr/>
            </p:nvSpPr>
            <p:spPr>
              <a:xfrm rot="2700000">
                <a:off x="1981881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7" name="Google Shape;1577;p38"/>
            <p:cNvGrpSpPr/>
            <p:nvPr/>
          </p:nvGrpSpPr>
          <p:grpSpPr>
            <a:xfrm>
              <a:off x="5330929" y="4961875"/>
              <a:ext cx="562643" cy="76200"/>
              <a:chOff x="1484279" y="1253950"/>
              <a:chExt cx="562643" cy="76200"/>
            </a:xfrm>
          </p:grpSpPr>
          <p:sp>
            <p:nvSpPr>
              <p:cNvPr id="1578" name="Google Shape;1578;p38"/>
              <p:cNvSpPr/>
              <p:nvPr/>
            </p:nvSpPr>
            <p:spPr>
              <a:xfrm rot="2700000">
                <a:off x="1495438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8"/>
              <p:cNvSpPr/>
              <p:nvPr/>
            </p:nvSpPr>
            <p:spPr>
              <a:xfrm rot="2700000">
                <a:off x="1617049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38"/>
              <p:cNvSpPr/>
              <p:nvPr/>
            </p:nvSpPr>
            <p:spPr>
              <a:xfrm rot="2700000">
                <a:off x="1738659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38"/>
              <p:cNvSpPr/>
              <p:nvPr/>
            </p:nvSpPr>
            <p:spPr>
              <a:xfrm rot="2700000">
                <a:off x="1860270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8"/>
              <p:cNvSpPr/>
              <p:nvPr/>
            </p:nvSpPr>
            <p:spPr>
              <a:xfrm rot="2700000">
                <a:off x="1981881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83" name="Google Shape;1583;p38"/>
            <p:cNvSpPr/>
            <p:nvPr/>
          </p:nvSpPr>
          <p:spPr>
            <a:xfrm rot="-5400000">
              <a:off x="8218998" y="4212000"/>
              <a:ext cx="931500" cy="931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8"/>
            <p:cNvSpPr/>
            <p:nvPr/>
          </p:nvSpPr>
          <p:spPr>
            <a:xfrm rot="-2700000">
              <a:off x="7654393" y="4685303"/>
              <a:ext cx="1420860" cy="63215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8"/>
            <p:cNvSpPr/>
            <p:nvPr/>
          </p:nvSpPr>
          <p:spPr>
            <a:xfrm rot="-2700000">
              <a:off x="8621837" y="3517904"/>
              <a:ext cx="979626" cy="13364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6" name="Google Shape;1586;p38"/>
            <p:cNvGrpSpPr/>
            <p:nvPr/>
          </p:nvGrpSpPr>
          <p:grpSpPr>
            <a:xfrm>
              <a:off x="-241077" y="4145319"/>
              <a:ext cx="1255500" cy="947050"/>
              <a:chOff x="1062825" y="3911850"/>
              <a:chExt cx="1255500" cy="947050"/>
            </a:xfrm>
          </p:grpSpPr>
          <p:sp>
            <p:nvSpPr>
              <p:cNvPr id="1587" name="Google Shape;1587;p38"/>
              <p:cNvSpPr/>
              <p:nvPr/>
            </p:nvSpPr>
            <p:spPr>
              <a:xfrm>
                <a:off x="10628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38"/>
              <p:cNvSpPr/>
              <p:nvPr/>
            </p:nvSpPr>
            <p:spPr>
              <a:xfrm>
                <a:off x="12152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8"/>
              <p:cNvSpPr/>
              <p:nvPr/>
            </p:nvSpPr>
            <p:spPr>
              <a:xfrm>
                <a:off x="13676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8"/>
              <p:cNvSpPr/>
              <p:nvPr/>
            </p:nvSpPr>
            <p:spPr>
              <a:xfrm>
                <a:off x="15200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8"/>
              <p:cNvSpPr/>
              <p:nvPr/>
            </p:nvSpPr>
            <p:spPr>
              <a:xfrm>
                <a:off x="16724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8"/>
              <p:cNvSpPr/>
              <p:nvPr/>
            </p:nvSpPr>
            <p:spPr>
              <a:xfrm>
                <a:off x="18248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8"/>
              <p:cNvSpPr/>
              <p:nvPr/>
            </p:nvSpPr>
            <p:spPr>
              <a:xfrm>
                <a:off x="19772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8"/>
              <p:cNvSpPr/>
              <p:nvPr/>
            </p:nvSpPr>
            <p:spPr>
              <a:xfrm>
                <a:off x="21296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8"/>
              <p:cNvSpPr/>
              <p:nvPr/>
            </p:nvSpPr>
            <p:spPr>
              <a:xfrm>
                <a:off x="22820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8"/>
              <p:cNvSpPr/>
              <p:nvPr/>
            </p:nvSpPr>
            <p:spPr>
              <a:xfrm>
                <a:off x="10628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8"/>
              <p:cNvSpPr/>
              <p:nvPr/>
            </p:nvSpPr>
            <p:spPr>
              <a:xfrm>
                <a:off x="12152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8"/>
              <p:cNvSpPr/>
              <p:nvPr/>
            </p:nvSpPr>
            <p:spPr>
              <a:xfrm>
                <a:off x="13676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38"/>
              <p:cNvSpPr/>
              <p:nvPr/>
            </p:nvSpPr>
            <p:spPr>
              <a:xfrm>
                <a:off x="15200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38"/>
              <p:cNvSpPr/>
              <p:nvPr/>
            </p:nvSpPr>
            <p:spPr>
              <a:xfrm>
                <a:off x="16724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8"/>
              <p:cNvSpPr/>
              <p:nvPr/>
            </p:nvSpPr>
            <p:spPr>
              <a:xfrm>
                <a:off x="18248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8"/>
              <p:cNvSpPr/>
              <p:nvPr/>
            </p:nvSpPr>
            <p:spPr>
              <a:xfrm>
                <a:off x="19772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8"/>
              <p:cNvSpPr/>
              <p:nvPr/>
            </p:nvSpPr>
            <p:spPr>
              <a:xfrm>
                <a:off x="21296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38"/>
              <p:cNvSpPr/>
              <p:nvPr/>
            </p:nvSpPr>
            <p:spPr>
              <a:xfrm>
                <a:off x="22820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38"/>
              <p:cNvSpPr/>
              <p:nvPr/>
            </p:nvSpPr>
            <p:spPr>
              <a:xfrm>
                <a:off x="10628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8"/>
              <p:cNvSpPr/>
              <p:nvPr/>
            </p:nvSpPr>
            <p:spPr>
              <a:xfrm>
                <a:off x="12152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8"/>
              <p:cNvSpPr/>
              <p:nvPr/>
            </p:nvSpPr>
            <p:spPr>
              <a:xfrm>
                <a:off x="13676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8"/>
              <p:cNvSpPr/>
              <p:nvPr/>
            </p:nvSpPr>
            <p:spPr>
              <a:xfrm>
                <a:off x="15200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8"/>
              <p:cNvSpPr/>
              <p:nvPr/>
            </p:nvSpPr>
            <p:spPr>
              <a:xfrm>
                <a:off x="16724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8"/>
              <p:cNvSpPr/>
              <p:nvPr/>
            </p:nvSpPr>
            <p:spPr>
              <a:xfrm>
                <a:off x="18248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8"/>
              <p:cNvSpPr/>
              <p:nvPr/>
            </p:nvSpPr>
            <p:spPr>
              <a:xfrm>
                <a:off x="19772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8"/>
              <p:cNvSpPr/>
              <p:nvPr/>
            </p:nvSpPr>
            <p:spPr>
              <a:xfrm>
                <a:off x="21296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8"/>
              <p:cNvSpPr/>
              <p:nvPr/>
            </p:nvSpPr>
            <p:spPr>
              <a:xfrm>
                <a:off x="22820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8"/>
              <p:cNvSpPr/>
              <p:nvPr/>
            </p:nvSpPr>
            <p:spPr>
              <a:xfrm>
                <a:off x="10628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8"/>
              <p:cNvSpPr/>
              <p:nvPr/>
            </p:nvSpPr>
            <p:spPr>
              <a:xfrm>
                <a:off x="12152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8"/>
              <p:cNvSpPr/>
              <p:nvPr/>
            </p:nvSpPr>
            <p:spPr>
              <a:xfrm>
                <a:off x="13676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8"/>
              <p:cNvSpPr/>
              <p:nvPr/>
            </p:nvSpPr>
            <p:spPr>
              <a:xfrm>
                <a:off x="15200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8"/>
              <p:cNvSpPr/>
              <p:nvPr/>
            </p:nvSpPr>
            <p:spPr>
              <a:xfrm>
                <a:off x="16724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8"/>
              <p:cNvSpPr/>
              <p:nvPr/>
            </p:nvSpPr>
            <p:spPr>
              <a:xfrm>
                <a:off x="18248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8"/>
              <p:cNvSpPr/>
              <p:nvPr/>
            </p:nvSpPr>
            <p:spPr>
              <a:xfrm>
                <a:off x="19772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8"/>
              <p:cNvSpPr/>
              <p:nvPr/>
            </p:nvSpPr>
            <p:spPr>
              <a:xfrm>
                <a:off x="21296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8"/>
              <p:cNvSpPr/>
              <p:nvPr/>
            </p:nvSpPr>
            <p:spPr>
              <a:xfrm>
                <a:off x="22820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8"/>
              <p:cNvSpPr/>
              <p:nvPr/>
            </p:nvSpPr>
            <p:spPr>
              <a:xfrm>
                <a:off x="10628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8"/>
              <p:cNvSpPr/>
              <p:nvPr/>
            </p:nvSpPr>
            <p:spPr>
              <a:xfrm>
                <a:off x="12152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8"/>
              <p:cNvSpPr/>
              <p:nvPr/>
            </p:nvSpPr>
            <p:spPr>
              <a:xfrm>
                <a:off x="13676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8"/>
              <p:cNvSpPr/>
              <p:nvPr/>
            </p:nvSpPr>
            <p:spPr>
              <a:xfrm>
                <a:off x="15200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8"/>
              <p:cNvSpPr/>
              <p:nvPr/>
            </p:nvSpPr>
            <p:spPr>
              <a:xfrm>
                <a:off x="16724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8"/>
              <p:cNvSpPr/>
              <p:nvPr/>
            </p:nvSpPr>
            <p:spPr>
              <a:xfrm>
                <a:off x="18248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8"/>
              <p:cNvSpPr/>
              <p:nvPr/>
            </p:nvSpPr>
            <p:spPr>
              <a:xfrm>
                <a:off x="19772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8"/>
              <p:cNvSpPr/>
              <p:nvPr/>
            </p:nvSpPr>
            <p:spPr>
              <a:xfrm>
                <a:off x="21296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8"/>
              <p:cNvSpPr/>
              <p:nvPr/>
            </p:nvSpPr>
            <p:spPr>
              <a:xfrm>
                <a:off x="22820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8"/>
              <p:cNvSpPr/>
              <p:nvPr/>
            </p:nvSpPr>
            <p:spPr>
              <a:xfrm>
                <a:off x="10628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38"/>
              <p:cNvSpPr/>
              <p:nvPr/>
            </p:nvSpPr>
            <p:spPr>
              <a:xfrm>
                <a:off x="12152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8"/>
              <p:cNvSpPr/>
              <p:nvPr/>
            </p:nvSpPr>
            <p:spPr>
              <a:xfrm>
                <a:off x="13676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8"/>
              <p:cNvSpPr/>
              <p:nvPr/>
            </p:nvSpPr>
            <p:spPr>
              <a:xfrm>
                <a:off x="15200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8"/>
              <p:cNvSpPr/>
              <p:nvPr/>
            </p:nvSpPr>
            <p:spPr>
              <a:xfrm>
                <a:off x="16724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38"/>
              <p:cNvSpPr/>
              <p:nvPr/>
            </p:nvSpPr>
            <p:spPr>
              <a:xfrm>
                <a:off x="18248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8"/>
              <p:cNvSpPr/>
              <p:nvPr/>
            </p:nvSpPr>
            <p:spPr>
              <a:xfrm>
                <a:off x="19772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8"/>
              <p:cNvSpPr/>
              <p:nvPr/>
            </p:nvSpPr>
            <p:spPr>
              <a:xfrm>
                <a:off x="21296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8"/>
              <p:cNvSpPr/>
              <p:nvPr/>
            </p:nvSpPr>
            <p:spPr>
              <a:xfrm>
                <a:off x="22820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41" name="Google Shape;1641;p38"/>
            <p:cNvGrpSpPr/>
            <p:nvPr/>
          </p:nvGrpSpPr>
          <p:grpSpPr>
            <a:xfrm rot="-2700000">
              <a:off x="7269132" y="3870189"/>
              <a:ext cx="1255488" cy="947041"/>
              <a:chOff x="1062825" y="3911850"/>
              <a:chExt cx="1255500" cy="947050"/>
            </a:xfrm>
          </p:grpSpPr>
          <p:sp>
            <p:nvSpPr>
              <p:cNvPr id="1642" name="Google Shape;1642;p38"/>
              <p:cNvSpPr/>
              <p:nvPr/>
            </p:nvSpPr>
            <p:spPr>
              <a:xfrm>
                <a:off x="10628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38"/>
              <p:cNvSpPr/>
              <p:nvPr/>
            </p:nvSpPr>
            <p:spPr>
              <a:xfrm>
                <a:off x="12152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8"/>
              <p:cNvSpPr/>
              <p:nvPr/>
            </p:nvSpPr>
            <p:spPr>
              <a:xfrm>
                <a:off x="13676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8"/>
              <p:cNvSpPr/>
              <p:nvPr/>
            </p:nvSpPr>
            <p:spPr>
              <a:xfrm>
                <a:off x="15200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8"/>
              <p:cNvSpPr/>
              <p:nvPr/>
            </p:nvSpPr>
            <p:spPr>
              <a:xfrm>
                <a:off x="16724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8"/>
              <p:cNvSpPr/>
              <p:nvPr/>
            </p:nvSpPr>
            <p:spPr>
              <a:xfrm>
                <a:off x="18248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8"/>
              <p:cNvSpPr/>
              <p:nvPr/>
            </p:nvSpPr>
            <p:spPr>
              <a:xfrm>
                <a:off x="19772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8"/>
              <p:cNvSpPr/>
              <p:nvPr/>
            </p:nvSpPr>
            <p:spPr>
              <a:xfrm>
                <a:off x="21296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38"/>
              <p:cNvSpPr/>
              <p:nvPr/>
            </p:nvSpPr>
            <p:spPr>
              <a:xfrm>
                <a:off x="22820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38"/>
              <p:cNvSpPr/>
              <p:nvPr/>
            </p:nvSpPr>
            <p:spPr>
              <a:xfrm>
                <a:off x="10628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8"/>
              <p:cNvSpPr/>
              <p:nvPr/>
            </p:nvSpPr>
            <p:spPr>
              <a:xfrm>
                <a:off x="12152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8"/>
              <p:cNvSpPr/>
              <p:nvPr/>
            </p:nvSpPr>
            <p:spPr>
              <a:xfrm>
                <a:off x="13676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8"/>
              <p:cNvSpPr/>
              <p:nvPr/>
            </p:nvSpPr>
            <p:spPr>
              <a:xfrm>
                <a:off x="15200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38"/>
              <p:cNvSpPr/>
              <p:nvPr/>
            </p:nvSpPr>
            <p:spPr>
              <a:xfrm>
                <a:off x="16724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38"/>
              <p:cNvSpPr/>
              <p:nvPr/>
            </p:nvSpPr>
            <p:spPr>
              <a:xfrm>
                <a:off x="18248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8"/>
              <p:cNvSpPr/>
              <p:nvPr/>
            </p:nvSpPr>
            <p:spPr>
              <a:xfrm>
                <a:off x="19772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8"/>
              <p:cNvSpPr/>
              <p:nvPr/>
            </p:nvSpPr>
            <p:spPr>
              <a:xfrm>
                <a:off x="21296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8"/>
              <p:cNvSpPr/>
              <p:nvPr/>
            </p:nvSpPr>
            <p:spPr>
              <a:xfrm>
                <a:off x="22820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38"/>
              <p:cNvSpPr/>
              <p:nvPr/>
            </p:nvSpPr>
            <p:spPr>
              <a:xfrm>
                <a:off x="10628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38"/>
              <p:cNvSpPr/>
              <p:nvPr/>
            </p:nvSpPr>
            <p:spPr>
              <a:xfrm>
                <a:off x="12152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8"/>
              <p:cNvSpPr/>
              <p:nvPr/>
            </p:nvSpPr>
            <p:spPr>
              <a:xfrm>
                <a:off x="13676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8"/>
              <p:cNvSpPr/>
              <p:nvPr/>
            </p:nvSpPr>
            <p:spPr>
              <a:xfrm>
                <a:off x="15200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38"/>
              <p:cNvSpPr/>
              <p:nvPr/>
            </p:nvSpPr>
            <p:spPr>
              <a:xfrm>
                <a:off x="16724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38"/>
              <p:cNvSpPr/>
              <p:nvPr/>
            </p:nvSpPr>
            <p:spPr>
              <a:xfrm>
                <a:off x="18248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8"/>
              <p:cNvSpPr/>
              <p:nvPr/>
            </p:nvSpPr>
            <p:spPr>
              <a:xfrm>
                <a:off x="19772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38"/>
              <p:cNvSpPr/>
              <p:nvPr/>
            </p:nvSpPr>
            <p:spPr>
              <a:xfrm>
                <a:off x="21296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38"/>
              <p:cNvSpPr/>
              <p:nvPr/>
            </p:nvSpPr>
            <p:spPr>
              <a:xfrm>
                <a:off x="22820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38"/>
              <p:cNvSpPr/>
              <p:nvPr/>
            </p:nvSpPr>
            <p:spPr>
              <a:xfrm>
                <a:off x="10628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8"/>
              <p:cNvSpPr/>
              <p:nvPr/>
            </p:nvSpPr>
            <p:spPr>
              <a:xfrm>
                <a:off x="12152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8"/>
              <p:cNvSpPr/>
              <p:nvPr/>
            </p:nvSpPr>
            <p:spPr>
              <a:xfrm>
                <a:off x="13676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38"/>
              <p:cNvSpPr/>
              <p:nvPr/>
            </p:nvSpPr>
            <p:spPr>
              <a:xfrm>
                <a:off x="15200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38"/>
              <p:cNvSpPr/>
              <p:nvPr/>
            </p:nvSpPr>
            <p:spPr>
              <a:xfrm>
                <a:off x="16724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8"/>
              <p:cNvSpPr/>
              <p:nvPr/>
            </p:nvSpPr>
            <p:spPr>
              <a:xfrm>
                <a:off x="18248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8"/>
              <p:cNvSpPr/>
              <p:nvPr/>
            </p:nvSpPr>
            <p:spPr>
              <a:xfrm>
                <a:off x="19772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38"/>
              <p:cNvSpPr/>
              <p:nvPr/>
            </p:nvSpPr>
            <p:spPr>
              <a:xfrm>
                <a:off x="21296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38"/>
              <p:cNvSpPr/>
              <p:nvPr/>
            </p:nvSpPr>
            <p:spPr>
              <a:xfrm>
                <a:off x="22820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38"/>
              <p:cNvSpPr/>
              <p:nvPr/>
            </p:nvSpPr>
            <p:spPr>
              <a:xfrm>
                <a:off x="10628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38"/>
              <p:cNvSpPr/>
              <p:nvPr/>
            </p:nvSpPr>
            <p:spPr>
              <a:xfrm>
                <a:off x="12152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38"/>
              <p:cNvSpPr/>
              <p:nvPr/>
            </p:nvSpPr>
            <p:spPr>
              <a:xfrm>
                <a:off x="13676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38"/>
              <p:cNvSpPr/>
              <p:nvPr/>
            </p:nvSpPr>
            <p:spPr>
              <a:xfrm>
                <a:off x="15200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38"/>
              <p:cNvSpPr/>
              <p:nvPr/>
            </p:nvSpPr>
            <p:spPr>
              <a:xfrm>
                <a:off x="16724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38"/>
              <p:cNvSpPr/>
              <p:nvPr/>
            </p:nvSpPr>
            <p:spPr>
              <a:xfrm>
                <a:off x="18248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38"/>
              <p:cNvSpPr/>
              <p:nvPr/>
            </p:nvSpPr>
            <p:spPr>
              <a:xfrm>
                <a:off x="19772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38"/>
              <p:cNvSpPr/>
              <p:nvPr/>
            </p:nvSpPr>
            <p:spPr>
              <a:xfrm>
                <a:off x="21296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38"/>
              <p:cNvSpPr/>
              <p:nvPr/>
            </p:nvSpPr>
            <p:spPr>
              <a:xfrm>
                <a:off x="22820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38"/>
              <p:cNvSpPr/>
              <p:nvPr/>
            </p:nvSpPr>
            <p:spPr>
              <a:xfrm>
                <a:off x="10628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38"/>
              <p:cNvSpPr/>
              <p:nvPr/>
            </p:nvSpPr>
            <p:spPr>
              <a:xfrm>
                <a:off x="12152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38"/>
              <p:cNvSpPr/>
              <p:nvPr/>
            </p:nvSpPr>
            <p:spPr>
              <a:xfrm>
                <a:off x="13676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38"/>
              <p:cNvSpPr/>
              <p:nvPr/>
            </p:nvSpPr>
            <p:spPr>
              <a:xfrm>
                <a:off x="15200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38"/>
              <p:cNvSpPr/>
              <p:nvPr/>
            </p:nvSpPr>
            <p:spPr>
              <a:xfrm>
                <a:off x="16724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38"/>
              <p:cNvSpPr/>
              <p:nvPr/>
            </p:nvSpPr>
            <p:spPr>
              <a:xfrm>
                <a:off x="18248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38"/>
              <p:cNvSpPr/>
              <p:nvPr/>
            </p:nvSpPr>
            <p:spPr>
              <a:xfrm>
                <a:off x="19772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38"/>
              <p:cNvSpPr/>
              <p:nvPr/>
            </p:nvSpPr>
            <p:spPr>
              <a:xfrm>
                <a:off x="21296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38"/>
              <p:cNvSpPr/>
              <p:nvPr/>
            </p:nvSpPr>
            <p:spPr>
              <a:xfrm>
                <a:off x="22820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96" name="Google Shape;1696;p38"/>
            <p:cNvSpPr/>
            <p:nvPr/>
          </p:nvSpPr>
          <p:spPr>
            <a:xfrm rot="-2699933" flipH="1">
              <a:off x="7273112" y="4855043"/>
              <a:ext cx="755075" cy="158335"/>
            </a:xfrm>
            <a:prstGeom prst="flowChartInputOutpu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8"/>
            <p:cNvSpPr/>
            <p:nvPr/>
          </p:nvSpPr>
          <p:spPr>
            <a:xfrm rot="10800000">
              <a:off x="2649425" y="783325"/>
              <a:ext cx="163800" cy="1419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8"/>
            <p:cNvSpPr/>
            <p:nvPr/>
          </p:nvSpPr>
          <p:spPr>
            <a:xfrm>
              <a:off x="2516763" y="4768750"/>
              <a:ext cx="163800" cy="1419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4">
  <p:cSld name="CUSTOM_1_1_1_1_1_1_1_1_1_1_1_1_1_1"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39"/>
          <p:cNvSpPr txBox="1">
            <a:spLocks noGrp="1"/>
          </p:cNvSpPr>
          <p:nvPr>
            <p:ph type="title"/>
          </p:nvPr>
        </p:nvSpPr>
        <p:spPr>
          <a:xfrm>
            <a:off x="2345700" y="825850"/>
            <a:ext cx="44526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701" name="Google Shape;1701;p39"/>
          <p:cNvSpPr txBox="1">
            <a:spLocks noGrp="1"/>
          </p:cNvSpPr>
          <p:nvPr>
            <p:ph type="title" idx="2"/>
          </p:nvPr>
        </p:nvSpPr>
        <p:spPr>
          <a:xfrm>
            <a:off x="2345825" y="206732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02" name="Google Shape;1702;p39"/>
          <p:cNvSpPr txBox="1">
            <a:spLocks noGrp="1"/>
          </p:cNvSpPr>
          <p:nvPr>
            <p:ph type="subTitle" idx="1"/>
          </p:nvPr>
        </p:nvSpPr>
        <p:spPr>
          <a:xfrm>
            <a:off x="2892775" y="2640025"/>
            <a:ext cx="33582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703" name="Google Shape;1703;p39"/>
          <p:cNvSpPr txBox="1">
            <a:spLocks noGrp="1"/>
          </p:cNvSpPr>
          <p:nvPr>
            <p:ph type="subTitle" idx="3"/>
          </p:nvPr>
        </p:nvSpPr>
        <p:spPr>
          <a:xfrm>
            <a:off x="2345800" y="1626950"/>
            <a:ext cx="4452600" cy="36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1704" name="Google Shape;1704;p39"/>
          <p:cNvGrpSpPr/>
          <p:nvPr/>
        </p:nvGrpSpPr>
        <p:grpSpPr>
          <a:xfrm>
            <a:off x="-1563001" y="-1562950"/>
            <a:ext cx="12270000" cy="8269450"/>
            <a:chOff x="-1563001" y="-1562950"/>
            <a:chExt cx="12270000" cy="8269450"/>
          </a:xfrm>
        </p:grpSpPr>
        <p:sp>
          <p:nvSpPr>
            <p:cNvPr id="1705" name="Google Shape;1705;p39"/>
            <p:cNvSpPr/>
            <p:nvPr/>
          </p:nvSpPr>
          <p:spPr>
            <a:xfrm>
              <a:off x="-768180" y="-767959"/>
              <a:ext cx="1536000" cy="153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9"/>
            <p:cNvSpPr/>
            <p:nvPr/>
          </p:nvSpPr>
          <p:spPr>
            <a:xfrm rot="7199880">
              <a:off x="-1014961" y="-1014967"/>
              <a:ext cx="2029923" cy="2029923"/>
            </a:xfrm>
            <a:prstGeom prst="blockArc">
              <a:avLst>
                <a:gd name="adj1" fmla="val 15880989"/>
                <a:gd name="adj2" fmla="val 20696451"/>
                <a:gd name="adj3" fmla="val 617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9"/>
            <p:cNvSpPr/>
            <p:nvPr/>
          </p:nvSpPr>
          <p:spPr>
            <a:xfrm>
              <a:off x="-934188" y="4209592"/>
              <a:ext cx="1867800" cy="1867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9"/>
            <p:cNvSpPr/>
            <p:nvPr/>
          </p:nvSpPr>
          <p:spPr>
            <a:xfrm rot="1113495">
              <a:off x="-1234336" y="3909165"/>
              <a:ext cx="2468669" cy="2468669"/>
            </a:xfrm>
            <a:prstGeom prst="blockArc">
              <a:avLst>
                <a:gd name="adj1" fmla="val 14969286"/>
                <a:gd name="adj2" fmla="val 20696451"/>
                <a:gd name="adj3" fmla="val 617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9"/>
            <p:cNvSpPr/>
            <p:nvPr/>
          </p:nvSpPr>
          <p:spPr>
            <a:xfrm rot="5400000">
              <a:off x="187326" y="2400415"/>
              <a:ext cx="1051800" cy="1051800"/>
            </a:xfrm>
            <a:prstGeom prst="blockArc">
              <a:avLst>
                <a:gd name="adj1" fmla="val 16201675"/>
                <a:gd name="adj2" fmla="val 21577102"/>
                <a:gd name="adj3" fmla="val 1610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9"/>
            <p:cNvSpPr/>
            <p:nvPr/>
          </p:nvSpPr>
          <p:spPr>
            <a:xfrm rot="-9686505">
              <a:off x="7909664" y="-1234285"/>
              <a:ext cx="2468669" cy="2468669"/>
            </a:xfrm>
            <a:prstGeom prst="blockArc">
              <a:avLst>
                <a:gd name="adj1" fmla="val 14969286"/>
                <a:gd name="adj2" fmla="val 20696451"/>
                <a:gd name="adj3" fmla="val 617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9"/>
            <p:cNvSpPr/>
            <p:nvPr/>
          </p:nvSpPr>
          <p:spPr>
            <a:xfrm rot="10800000">
              <a:off x="8376180" y="4375447"/>
              <a:ext cx="1536000" cy="153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9"/>
            <p:cNvSpPr/>
            <p:nvPr/>
          </p:nvSpPr>
          <p:spPr>
            <a:xfrm rot="-3600120">
              <a:off x="8129039" y="4128533"/>
              <a:ext cx="2029923" cy="2029923"/>
            </a:xfrm>
            <a:prstGeom prst="blockArc">
              <a:avLst>
                <a:gd name="adj1" fmla="val 15880989"/>
                <a:gd name="adj2" fmla="val 20696451"/>
                <a:gd name="adj3" fmla="val 617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9"/>
            <p:cNvSpPr/>
            <p:nvPr/>
          </p:nvSpPr>
          <p:spPr>
            <a:xfrm flipH="1">
              <a:off x="7905126" y="1691340"/>
              <a:ext cx="1051800" cy="1051800"/>
            </a:xfrm>
            <a:prstGeom prst="blockArc">
              <a:avLst>
                <a:gd name="adj1" fmla="val 16201675"/>
                <a:gd name="adj2" fmla="val 21577102"/>
                <a:gd name="adj3" fmla="val 16109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14" name="Google Shape;1714;p39"/>
            <p:cNvCxnSpPr/>
            <p:nvPr/>
          </p:nvCxnSpPr>
          <p:spPr>
            <a:xfrm>
              <a:off x="708288" y="1344700"/>
              <a:ext cx="0" cy="1745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5" name="Google Shape;1715;p39"/>
            <p:cNvCxnSpPr/>
            <p:nvPr/>
          </p:nvCxnSpPr>
          <p:spPr>
            <a:xfrm>
              <a:off x="8431013" y="2096700"/>
              <a:ext cx="0" cy="1745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6" name="Google Shape;1716;p39"/>
            <p:cNvSpPr/>
            <p:nvPr/>
          </p:nvSpPr>
          <p:spPr>
            <a:xfrm>
              <a:off x="1157850" y="4085400"/>
              <a:ext cx="200400" cy="200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9"/>
            <p:cNvSpPr/>
            <p:nvPr/>
          </p:nvSpPr>
          <p:spPr>
            <a:xfrm>
              <a:off x="1427075" y="4004700"/>
              <a:ext cx="80700" cy="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9"/>
            <p:cNvSpPr/>
            <p:nvPr/>
          </p:nvSpPr>
          <p:spPr>
            <a:xfrm rot="10800000">
              <a:off x="7907075" y="933950"/>
              <a:ext cx="200400" cy="200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9"/>
            <p:cNvSpPr/>
            <p:nvPr/>
          </p:nvSpPr>
          <p:spPr>
            <a:xfrm rot="10800000">
              <a:off x="7757550" y="1134350"/>
              <a:ext cx="80700" cy="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0" name="Google Shape;1720;p39"/>
            <p:cNvGrpSpPr/>
            <p:nvPr/>
          </p:nvGrpSpPr>
          <p:grpSpPr>
            <a:xfrm>
              <a:off x="254973" y="4603994"/>
              <a:ext cx="5373719" cy="400600"/>
              <a:chOff x="1070298" y="2826644"/>
              <a:chExt cx="5373719" cy="400600"/>
            </a:xfrm>
          </p:grpSpPr>
          <p:grpSp>
            <p:nvGrpSpPr>
              <p:cNvPr id="1721" name="Google Shape;1721;p39"/>
              <p:cNvGrpSpPr/>
              <p:nvPr/>
            </p:nvGrpSpPr>
            <p:grpSpPr>
              <a:xfrm>
                <a:off x="1070298" y="2826644"/>
                <a:ext cx="2627100" cy="400600"/>
                <a:chOff x="1070298" y="2826644"/>
                <a:chExt cx="2627100" cy="400600"/>
              </a:xfrm>
            </p:grpSpPr>
            <p:sp>
              <p:nvSpPr>
                <p:cNvPr id="1722" name="Google Shape;1722;p39"/>
                <p:cNvSpPr/>
                <p:nvPr/>
              </p:nvSpPr>
              <p:spPr>
                <a:xfrm>
                  <a:off x="1070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3" name="Google Shape;1723;p39"/>
                <p:cNvSpPr/>
                <p:nvPr/>
              </p:nvSpPr>
              <p:spPr>
                <a:xfrm>
                  <a:off x="1222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4" name="Google Shape;1724;p39"/>
                <p:cNvSpPr/>
                <p:nvPr/>
              </p:nvSpPr>
              <p:spPr>
                <a:xfrm>
                  <a:off x="1375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5" name="Google Shape;1725;p39"/>
                <p:cNvSpPr/>
                <p:nvPr/>
              </p:nvSpPr>
              <p:spPr>
                <a:xfrm>
                  <a:off x="1527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6" name="Google Shape;1726;p39"/>
                <p:cNvSpPr/>
                <p:nvPr/>
              </p:nvSpPr>
              <p:spPr>
                <a:xfrm>
                  <a:off x="1679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7" name="Google Shape;1727;p39"/>
                <p:cNvSpPr/>
                <p:nvPr/>
              </p:nvSpPr>
              <p:spPr>
                <a:xfrm>
                  <a:off x="1832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8" name="Google Shape;1728;p39"/>
                <p:cNvSpPr/>
                <p:nvPr/>
              </p:nvSpPr>
              <p:spPr>
                <a:xfrm>
                  <a:off x="1984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9" name="Google Shape;1729;p39"/>
                <p:cNvSpPr/>
                <p:nvPr/>
              </p:nvSpPr>
              <p:spPr>
                <a:xfrm>
                  <a:off x="2137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0" name="Google Shape;1730;p39"/>
                <p:cNvSpPr/>
                <p:nvPr/>
              </p:nvSpPr>
              <p:spPr>
                <a:xfrm>
                  <a:off x="2289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1" name="Google Shape;1731;p39"/>
                <p:cNvSpPr/>
                <p:nvPr/>
              </p:nvSpPr>
              <p:spPr>
                <a:xfrm>
                  <a:off x="1070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2" name="Google Shape;1732;p39"/>
                <p:cNvSpPr/>
                <p:nvPr/>
              </p:nvSpPr>
              <p:spPr>
                <a:xfrm>
                  <a:off x="1222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3" name="Google Shape;1733;p39"/>
                <p:cNvSpPr/>
                <p:nvPr/>
              </p:nvSpPr>
              <p:spPr>
                <a:xfrm>
                  <a:off x="1375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4" name="Google Shape;1734;p39"/>
                <p:cNvSpPr/>
                <p:nvPr/>
              </p:nvSpPr>
              <p:spPr>
                <a:xfrm>
                  <a:off x="1527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5" name="Google Shape;1735;p39"/>
                <p:cNvSpPr/>
                <p:nvPr/>
              </p:nvSpPr>
              <p:spPr>
                <a:xfrm>
                  <a:off x="1679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6" name="Google Shape;1736;p39"/>
                <p:cNvSpPr/>
                <p:nvPr/>
              </p:nvSpPr>
              <p:spPr>
                <a:xfrm>
                  <a:off x="1832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7" name="Google Shape;1737;p39"/>
                <p:cNvSpPr/>
                <p:nvPr/>
              </p:nvSpPr>
              <p:spPr>
                <a:xfrm>
                  <a:off x="1984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8" name="Google Shape;1738;p39"/>
                <p:cNvSpPr/>
                <p:nvPr/>
              </p:nvSpPr>
              <p:spPr>
                <a:xfrm>
                  <a:off x="2137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9" name="Google Shape;1739;p39"/>
                <p:cNvSpPr/>
                <p:nvPr/>
              </p:nvSpPr>
              <p:spPr>
                <a:xfrm>
                  <a:off x="2289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0" name="Google Shape;1740;p39"/>
                <p:cNvSpPr/>
                <p:nvPr/>
              </p:nvSpPr>
              <p:spPr>
                <a:xfrm>
                  <a:off x="1070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1" name="Google Shape;1741;p39"/>
                <p:cNvSpPr/>
                <p:nvPr/>
              </p:nvSpPr>
              <p:spPr>
                <a:xfrm>
                  <a:off x="1222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2" name="Google Shape;1742;p39"/>
                <p:cNvSpPr/>
                <p:nvPr/>
              </p:nvSpPr>
              <p:spPr>
                <a:xfrm>
                  <a:off x="1375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3" name="Google Shape;1743;p39"/>
                <p:cNvSpPr/>
                <p:nvPr/>
              </p:nvSpPr>
              <p:spPr>
                <a:xfrm>
                  <a:off x="1527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4" name="Google Shape;1744;p39"/>
                <p:cNvSpPr/>
                <p:nvPr/>
              </p:nvSpPr>
              <p:spPr>
                <a:xfrm>
                  <a:off x="1679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5" name="Google Shape;1745;p39"/>
                <p:cNvSpPr/>
                <p:nvPr/>
              </p:nvSpPr>
              <p:spPr>
                <a:xfrm>
                  <a:off x="1832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6" name="Google Shape;1746;p39"/>
                <p:cNvSpPr/>
                <p:nvPr/>
              </p:nvSpPr>
              <p:spPr>
                <a:xfrm>
                  <a:off x="1984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7" name="Google Shape;1747;p39"/>
                <p:cNvSpPr/>
                <p:nvPr/>
              </p:nvSpPr>
              <p:spPr>
                <a:xfrm>
                  <a:off x="2137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8" name="Google Shape;1748;p39"/>
                <p:cNvSpPr/>
                <p:nvPr/>
              </p:nvSpPr>
              <p:spPr>
                <a:xfrm>
                  <a:off x="2289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9" name="Google Shape;1749;p39"/>
                <p:cNvSpPr/>
                <p:nvPr/>
              </p:nvSpPr>
              <p:spPr>
                <a:xfrm>
                  <a:off x="2441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0" name="Google Shape;1750;p39"/>
                <p:cNvSpPr/>
                <p:nvPr/>
              </p:nvSpPr>
              <p:spPr>
                <a:xfrm>
                  <a:off x="2594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1" name="Google Shape;1751;p39"/>
                <p:cNvSpPr/>
                <p:nvPr/>
              </p:nvSpPr>
              <p:spPr>
                <a:xfrm>
                  <a:off x="2746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2" name="Google Shape;1752;p39"/>
                <p:cNvSpPr/>
                <p:nvPr/>
              </p:nvSpPr>
              <p:spPr>
                <a:xfrm>
                  <a:off x="2899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3" name="Google Shape;1753;p39"/>
                <p:cNvSpPr/>
                <p:nvPr/>
              </p:nvSpPr>
              <p:spPr>
                <a:xfrm>
                  <a:off x="3051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4" name="Google Shape;1754;p39"/>
                <p:cNvSpPr/>
                <p:nvPr/>
              </p:nvSpPr>
              <p:spPr>
                <a:xfrm>
                  <a:off x="3203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5" name="Google Shape;1755;p39"/>
                <p:cNvSpPr/>
                <p:nvPr/>
              </p:nvSpPr>
              <p:spPr>
                <a:xfrm>
                  <a:off x="3356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6" name="Google Shape;1756;p39"/>
                <p:cNvSpPr/>
                <p:nvPr/>
              </p:nvSpPr>
              <p:spPr>
                <a:xfrm>
                  <a:off x="3508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7" name="Google Shape;1757;p39"/>
                <p:cNvSpPr/>
                <p:nvPr/>
              </p:nvSpPr>
              <p:spPr>
                <a:xfrm>
                  <a:off x="3661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8" name="Google Shape;1758;p39"/>
                <p:cNvSpPr/>
                <p:nvPr/>
              </p:nvSpPr>
              <p:spPr>
                <a:xfrm>
                  <a:off x="2441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9" name="Google Shape;1759;p39"/>
                <p:cNvSpPr/>
                <p:nvPr/>
              </p:nvSpPr>
              <p:spPr>
                <a:xfrm>
                  <a:off x="2594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0" name="Google Shape;1760;p39"/>
                <p:cNvSpPr/>
                <p:nvPr/>
              </p:nvSpPr>
              <p:spPr>
                <a:xfrm>
                  <a:off x="2746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1" name="Google Shape;1761;p39"/>
                <p:cNvSpPr/>
                <p:nvPr/>
              </p:nvSpPr>
              <p:spPr>
                <a:xfrm>
                  <a:off x="2899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2" name="Google Shape;1762;p39"/>
                <p:cNvSpPr/>
                <p:nvPr/>
              </p:nvSpPr>
              <p:spPr>
                <a:xfrm>
                  <a:off x="3051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3" name="Google Shape;1763;p39"/>
                <p:cNvSpPr/>
                <p:nvPr/>
              </p:nvSpPr>
              <p:spPr>
                <a:xfrm>
                  <a:off x="3203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4" name="Google Shape;1764;p39"/>
                <p:cNvSpPr/>
                <p:nvPr/>
              </p:nvSpPr>
              <p:spPr>
                <a:xfrm>
                  <a:off x="3356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5" name="Google Shape;1765;p39"/>
                <p:cNvSpPr/>
                <p:nvPr/>
              </p:nvSpPr>
              <p:spPr>
                <a:xfrm>
                  <a:off x="3508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6" name="Google Shape;1766;p39"/>
                <p:cNvSpPr/>
                <p:nvPr/>
              </p:nvSpPr>
              <p:spPr>
                <a:xfrm>
                  <a:off x="3661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7" name="Google Shape;1767;p39"/>
                <p:cNvSpPr/>
                <p:nvPr/>
              </p:nvSpPr>
              <p:spPr>
                <a:xfrm>
                  <a:off x="2441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8" name="Google Shape;1768;p39"/>
                <p:cNvSpPr/>
                <p:nvPr/>
              </p:nvSpPr>
              <p:spPr>
                <a:xfrm>
                  <a:off x="2594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9" name="Google Shape;1769;p39"/>
                <p:cNvSpPr/>
                <p:nvPr/>
              </p:nvSpPr>
              <p:spPr>
                <a:xfrm>
                  <a:off x="2746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0" name="Google Shape;1770;p39"/>
                <p:cNvSpPr/>
                <p:nvPr/>
              </p:nvSpPr>
              <p:spPr>
                <a:xfrm>
                  <a:off x="2899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1" name="Google Shape;1771;p39"/>
                <p:cNvSpPr/>
                <p:nvPr/>
              </p:nvSpPr>
              <p:spPr>
                <a:xfrm>
                  <a:off x="3051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2" name="Google Shape;1772;p39"/>
                <p:cNvSpPr/>
                <p:nvPr/>
              </p:nvSpPr>
              <p:spPr>
                <a:xfrm>
                  <a:off x="3203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3" name="Google Shape;1773;p39"/>
                <p:cNvSpPr/>
                <p:nvPr/>
              </p:nvSpPr>
              <p:spPr>
                <a:xfrm>
                  <a:off x="3356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4" name="Google Shape;1774;p39"/>
                <p:cNvSpPr/>
                <p:nvPr/>
              </p:nvSpPr>
              <p:spPr>
                <a:xfrm>
                  <a:off x="3508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5" name="Google Shape;1775;p39"/>
                <p:cNvSpPr/>
                <p:nvPr/>
              </p:nvSpPr>
              <p:spPr>
                <a:xfrm>
                  <a:off x="3661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76" name="Google Shape;1776;p39"/>
              <p:cNvGrpSpPr/>
              <p:nvPr/>
            </p:nvGrpSpPr>
            <p:grpSpPr>
              <a:xfrm>
                <a:off x="3816917" y="2826644"/>
                <a:ext cx="2627100" cy="400600"/>
                <a:chOff x="1070298" y="2826644"/>
                <a:chExt cx="2627100" cy="400600"/>
              </a:xfrm>
            </p:grpSpPr>
            <p:sp>
              <p:nvSpPr>
                <p:cNvPr id="1777" name="Google Shape;1777;p39"/>
                <p:cNvSpPr/>
                <p:nvPr/>
              </p:nvSpPr>
              <p:spPr>
                <a:xfrm>
                  <a:off x="1070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8" name="Google Shape;1778;p39"/>
                <p:cNvSpPr/>
                <p:nvPr/>
              </p:nvSpPr>
              <p:spPr>
                <a:xfrm>
                  <a:off x="1222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9" name="Google Shape;1779;p39"/>
                <p:cNvSpPr/>
                <p:nvPr/>
              </p:nvSpPr>
              <p:spPr>
                <a:xfrm>
                  <a:off x="1375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0" name="Google Shape;1780;p39"/>
                <p:cNvSpPr/>
                <p:nvPr/>
              </p:nvSpPr>
              <p:spPr>
                <a:xfrm>
                  <a:off x="1527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1" name="Google Shape;1781;p39"/>
                <p:cNvSpPr/>
                <p:nvPr/>
              </p:nvSpPr>
              <p:spPr>
                <a:xfrm>
                  <a:off x="1679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2" name="Google Shape;1782;p39"/>
                <p:cNvSpPr/>
                <p:nvPr/>
              </p:nvSpPr>
              <p:spPr>
                <a:xfrm>
                  <a:off x="1832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3" name="Google Shape;1783;p39"/>
                <p:cNvSpPr/>
                <p:nvPr/>
              </p:nvSpPr>
              <p:spPr>
                <a:xfrm>
                  <a:off x="1984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4" name="Google Shape;1784;p39"/>
                <p:cNvSpPr/>
                <p:nvPr/>
              </p:nvSpPr>
              <p:spPr>
                <a:xfrm>
                  <a:off x="2137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5" name="Google Shape;1785;p39"/>
                <p:cNvSpPr/>
                <p:nvPr/>
              </p:nvSpPr>
              <p:spPr>
                <a:xfrm>
                  <a:off x="2289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6" name="Google Shape;1786;p39"/>
                <p:cNvSpPr/>
                <p:nvPr/>
              </p:nvSpPr>
              <p:spPr>
                <a:xfrm>
                  <a:off x="1070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7" name="Google Shape;1787;p39"/>
                <p:cNvSpPr/>
                <p:nvPr/>
              </p:nvSpPr>
              <p:spPr>
                <a:xfrm>
                  <a:off x="1222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8" name="Google Shape;1788;p39"/>
                <p:cNvSpPr/>
                <p:nvPr/>
              </p:nvSpPr>
              <p:spPr>
                <a:xfrm>
                  <a:off x="1375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9" name="Google Shape;1789;p39"/>
                <p:cNvSpPr/>
                <p:nvPr/>
              </p:nvSpPr>
              <p:spPr>
                <a:xfrm>
                  <a:off x="1527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0" name="Google Shape;1790;p39"/>
                <p:cNvSpPr/>
                <p:nvPr/>
              </p:nvSpPr>
              <p:spPr>
                <a:xfrm>
                  <a:off x="1679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1" name="Google Shape;1791;p39"/>
                <p:cNvSpPr/>
                <p:nvPr/>
              </p:nvSpPr>
              <p:spPr>
                <a:xfrm>
                  <a:off x="1832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2" name="Google Shape;1792;p39"/>
                <p:cNvSpPr/>
                <p:nvPr/>
              </p:nvSpPr>
              <p:spPr>
                <a:xfrm>
                  <a:off x="1984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3" name="Google Shape;1793;p39"/>
                <p:cNvSpPr/>
                <p:nvPr/>
              </p:nvSpPr>
              <p:spPr>
                <a:xfrm>
                  <a:off x="2137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4" name="Google Shape;1794;p39"/>
                <p:cNvSpPr/>
                <p:nvPr/>
              </p:nvSpPr>
              <p:spPr>
                <a:xfrm>
                  <a:off x="2289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5" name="Google Shape;1795;p39"/>
                <p:cNvSpPr/>
                <p:nvPr/>
              </p:nvSpPr>
              <p:spPr>
                <a:xfrm>
                  <a:off x="1070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6" name="Google Shape;1796;p39"/>
                <p:cNvSpPr/>
                <p:nvPr/>
              </p:nvSpPr>
              <p:spPr>
                <a:xfrm>
                  <a:off x="1222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7" name="Google Shape;1797;p39"/>
                <p:cNvSpPr/>
                <p:nvPr/>
              </p:nvSpPr>
              <p:spPr>
                <a:xfrm>
                  <a:off x="1375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8" name="Google Shape;1798;p39"/>
                <p:cNvSpPr/>
                <p:nvPr/>
              </p:nvSpPr>
              <p:spPr>
                <a:xfrm>
                  <a:off x="1527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9" name="Google Shape;1799;p39"/>
                <p:cNvSpPr/>
                <p:nvPr/>
              </p:nvSpPr>
              <p:spPr>
                <a:xfrm>
                  <a:off x="1679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0" name="Google Shape;1800;p39"/>
                <p:cNvSpPr/>
                <p:nvPr/>
              </p:nvSpPr>
              <p:spPr>
                <a:xfrm>
                  <a:off x="1832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1" name="Google Shape;1801;p39"/>
                <p:cNvSpPr/>
                <p:nvPr/>
              </p:nvSpPr>
              <p:spPr>
                <a:xfrm>
                  <a:off x="1984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2" name="Google Shape;1802;p39"/>
                <p:cNvSpPr/>
                <p:nvPr/>
              </p:nvSpPr>
              <p:spPr>
                <a:xfrm>
                  <a:off x="2137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3" name="Google Shape;1803;p39"/>
                <p:cNvSpPr/>
                <p:nvPr/>
              </p:nvSpPr>
              <p:spPr>
                <a:xfrm>
                  <a:off x="2289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4" name="Google Shape;1804;p39"/>
                <p:cNvSpPr/>
                <p:nvPr/>
              </p:nvSpPr>
              <p:spPr>
                <a:xfrm>
                  <a:off x="2441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5" name="Google Shape;1805;p39"/>
                <p:cNvSpPr/>
                <p:nvPr/>
              </p:nvSpPr>
              <p:spPr>
                <a:xfrm>
                  <a:off x="2594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6" name="Google Shape;1806;p39"/>
                <p:cNvSpPr/>
                <p:nvPr/>
              </p:nvSpPr>
              <p:spPr>
                <a:xfrm>
                  <a:off x="2746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7" name="Google Shape;1807;p39"/>
                <p:cNvSpPr/>
                <p:nvPr/>
              </p:nvSpPr>
              <p:spPr>
                <a:xfrm>
                  <a:off x="2899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8" name="Google Shape;1808;p39"/>
                <p:cNvSpPr/>
                <p:nvPr/>
              </p:nvSpPr>
              <p:spPr>
                <a:xfrm>
                  <a:off x="3051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9" name="Google Shape;1809;p39"/>
                <p:cNvSpPr/>
                <p:nvPr/>
              </p:nvSpPr>
              <p:spPr>
                <a:xfrm>
                  <a:off x="3203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0" name="Google Shape;1810;p39"/>
                <p:cNvSpPr/>
                <p:nvPr/>
              </p:nvSpPr>
              <p:spPr>
                <a:xfrm>
                  <a:off x="3356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1" name="Google Shape;1811;p39"/>
                <p:cNvSpPr/>
                <p:nvPr/>
              </p:nvSpPr>
              <p:spPr>
                <a:xfrm>
                  <a:off x="3508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2" name="Google Shape;1812;p39"/>
                <p:cNvSpPr/>
                <p:nvPr/>
              </p:nvSpPr>
              <p:spPr>
                <a:xfrm>
                  <a:off x="3661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3" name="Google Shape;1813;p39"/>
                <p:cNvSpPr/>
                <p:nvPr/>
              </p:nvSpPr>
              <p:spPr>
                <a:xfrm>
                  <a:off x="2441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4" name="Google Shape;1814;p39"/>
                <p:cNvSpPr/>
                <p:nvPr/>
              </p:nvSpPr>
              <p:spPr>
                <a:xfrm>
                  <a:off x="2594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5" name="Google Shape;1815;p39"/>
                <p:cNvSpPr/>
                <p:nvPr/>
              </p:nvSpPr>
              <p:spPr>
                <a:xfrm>
                  <a:off x="2746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6" name="Google Shape;1816;p39"/>
                <p:cNvSpPr/>
                <p:nvPr/>
              </p:nvSpPr>
              <p:spPr>
                <a:xfrm>
                  <a:off x="2899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7" name="Google Shape;1817;p39"/>
                <p:cNvSpPr/>
                <p:nvPr/>
              </p:nvSpPr>
              <p:spPr>
                <a:xfrm>
                  <a:off x="3051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8" name="Google Shape;1818;p39"/>
                <p:cNvSpPr/>
                <p:nvPr/>
              </p:nvSpPr>
              <p:spPr>
                <a:xfrm>
                  <a:off x="3203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9" name="Google Shape;1819;p39"/>
                <p:cNvSpPr/>
                <p:nvPr/>
              </p:nvSpPr>
              <p:spPr>
                <a:xfrm>
                  <a:off x="3356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0" name="Google Shape;1820;p39"/>
                <p:cNvSpPr/>
                <p:nvPr/>
              </p:nvSpPr>
              <p:spPr>
                <a:xfrm>
                  <a:off x="3508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1" name="Google Shape;1821;p39"/>
                <p:cNvSpPr/>
                <p:nvPr/>
              </p:nvSpPr>
              <p:spPr>
                <a:xfrm>
                  <a:off x="3661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2" name="Google Shape;1822;p39"/>
                <p:cNvSpPr/>
                <p:nvPr/>
              </p:nvSpPr>
              <p:spPr>
                <a:xfrm>
                  <a:off x="2441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3" name="Google Shape;1823;p39"/>
                <p:cNvSpPr/>
                <p:nvPr/>
              </p:nvSpPr>
              <p:spPr>
                <a:xfrm>
                  <a:off x="2594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4" name="Google Shape;1824;p39"/>
                <p:cNvSpPr/>
                <p:nvPr/>
              </p:nvSpPr>
              <p:spPr>
                <a:xfrm>
                  <a:off x="2746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5" name="Google Shape;1825;p39"/>
                <p:cNvSpPr/>
                <p:nvPr/>
              </p:nvSpPr>
              <p:spPr>
                <a:xfrm>
                  <a:off x="2899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6" name="Google Shape;1826;p39"/>
                <p:cNvSpPr/>
                <p:nvPr/>
              </p:nvSpPr>
              <p:spPr>
                <a:xfrm>
                  <a:off x="3051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7" name="Google Shape;1827;p39"/>
                <p:cNvSpPr/>
                <p:nvPr/>
              </p:nvSpPr>
              <p:spPr>
                <a:xfrm>
                  <a:off x="3203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8" name="Google Shape;1828;p39"/>
                <p:cNvSpPr/>
                <p:nvPr/>
              </p:nvSpPr>
              <p:spPr>
                <a:xfrm>
                  <a:off x="3356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9" name="Google Shape;1829;p39"/>
                <p:cNvSpPr/>
                <p:nvPr/>
              </p:nvSpPr>
              <p:spPr>
                <a:xfrm>
                  <a:off x="3508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0" name="Google Shape;1830;p39"/>
                <p:cNvSpPr/>
                <p:nvPr/>
              </p:nvSpPr>
              <p:spPr>
                <a:xfrm>
                  <a:off x="3661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31" name="Google Shape;1831;p39"/>
            <p:cNvGrpSpPr/>
            <p:nvPr/>
          </p:nvGrpSpPr>
          <p:grpSpPr>
            <a:xfrm>
              <a:off x="3515548" y="138894"/>
              <a:ext cx="5373719" cy="400600"/>
              <a:chOff x="1070298" y="2826644"/>
              <a:chExt cx="5373719" cy="400600"/>
            </a:xfrm>
          </p:grpSpPr>
          <p:grpSp>
            <p:nvGrpSpPr>
              <p:cNvPr id="1832" name="Google Shape;1832;p39"/>
              <p:cNvGrpSpPr/>
              <p:nvPr/>
            </p:nvGrpSpPr>
            <p:grpSpPr>
              <a:xfrm>
                <a:off x="1070298" y="2826644"/>
                <a:ext cx="2627100" cy="400600"/>
                <a:chOff x="1070298" y="2826644"/>
                <a:chExt cx="2627100" cy="400600"/>
              </a:xfrm>
            </p:grpSpPr>
            <p:sp>
              <p:nvSpPr>
                <p:cNvPr id="1833" name="Google Shape;1833;p39"/>
                <p:cNvSpPr/>
                <p:nvPr/>
              </p:nvSpPr>
              <p:spPr>
                <a:xfrm>
                  <a:off x="1070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39"/>
                <p:cNvSpPr/>
                <p:nvPr/>
              </p:nvSpPr>
              <p:spPr>
                <a:xfrm>
                  <a:off x="1222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39"/>
                <p:cNvSpPr/>
                <p:nvPr/>
              </p:nvSpPr>
              <p:spPr>
                <a:xfrm>
                  <a:off x="1375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6" name="Google Shape;1836;p39"/>
                <p:cNvSpPr/>
                <p:nvPr/>
              </p:nvSpPr>
              <p:spPr>
                <a:xfrm>
                  <a:off x="1527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7" name="Google Shape;1837;p39"/>
                <p:cNvSpPr/>
                <p:nvPr/>
              </p:nvSpPr>
              <p:spPr>
                <a:xfrm>
                  <a:off x="1679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8" name="Google Shape;1838;p39"/>
                <p:cNvSpPr/>
                <p:nvPr/>
              </p:nvSpPr>
              <p:spPr>
                <a:xfrm>
                  <a:off x="1832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9" name="Google Shape;1839;p39"/>
                <p:cNvSpPr/>
                <p:nvPr/>
              </p:nvSpPr>
              <p:spPr>
                <a:xfrm>
                  <a:off x="1984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0" name="Google Shape;1840;p39"/>
                <p:cNvSpPr/>
                <p:nvPr/>
              </p:nvSpPr>
              <p:spPr>
                <a:xfrm>
                  <a:off x="2137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1" name="Google Shape;1841;p39"/>
                <p:cNvSpPr/>
                <p:nvPr/>
              </p:nvSpPr>
              <p:spPr>
                <a:xfrm>
                  <a:off x="2289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2" name="Google Shape;1842;p39"/>
                <p:cNvSpPr/>
                <p:nvPr/>
              </p:nvSpPr>
              <p:spPr>
                <a:xfrm>
                  <a:off x="1070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3" name="Google Shape;1843;p39"/>
                <p:cNvSpPr/>
                <p:nvPr/>
              </p:nvSpPr>
              <p:spPr>
                <a:xfrm>
                  <a:off x="1222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4" name="Google Shape;1844;p39"/>
                <p:cNvSpPr/>
                <p:nvPr/>
              </p:nvSpPr>
              <p:spPr>
                <a:xfrm>
                  <a:off x="1375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5" name="Google Shape;1845;p39"/>
                <p:cNvSpPr/>
                <p:nvPr/>
              </p:nvSpPr>
              <p:spPr>
                <a:xfrm>
                  <a:off x="1527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39"/>
                <p:cNvSpPr/>
                <p:nvPr/>
              </p:nvSpPr>
              <p:spPr>
                <a:xfrm>
                  <a:off x="1679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7" name="Google Shape;1847;p39"/>
                <p:cNvSpPr/>
                <p:nvPr/>
              </p:nvSpPr>
              <p:spPr>
                <a:xfrm>
                  <a:off x="1832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8" name="Google Shape;1848;p39"/>
                <p:cNvSpPr/>
                <p:nvPr/>
              </p:nvSpPr>
              <p:spPr>
                <a:xfrm>
                  <a:off x="1984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9" name="Google Shape;1849;p39"/>
                <p:cNvSpPr/>
                <p:nvPr/>
              </p:nvSpPr>
              <p:spPr>
                <a:xfrm>
                  <a:off x="2137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0" name="Google Shape;1850;p39"/>
                <p:cNvSpPr/>
                <p:nvPr/>
              </p:nvSpPr>
              <p:spPr>
                <a:xfrm>
                  <a:off x="2289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1" name="Google Shape;1851;p39"/>
                <p:cNvSpPr/>
                <p:nvPr/>
              </p:nvSpPr>
              <p:spPr>
                <a:xfrm>
                  <a:off x="1070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2" name="Google Shape;1852;p39"/>
                <p:cNvSpPr/>
                <p:nvPr/>
              </p:nvSpPr>
              <p:spPr>
                <a:xfrm>
                  <a:off x="1222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3" name="Google Shape;1853;p39"/>
                <p:cNvSpPr/>
                <p:nvPr/>
              </p:nvSpPr>
              <p:spPr>
                <a:xfrm>
                  <a:off x="1375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4" name="Google Shape;1854;p39"/>
                <p:cNvSpPr/>
                <p:nvPr/>
              </p:nvSpPr>
              <p:spPr>
                <a:xfrm>
                  <a:off x="1527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5" name="Google Shape;1855;p39"/>
                <p:cNvSpPr/>
                <p:nvPr/>
              </p:nvSpPr>
              <p:spPr>
                <a:xfrm>
                  <a:off x="1679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6" name="Google Shape;1856;p39"/>
                <p:cNvSpPr/>
                <p:nvPr/>
              </p:nvSpPr>
              <p:spPr>
                <a:xfrm>
                  <a:off x="1832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7" name="Google Shape;1857;p39"/>
                <p:cNvSpPr/>
                <p:nvPr/>
              </p:nvSpPr>
              <p:spPr>
                <a:xfrm>
                  <a:off x="1984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8" name="Google Shape;1858;p39"/>
                <p:cNvSpPr/>
                <p:nvPr/>
              </p:nvSpPr>
              <p:spPr>
                <a:xfrm>
                  <a:off x="2137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9" name="Google Shape;1859;p39"/>
                <p:cNvSpPr/>
                <p:nvPr/>
              </p:nvSpPr>
              <p:spPr>
                <a:xfrm>
                  <a:off x="2289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0" name="Google Shape;1860;p39"/>
                <p:cNvSpPr/>
                <p:nvPr/>
              </p:nvSpPr>
              <p:spPr>
                <a:xfrm>
                  <a:off x="2441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1" name="Google Shape;1861;p39"/>
                <p:cNvSpPr/>
                <p:nvPr/>
              </p:nvSpPr>
              <p:spPr>
                <a:xfrm>
                  <a:off x="2594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2" name="Google Shape;1862;p39"/>
                <p:cNvSpPr/>
                <p:nvPr/>
              </p:nvSpPr>
              <p:spPr>
                <a:xfrm>
                  <a:off x="2746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3" name="Google Shape;1863;p39"/>
                <p:cNvSpPr/>
                <p:nvPr/>
              </p:nvSpPr>
              <p:spPr>
                <a:xfrm>
                  <a:off x="2899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4" name="Google Shape;1864;p39"/>
                <p:cNvSpPr/>
                <p:nvPr/>
              </p:nvSpPr>
              <p:spPr>
                <a:xfrm>
                  <a:off x="3051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5" name="Google Shape;1865;p39"/>
                <p:cNvSpPr/>
                <p:nvPr/>
              </p:nvSpPr>
              <p:spPr>
                <a:xfrm>
                  <a:off x="3203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6" name="Google Shape;1866;p39"/>
                <p:cNvSpPr/>
                <p:nvPr/>
              </p:nvSpPr>
              <p:spPr>
                <a:xfrm>
                  <a:off x="3356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7" name="Google Shape;1867;p39"/>
                <p:cNvSpPr/>
                <p:nvPr/>
              </p:nvSpPr>
              <p:spPr>
                <a:xfrm>
                  <a:off x="3508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8" name="Google Shape;1868;p39"/>
                <p:cNvSpPr/>
                <p:nvPr/>
              </p:nvSpPr>
              <p:spPr>
                <a:xfrm>
                  <a:off x="3661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9" name="Google Shape;1869;p39"/>
                <p:cNvSpPr/>
                <p:nvPr/>
              </p:nvSpPr>
              <p:spPr>
                <a:xfrm>
                  <a:off x="2441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0" name="Google Shape;1870;p39"/>
                <p:cNvSpPr/>
                <p:nvPr/>
              </p:nvSpPr>
              <p:spPr>
                <a:xfrm>
                  <a:off x="2594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1" name="Google Shape;1871;p39"/>
                <p:cNvSpPr/>
                <p:nvPr/>
              </p:nvSpPr>
              <p:spPr>
                <a:xfrm>
                  <a:off x="2746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2" name="Google Shape;1872;p39"/>
                <p:cNvSpPr/>
                <p:nvPr/>
              </p:nvSpPr>
              <p:spPr>
                <a:xfrm>
                  <a:off x="2899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3" name="Google Shape;1873;p39"/>
                <p:cNvSpPr/>
                <p:nvPr/>
              </p:nvSpPr>
              <p:spPr>
                <a:xfrm>
                  <a:off x="3051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4" name="Google Shape;1874;p39"/>
                <p:cNvSpPr/>
                <p:nvPr/>
              </p:nvSpPr>
              <p:spPr>
                <a:xfrm>
                  <a:off x="3203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5" name="Google Shape;1875;p39"/>
                <p:cNvSpPr/>
                <p:nvPr/>
              </p:nvSpPr>
              <p:spPr>
                <a:xfrm>
                  <a:off x="3356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6" name="Google Shape;1876;p39"/>
                <p:cNvSpPr/>
                <p:nvPr/>
              </p:nvSpPr>
              <p:spPr>
                <a:xfrm>
                  <a:off x="3508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7" name="Google Shape;1877;p39"/>
                <p:cNvSpPr/>
                <p:nvPr/>
              </p:nvSpPr>
              <p:spPr>
                <a:xfrm>
                  <a:off x="3661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8" name="Google Shape;1878;p39"/>
                <p:cNvSpPr/>
                <p:nvPr/>
              </p:nvSpPr>
              <p:spPr>
                <a:xfrm>
                  <a:off x="2441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9" name="Google Shape;1879;p39"/>
                <p:cNvSpPr/>
                <p:nvPr/>
              </p:nvSpPr>
              <p:spPr>
                <a:xfrm>
                  <a:off x="2594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0" name="Google Shape;1880;p39"/>
                <p:cNvSpPr/>
                <p:nvPr/>
              </p:nvSpPr>
              <p:spPr>
                <a:xfrm>
                  <a:off x="2746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1" name="Google Shape;1881;p39"/>
                <p:cNvSpPr/>
                <p:nvPr/>
              </p:nvSpPr>
              <p:spPr>
                <a:xfrm>
                  <a:off x="2899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2" name="Google Shape;1882;p39"/>
                <p:cNvSpPr/>
                <p:nvPr/>
              </p:nvSpPr>
              <p:spPr>
                <a:xfrm>
                  <a:off x="3051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3" name="Google Shape;1883;p39"/>
                <p:cNvSpPr/>
                <p:nvPr/>
              </p:nvSpPr>
              <p:spPr>
                <a:xfrm>
                  <a:off x="3203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4" name="Google Shape;1884;p39"/>
                <p:cNvSpPr/>
                <p:nvPr/>
              </p:nvSpPr>
              <p:spPr>
                <a:xfrm>
                  <a:off x="3356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5" name="Google Shape;1885;p39"/>
                <p:cNvSpPr/>
                <p:nvPr/>
              </p:nvSpPr>
              <p:spPr>
                <a:xfrm>
                  <a:off x="3508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6" name="Google Shape;1886;p39"/>
                <p:cNvSpPr/>
                <p:nvPr/>
              </p:nvSpPr>
              <p:spPr>
                <a:xfrm>
                  <a:off x="3661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87" name="Google Shape;1887;p39"/>
              <p:cNvGrpSpPr/>
              <p:nvPr/>
            </p:nvGrpSpPr>
            <p:grpSpPr>
              <a:xfrm>
                <a:off x="3816917" y="2826644"/>
                <a:ext cx="2627100" cy="400600"/>
                <a:chOff x="1070298" y="2826644"/>
                <a:chExt cx="2627100" cy="400600"/>
              </a:xfrm>
            </p:grpSpPr>
            <p:sp>
              <p:nvSpPr>
                <p:cNvPr id="1888" name="Google Shape;1888;p39"/>
                <p:cNvSpPr/>
                <p:nvPr/>
              </p:nvSpPr>
              <p:spPr>
                <a:xfrm>
                  <a:off x="1070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9" name="Google Shape;1889;p39"/>
                <p:cNvSpPr/>
                <p:nvPr/>
              </p:nvSpPr>
              <p:spPr>
                <a:xfrm>
                  <a:off x="1222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0" name="Google Shape;1890;p39"/>
                <p:cNvSpPr/>
                <p:nvPr/>
              </p:nvSpPr>
              <p:spPr>
                <a:xfrm>
                  <a:off x="1375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1" name="Google Shape;1891;p39"/>
                <p:cNvSpPr/>
                <p:nvPr/>
              </p:nvSpPr>
              <p:spPr>
                <a:xfrm>
                  <a:off x="1527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2" name="Google Shape;1892;p39"/>
                <p:cNvSpPr/>
                <p:nvPr/>
              </p:nvSpPr>
              <p:spPr>
                <a:xfrm>
                  <a:off x="1679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3" name="Google Shape;1893;p39"/>
                <p:cNvSpPr/>
                <p:nvPr/>
              </p:nvSpPr>
              <p:spPr>
                <a:xfrm>
                  <a:off x="1832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4" name="Google Shape;1894;p39"/>
                <p:cNvSpPr/>
                <p:nvPr/>
              </p:nvSpPr>
              <p:spPr>
                <a:xfrm>
                  <a:off x="1984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5" name="Google Shape;1895;p39"/>
                <p:cNvSpPr/>
                <p:nvPr/>
              </p:nvSpPr>
              <p:spPr>
                <a:xfrm>
                  <a:off x="2137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6" name="Google Shape;1896;p39"/>
                <p:cNvSpPr/>
                <p:nvPr/>
              </p:nvSpPr>
              <p:spPr>
                <a:xfrm>
                  <a:off x="2289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7" name="Google Shape;1897;p39"/>
                <p:cNvSpPr/>
                <p:nvPr/>
              </p:nvSpPr>
              <p:spPr>
                <a:xfrm>
                  <a:off x="1070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8" name="Google Shape;1898;p39"/>
                <p:cNvSpPr/>
                <p:nvPr/>
              </p:nvSpPr>
              <p:spPr>
                <a:xfrm>
                  <a:off x="1222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9" name="Google Shape;1899;p39"/>
                <p:cNvSpPr/>
                <p:nvPr/>
              </p:nvSpPr>
              <p:spPr>
                <a:xfrm>
                  <a:off x="1375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0" name="Google Shape;1900;p39"/>
                <p:cNvSpPr/>
                <p:nvPr/>
              </p:nvSpPr>
              <p:spPr>
                <a:xfrm>
                  <a:off x="1527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1" name="Google Shape;1901;p39"/>
                <p:cNvSpPr/>
                <p:nvPr/>
              </p:nvSpPr>
              <p:spPr>
                <a:xfrm>
                  <a:off x="1679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2" name="Google Shape;1902;p39"/>
                <p:cNvSpPr/>
                <p:nvPr/>
              </p:nvSpPr>
              <p:spPr>
                <a:xfrm>
                  <a:off x="1832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3" name="Google Shape;1903;p39"/>
                <p:cNvSpPr/>
                <p:nvPr/>
              </p:nvSpPr>
              <p:spPr>
                <a:xfrm>
                  <a:off x="1984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4" name="Google Shape;1904;p39"/>
                <p:cNvSpPr/>
                <p:nvPr/>
              </p:nvSpPr>
              <p:spPr>
                <a:xfrm>
                  <a:off x="2137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5" name="Google Shape;1905;p39"/>
                <p:cNvSpPr/>
                <p:nvPr/>
              </p:nvSpPr>
              <p:spPr>
                <a:xfrm>
                  <a:off x="2289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6" name="Google Shape;1906;p39"/>
                <p:cNvSpPr/>
                <p:nvPr/>
              </p:nvSpPr>
              <p:spPr>
                <a:xfrm>
                  <a:off x="1070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7" name="Google Shape;1907;p39"/>
                <p:cNvSpPr/>
                <p:nvPr/>
              </p:nvSpPr>
              <p:spPr>
                <a:xfrm>
                  <a:off x="1222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8" name="Google Shape;1908;p39"/>
                <p:cNvSpPr/>
                <p:nvPr/>
              </p:nvSpPr>
              <p:spPr>
                <a:xfrm>
                  <a:off x="1375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9" name="Google Shape;1909;p39"/>
                <p:cNvSpPr/>
                <p:nvPr/>
              </p:nvSpPr>
              <p:spPr>
                <a:xfrm>
                  <a:off x="1527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0" name="Google Shape;1910;p39"/>
                <p:cNvSpPr/>
                <p:nvPr/>
              </p:nvSpPr>
              <p:spPr>
                <a:xfrm>
                  <a:off x="1679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1" name="Google Shape;1911;p39"/>
                <p:cNvSpPr/>
                <p:nvPr/>
              </p:nvSpPr>
              <p:spPr>
                <a:xfrm>
                  <a:off x="1832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2" name="Google Shape;1912;p39"/>
                <p:cNvSpPr/>
                <p:nvPr/>
              </p:nvSpPr>
              <p:spPr>
                <a:xfrm>
                  <a:off x="1984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3" name="Google Shape;1913;p39"/>
                <p:cNvSpPr/>
                <p:nvPr/>
              </p:nvSpPr>
              <p:spPr>
                <a:xfrm>
                  <a:off x="2137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4" name="Google Shape;1914;p39"/>
                <p:cNvSpPr/>
                <p:nvPr/>
              </p:nvSpPr>
              <p:spPr>
                <a:xfrm>
                  <a:off x="2289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5" name="Google Shape;1915;p39"/>
                <p:cNvSpPr/>
                <p:nvPr/>
              </p:nvSpPr>
              <p:spPr>
                <a:xfrm>
                  <a:off x="2441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6" name="Google Shape;1916;p39"/>
                <p:cNvSpPr/>
                <p:nvPr/>
              </p:nvSpPr>
              <p:spPr>
                <a:xfrm>
                  <a:off x="2594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7" name="Google Shape;1917;p39"/>
                <p:cNvSpPr/>
                <p:nvPr/>
              </p:nvSpPr>
              <p:spPr>
                <a:xfrm>
                  <a:off x="2746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8" name="Google Shape;1918;p39"/>
                <p:cNvSpPr/>
                <p:nvPr/>
              </p:nvSpPr>
              <p:spPr>
                <a:xfrm>
                  <a:off x="2899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9" name="Google Shape;1919;p39"/>
                <p:cNvSpPr/>
                <p:nvPr/>
              </p:nvSpPr>
              <p:spPr>
                <a:xfrm>
                  <a:off x="3051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0" name="Google Shape;1920;p39"/>
                <p:cNvSpPr/>
                <p:nvPr/>
              </p:nvSpPr>
              <p:spPr>
                <a:xfrm>
                  <a:off x="3203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1" name="Google Shape;1921;p39"/>
                <p:cNvSpPr/>
                <p:nvPr/>
              </p:nvSpPr>
              <p:spPr>
                <a:xfrm>
                  <a:off x="3356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2" name="Google Shape;1922;p39"/>
                <p:cNvSpPr/>
                <p:nvPr/>
              </p:nvSpPr>
              <p:spPr>
                <a:xfrm>
                  <a:off x="3508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3" name="Google Shape;1923;p39"/>
                <p:cNvSpPr/>
                <p:nvPr/>
              </p:nvSpPr>
              <p:spPr>
                <a:xfrm>
                  <a:off x="3661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4" name="Google Shape;1924;p39"/>
                <p:cNvSpPr/>
                <p:nvPr/>
              </p:nvSpPr>
              <p:spPr>
                <a:xfrm>
                  <a:off x="2441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5" name="Google Shape;1925;p39"/>
                <p:cNvSpPr/>
                <p:nvPr/>
              </p:nvSpPr>
              <p:spPr>
                <a:xfrm>
                  <a:off x="2594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6" name="Google Shape;1926;p39"/>
                <p:cNvSpPr/>
                <p:nvPr/>
              </p:nvSpPr>
              <p:spPr>
                <a:xfrm>
                  <a:off x="2746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7" name="Google Shape;1927;p39"/>
                <p:cNvSpPr/>
                <p:nvPr/>
              </p:nvSpPr>
              <p:spPr>
                <a:xfrm>
                  <a:off x="2899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8" name="Google Shape;1928;p39"/>
                <p:cNvSpPr/>
                <p:nvPr/>
              </p:nvSpPr>
              <p:spPr>
                <a:xfrm>
                  <a:off x="3051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9" name="Google Shape;1929;p39"/>
                <p:cNvSpPr/>
                <p:nvPr/>
              </p:nvSpPr>
              <p:spPr>
                <a:xfrm>
                  <a:off x="3203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0" name="Google Shape;1930;p39"/>
                <p:cNvSpPr/>
                <p:nvPr/>
              </p:nvSpPr>
              <p:spPr>
                <a:xfrm>
                  <a:off x="3356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1" name="Google Shape;1931;p39"/>
                <p:cNvSpPr/>
                <p:nvPr/>
              </p:nvSpPr>
              <p:spPr>
                <a:xfrm>
                  <a:off x="3508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2" name="Google Shape;1932;p39"/>
                <p:cNvSpPr/>
                <p:nvPr/>
              </p:nvSpPr>
              <p:spPr>
                <a:xfrm>
                  <a:off x="3661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3" name="Google Shape;1933;p39"/>
                <p:cNvSpPr/>
                <p:nvPr/>
              </p:nvSpPr>
              <p:spPr>
                <a:xfrm>
                  <a:off x="2441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4" name="Google Shape;1934;p39"/>
                <p:cNvSpPr/>
                <p:nvPr/>
              </p:nvSpPr>
              <p:spPr>
                <a:xfrm>
                  <a:off x="2594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5" name="Google Shape;1935;p39"/>
                <p:cNvSpPr/>
                <p:nvPr/>
              </p:nvSpPr>
              <p:spPr>
                <a:xfrm>
                  <a:off x="2746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6" name="Google Shape;1936;p39"/>
                <p:cNvSpPr/>
                <p:nvPr/>
              </p:nvSpPr>
              <p:spPr>
                <a:xfrm>
                  <a:off x="2899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7" name="Google Shape;1937;p39"/>
                <p:cNvSpPr/>
                <p:nvPr/>
              </p:nvSpPr>
              <p:spPr>
                <a:xfrm>
                  <a:off x="3051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8" name="Google Shape;1938;p39"/>
                <p:cNvSpPr/>
                <p:nvPr/>
              </p:nvSpPr>
              <p:spPr>
                <a:xfrm>
                  <a:off x="3203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9" name="Google Shape;1939;p39"/>
                <p:cNvSpPr/>
                <p:nvPr/>
              </p:nvSpPr>
              <p:spPr>
                <a:xfrm>
                  <a:off x="3356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0" name="Google Shape;1940;p39"/>
                <p:cNvSpPr/>
                <p:nvPr/>
              </p:nvSpPr>
              <p:spPr>
                <a:xfrm>
                  <a:off x="3508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1" name="Google Shape;1941;p39"/>
                <p:cNvSpPr/>
                <p:nvPr/>
              </p:nvSpPr>
              <p:spPr>
                <a:xfrm>
                  <a:off x="3661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5">
  <p:cSld name="CUSTOM_1_1_1_1_1_1_1_1_1_1_1_1_1_1_1"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3" name="Google Shape;1943;p40"/>
          <p:cNvGrpSpPr/>
          <p:nvPr/>
        </p:nvGrpSpPr>
        <p:grpSpPr>
          <a:xfrm>
            <a:off x="-423680" y="-674888"/>
            <a:ext cx="10063657" cy="6349144"/>
            <a:chOff x="-423680" y="-674888"/>
            <a:chExt cx="10063657" cy="6349144"/>
          </a:xfrm>
        </p:grpSpPr>
        <p:grpSp>
          <p:nvGrpSpPr>
            <p:cNvPr id="1944" name="Google Shape;1944;p40"/>
            <p:cNvGrpSpPr/>
            <p:nvPr/>
          </p:nvGrpSpPr>
          <p:grpSpPr>
            <a:xfrm>
              <a:off x="-229217" y="-602244"/>
              <a:ext cx="1505719" cy="1505719"/>
              <a:chOff x="1189525" y="238125"/>
              <a:chExt cx="5177850" cy="5177850"/>
            </a:xfrm>
          </p:grpSpPr>
          <p:sp>
            <p:nvSpPr>
              <p:cNvPr id="1945" name="Google Shape;1945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60" name="Google Shape;1960;p40"/>
            <p:cNvGrpSpPr/>
            <p:nvPr/>
          </p:nvGrpSpPr>
          <p:grpSpPr>
            <a:xfrm>
              <a:off x="204068" y="2643468"/>
              <a:ext cx="1137955" cy="1111679"/>
              <a:chOff x="2790000" y="3114600"/>
              <a:chExt cx="671875" cy="656400"/>
            </a:xfrm>
          </p:grpSpPr>
          <p:sp>
            <p:nvSpPr>
              <p:cNvPr id="1961" name="Google Shape;1961;p40"/>
              <p:cNvSpPr/>
              <p:nvPr/>
            </p:nvSpPr>
            <p:spPr>
              <a:xfrm>
                <a:off x="2790000" y="3114600"/>
                <a:ext cx="168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6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40"/>
              <p:cNvSpPr/>
              <p:nvPr/>
            </p:nvSpPr>
            <p:spPr>
              <a:xfrm>
                <a:off x="2851900" y="3114825"/>
                <a:ext cx="1420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07" extrusionOk="0">
                    <a:moveTo>
                      <a:pt x="252" y="0"/>
                    </a:moveTo>
                    <a:cubicBezTo>
                      <a:pt x="124" y="0"/>
                      <a:pt x="0" y="106"/>
                      <a:pt x="0" y="249"/>
                    </a:cubicBezTo>
                    <a:cubicBezTo>
                      <a:pt x="0" y="404"/>
                      <a:pt x="104" y="507"/>
                      <a:pt x="233" y="507"/>
                    </a:cubicBezTo>
                    <a:cubicBezTo>
                      <a:pt x="465" y="507"/>
                      <a:pt x="568" y="223"/>
                      <a:pt x="413" y="68"/>
                    </a:cubicBezTo>
                    <a:cubicBezTo>
                      <a:pt x="366" y="21"/>
                      <a:pt x="308" y="0"/>
                      <a:pt x="2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40"/>
              <p:cNvSpPr/>
              <p:nvPr/>
            </p:nvSpPr>
            <p:spPr>
              <a:xfrm>
                <a:off x="2909275" y="3114600"/>
                <a:ext cx="168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6" extrusionOk="0">
                    <a:moveTo>
                      <a:pt x="336" y="0"/>
                    </a:moveTo>
                    <a:cubicBezTo>
                      <a:pt x="1" y="26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40"/>
              <p:cNvSpPr/>
              <p:nvPr/>
            </p:nvSpPr>
            <p:spPr>
              <a:xfrm>
                <a:off x="2970525" y="3114825"/>
                <a:ext cx="14875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07" extrusionOk="0">
                    <a:moveTo>
                      <a:pt x="272" y="0"/>
                    </a:moveTo>
                    <a:cubicBezTo>
                      <a:pt x="137" y="0"/>
                      <a:pt x="1" y="106"/>
                      <a:pt x="1" y="249"/>
                    </a:cubicBezTo>
                    <a:cubicBezTo>
                      <a:pt x="1" y="404"/>
                      <a:pt x="130" y="507"/>
                      <a:pt x="259" y="507"/>
                    </a:cubicBezTo>
                    <a:cubicBezTo>
                      <a:pt x="491" y="507"/>
                      <a:pt x="594" y="223"/>
                      <a:pt x="439" y="68"/>
                    </a:cubicBezTo>
                    <a:cubicBezTo>
                      <a:pt x="392" y="21"/>
                      <a:pt x="332" y="0"/>
                      <a:pt x="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40"/>
              <p:cNvSpPr/>
              <p:nvPr/>
            </p:nvSpPr>
            <p:spPr>
              <a:xfrm>
                <a:off x="3027925" y="3114600"/>
                <a:ext cx="167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6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40"/>
              <p:cNvSpPr/>
              <p:nvPr/>
            </p:nvSpPr>
            <p:spPr>
              <a:xfrm>
                <a:off x="3089825" y="3114825"/>
                <a:ext cx="1485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07" extrusionOk="0">
                    <a:moveTo>
                      <a:pt x="272" y="0"/>
                    </a:moveTo>
                    <a:cubicBezTo>
                      <a:pt x="136" y="0"/>
                      <a:pt x="0" y="106"/>
                      <a:pt x="0" y="249"/>
                    </a:cubicBezTo>
                    <a:cubicBezTo>
                      <a:pt x="0" y="404"/>
                      <a:pt x="129" y="507"/>
                      <a:pt x="258" y="507"/>
                    </a:cubicBezTo>
                    <a:cubicBezTo>
                      <a:pt x="490" y="507"/>
                      <a:pt x="593" y="223"/>
                      <a:pt x="439" y="68"/>
                    </a:cubicBezTo>
                    <a:cubicBezTo>
                      <a:pt x="391" y="21"/>
                      <a:pt x="331" y="0"/>
                      <a:pt x="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40"/>
              <p:cNvSpPr/>
              <p:nvPr/>
            </p:nvSpPr>
            <p:spPr>
              <a:xfrm>
                <a:off x="3147200" y="3114600"/>
                <a:ext cx="168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6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40"/>
              <p:cNvSpPr/>
              <p:nvPr/>
            </p:nvSpPr>
            <p:spPr>
              <a:xfrm>
                <a:off x="3209100" y="3114825"/>
                <a:ext cx="1420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07" extrusionOk="0">
                    <a:moveTo>
                      <a:pt x="252" y="0"/>
                    </a:moveTo>
                    <a:cubicBezTo>
                      <a:pt x="124" y="0"/>
                      <a:pt x="0" y="106"/>
                      <a:pt x="0" y="249"/>
                    </a:cubicBezTo>
                    <a:cubicBezTo>
                      <a:pt x="0" y="404"/>
                      <a:pt x="104" y="507"/>
                      <a:pt x="233" y="507"/>
                    </a:cubicBezTo>
                    <a:cubicBezTo>
                      <a:pt x="465" y="507"/>
                      <a:pt x="568" y="223"/>
                      <a:pt x="413" y="68"/>
                    </a:cubicBezTo>
                    <a:cubicBezTo>
                      <a:pt x="366" y="21"/>
                      <a:pt x="308" y="0"/>
                      <a:pt x="2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40"/>
              <p:cNvSpPr/>
              <p:nvPr/>
            </p:nvSpPr>
            <p:spPr>
              <a:xfrm>
                <a:off x="3266475" y="3114600"/>
                <a:ext cx="168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6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40"/>
              <p:cNvSpPr/>
              <p:nvPr/>
            </p:nvSpPr>
            <p:spPr>
              <a:xfrm>
                <a:off x="3327725" y="3114825"/>
                <a:ext cx="14875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07" extrusionOk="0">
                    <a:moveTo>
                      <a:pt x="272" y="0"/>
                    </a:moveTo>
                    <a:cubicBezTo>
                      <a:pt x="137" y="0"/>
                      <a:pt x="1" y="106"/>
                      <a:pt x="1" y="249"/>
                    </a:cubicBezTo>
                    <a:cubicBezTo>
                      <a:pt x="1" y="404"/>
                      <a:pt x="104" y="507"/>
                      <a:pt x="259" y="507"/>
                    </a:cubicBezTo>
                    <a:cubicBezTo>
                      <a:pt x="491" y="507"/>
                      <a:pt x="594" y="223"/>
                      <a:pt x="439" y="68"/>
                    </a:cubicBezTo>
                    <a:cubicBezTo>
                      <a:pt x="392" y="21"/>
                      <a:pt x="332" y="0"/>
                      <a:pt x="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40"/>
              <p:cNvSpPr/>
              <p:nvPr/>
            </p:nvSpPr>
            <p:spPr>
              <a:xfrm>
                <a:off x="3385125" y="3114600"/>
                <a:ext cx="167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6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40"/>
              <p:cNvSpPr/>
              <p:nvPr/>
            </p:nvSpPr>
            <p:spPr>
              <a:xfrm>
                <a:off x="3447025" y="3114825"/>
                <a:ext cx="1485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07" extrusionOk="0">
                    <a:moveTo>
                      <a:pt x="252" y="0"/>
                    </a:moveTo>
                    <a:cubicBezTo>
                      <a:pt x="124" y="0"/>
                      <a:pt x="0" y="106"/>
                      <a:pt x="0" y="249"/>
                    </a:cubicBezTo>
                    <a:cubicBezTo>
                      <a:pt x="0" y="404"/>
                      <a:pt x="103" y="507"/>
                      <a:pt x="258" y="507"/>
                    </a:cubicBezTo>
                    <a:cubicBezTo>
                      <a:pt x="465" y="507"/>
                      <a:pt x="593" y="223"/>
                      <a:pt x="413" y="68"/>
                    </a:cubicBezTo>
                    <a:cubicBezTo>
                      <a:pt x="365" y="21"/>
                      <a:pt x="308" y="0"/>
                      <a:pt x="2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40"/>
              <p:cNvSpPr/>
              <p:nvPr/>
            </p:nvSpPr>
            <p:spPr>
              <a:xfrm>
                <a:off x="2791925" y="316875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58"/>
                    </a:cubicBezTo>
                    <a:cubicBezTo>
                      <a:pt x="517" y="10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40"/>
              <p:cNvSpPr/>
              <p:nvPr/>
            </p:nvSpPr>
            <p:spPr>
              <a:xfrm>
                <a:off x="2851900" y="3168900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5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4" y="484"/>
                      <a:pt x="233" y="484"/>
                    </a:cubicBezTo>
                    <a:cubicBezTo>
                      <a:pt x="387" y="484"/>
                      <a:pt x="490" y="381"/>
                      <a:pt x="490" y="252"/>
                    </a:cubicBezTo>
                    <a:cubicBezTo>
                      <a:pt x="490" y="85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40"/>
              <p:cNvSpPr/>
              <p:nvPr/>
            </p:nvSpPr>
            <p:spPr>
              <a:xfrm>
                <a:off x="2911225" y="316875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4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40"/>
              <p:cNvSpPr/>
              <p:nvPr/>
            </p:nvSpPr>
            <p:spPr>
              <a:xfrm>
                <a:off x="2970525" y="3168900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9" y="1"/>
                    </a:moveTo>
                    <a:cubicBezTo>
                      <a:pt x="130" y="1"/>
                      <a:pt x="1" y="85"/>
                      <a:pt x="1" y="252"/>
                    </a:cubicBezTo>
                    <a:cubicBezTo>
                      <a:pt x="1" y="381"/>
                      <a:pt x="130" y="484"/>
                      <a:pt x="259" y="484"/>
                    </a:cubicBezTo>
                    <a:cubicBezTo>
                      <a:pt x="388" y="484"/>
                      <a:pt x="517" y="381"/>
                      <a:pt x="517" y="252"/>
                    </a:cubicBezTo>
                    <a:cubicBezTo>
                      <a:pt x="517" y="85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40"/>
              <p:cNvSpPr/>
              <p:nvPr/>
            </p:nvSpPr>
            <p:spPr>
              <a:xfrm>
                <a:off x="3030500" y="316875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0"/>
                    </a:moveTo>
                    <a:cubicBezTo>
                      <a:pt x="104" y="0"/>
                      <a:pt x="0" y="104"/>
                      <a:pt x="0" y="258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4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40"/>
              <p:cNvSpPr/>
              <p:nvPr/>
            </p:nvSpPr>
            <p:spPr>
              <a:xfrm>
                <a:off x="3089825" y="3168900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8" y="1"/>
                    </a:moveTo>
                    <a:cubicBezTo>
                      <a:pt x="129" y="1"/>
                      <a:pt x="0" y="85"/>
                      <a:pt x="0" y="252"/>
                    </a:cubicBezTo>
                    <a:cubicBezTo>
                      <a:pt x="0" y="381"/>
                      <a:pt x="129" y="484"/>
                      <a:pt x="258" y="484"/>
                    </a:cubicBezTo>
                    <a:cubicBezTo>
                      <a:pt x="387" y="484"/>
                      <a:pt x="516" y="381"/>
                      <a:pt x="516" y="252"/>
                    </a:cubicBezTo>
                    <a:cubicBezTo>
                      <a:pt x="516" y="85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40"/>
              <p:cNvSpPr/>
              <p:nvPr/>
            </p:nvSpPr>
            <p:spPr>
              <a:xfrm>
                <a:off x="3149125" y="316875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58"/>
                    </a:cubicBezTo>
                    <a:cubicBezTo>
                      <a:pt x="517" y="10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40"/>
              <p:cNvSpPr/>
              <p:nvPr/>
            </p:nvSpPr>
            <p:spPr>
              <a:xfrm>
                <a:off x="3208450" y="3168900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72" y="1"/>
                    </a:moveTo>
                    <a:cubicBezTo>
                      <a:pt x="149" y="1"/>
                      <a:pt x="26" y="85"/>
                      <a:pt x="26" y="252"/>
                    </a:cubicBezTo>
                    <a:cubicBezTo>
                      <a:pt x="1" y="381"/>
                      <a:pt x="130" y="484"/>
                      <a:pt x="259" y="484"/>
                    </a:cubicBezTo>
                    <a:cubicBezTo>
                      <a:pt x="413" y="484"/>
                      <a:pt x="517" y="381"/>
                      <a:pt x="517" y="252"/>
                    </a:cubicBezTo>
                    <a:cubicBezTo>
                      <a:pt x="517" y="85"/>
                      <a:pt x="394" y="1"/>
                      <a:pt x="2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40"/>
              <p:cNvSpPr/>
              <p:nvPr/>
            </p:nvSpPr>
            <p:spPr>
              <a:xfrm>
                <a:off x="3268425" y="316875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4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40"/>
              <p:cNvSpPr/>
              <p:nvPr/>
            </p:nvSpPr>
            <p:spPr>
              <a:xfrm>
                <a:off x="3327725" y="3168900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9" y="1"/>
                    </a:moveTo>
                    <a:cubicBezTo>
                      <a:pt x="130" y="1"/>
                      <a:pt x="1" y="85"/>
                      <a:pt x="1" y="252"/>
                    </a:cubicBezTo>
                    <a:cubicBezTo>
                      <a:pt x="1" y="381"/>
                      <a:pt x="130" y="484"/>
                      <a:pt x="259" y="484"/>
                    </a:cubicBezTo>
                    <a:cubicBezTo>
                      <a:pt x="388" y="484"/>
                      <a:pt x="517" y="381"/>
                      <a:pt x="517" y="252"/>
                    </a:cubicBezTo>
                    <a:cubicBezTo>
                      <a:pt x="517" y="85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40"/>
              <p:cNvSpPr/>
              <p:nvPr/>
            </p:nvSpPr>
            <p:spPr>
              <a:xfrm>
                <a:off x="3387050" y="316875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27" y="104"/>
                      <a:pt x="27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413" y="490"/>
                      <a:pt x="517" y="387"/>
                      <a:pt x="517" y="258"/>
                    </a:cubicBezTo>
                    <a:cubicBezTo>
                      <a:pt x="517" y="104"/>
                      <a:pt x="413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40"/>
              <p:cNvSpPr/>
              <p:nvPr/>
            </p:nvSpPr>
            <p:spPr>
              <a:xfrm>
                <a:off x="3447025" y="3168900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5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3" y="484"/>
                      <a:pt x="258" y="484"/>
                    </a:cubicBezTo>
                    <a:cubicBezTo>
                      <a:pt x="387" y="484"/>
                      <a:pt x="490" y="381"/>
                      <a:pt x="490" y="252"/>
                    </a:cubicBezTo>
                    <a:cubicBezTo>
                      <a:pt x="490" y="85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40"/>
              <p:cNvSpPr/>
              <p:nvPr/>
            </p:nvSpPr>
            <p:spPr>
              <a:xfrm>
                <a:off x="2790000" y="3222275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0"/>
                    </a:moveTo>
                    <a:cubicBezTo>
                      <a:pt x="1" y="0"/>
                      <a:pt x="1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40"/>
              <p:cNvSpPr/>
              <p:nvPr/>
            </p:nvSpPr>
            <p:spPr>
              <a:xfrm>
                <a:off x="2851900" y="32222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0"/>
                    </a:moveTo>
                    <a:cubicBezTo>
                      <a:pt x="104" y="0"/>
                      <a:pt x="0" y="103"/>
                      <a:pt x="0" y="258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3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40"/>
              <p:cNvSpPr/>
              <p:nvPr/>
            </p:nvSpPr>
            <p:spPr>
              <a:xfrm>
                <a:off x="2909275" y="3222275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0"/>
                    </a:moveTo>
                    <a:cubicBezTo>
                      <a:pt x="1" y="0"/>
                      <a:pt x="1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40"/>
              <p:cNvSpPr/>
              <p:nvPr/>
            </p:nvSpPr>
            <p:spPr>
              <a:xfrm>
                <a:off x="2970525" y="3222350"/>
                <a:ext cx="1487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88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384"/>
                      <a:pt x="130" y="487"/>
                      <a:pt x="259" y="487"/>
                    </a:cubicBezTo>
                    <a:cubicBezTo>
                      <a:pt x="491" y="487"/>
                      <a:pt x="594" y="229"/>
                      <a:pt x="439" y="74"/>
                    </a:cubicBezTo>
                    <a:cubicBezTo>
                      <a:pt x="389" y="24"/>
                      <a:pt x="324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40"/>
              <p:cNvSpPr/>
              <p:nvPr/>
            </p:nvSpPr>
            <p:spPr>
              <a:xfrm>
                <a:off x="3027925" y="3222275"/>
                <a:ext cx="167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491" extrusionOk="0">
                    <a:moveTo>
                      <a:pt x="336" y="0"/>
                    </a:moveTo>
                    <a:cubicBezTo>
                      <a:pt x="0" y="0"/>
                      <a:pt x="0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40"/>
              <p:cNvSpPr/>
              <p:nvPr/>
            </p:nvSpPr>
            <p:spPr>
              <a:xfrm>
                <a:off x="3089825" y="32222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3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3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40"/>
              <p:cNvSpPr/>
              <p:nvPr/>
            </p:nvSpPr>
            <p:spPr>
              <a:xfrm>
                <a:off x="3149125" y="3222275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58"/>
                    </a:cubicBezTo>
                    <a:cubicBezTo>
                      <a:pt x="517" y="103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40"/>
              <p:cNvSpPr/>
              <p:nvPr/>
            </p:nvSpPr>
            <p:spPr>
              <a:xfrm>
                <a:off x="3209100" y="3222350"/>
                <a:ext cx="1470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489" extrusionOk="0">
                    <a:moveTo>
                      <a:pt x="260" y="1"/>
                    </a:moveTo>
                    <a:cubicBezTo>
                      <a:pt x="129" y="1"/>
                      <a:pt x="0" y="99"/>
                      <a:pt x="0" y="255"/>
                    </a:cubicBezTo>
                    <a:cubicBezTo>
                      <a:pt x="0" y="384"/>
                      <a:pt x="104" y="487"/>
                      <a:pt x="233" y="487"/>
                    </a:cubicBezTo>
                    <a:cubicBezTo>
                      <a:pt x="243" y="488"/>
                      <a:pt x="252" y="489"/>
                      <a:pt x="262" y="489"/>
                    </a:cubicBezTo>
                    <a:cubicBezTo>
                      <a:pt x="475" y="489"/>
                      <a:pt x="587" y="223"/>
                      <a:pt x="439" y="74"/>
                    </a:cubicBezTo>
                    <a:cubicBezTo>
                      <a:pt x="388" y="24"/>
                      <a:pt x="324" y="1"/>
                      <a:pt x="2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40"/>
              <p:cNvSpPr/>
              <p:nvPr/>
            </p:nvSpPr>
            <p:spPr>
              <a:xfrm>
                <a:off x="3266475" y="3222275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0"/>
                    </a:moveTo>
                    <a:cubicBezTo>
                      <a:pt x="1" y="0"/>
                      <a:pt x="1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40"/>
              <p:cNvSpPr/>
              <p:nvPr/>
            </p:nvSpPr>
            <p:spPr>
              <a:xfrm>
                <a:off x="3327725" y="3222350"/>
                <a:ext cx="1487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88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384"/>
                      <a:pt x="104" y="487"/>
                      <a:pt x="259" y="487"/>
                    </a:cubicBezTo>
                    <a:cubicBezTo>
                      <a:pt x="491" y="487"/>
                      <a:pt x="594" y="229"/>
                      <a:pt x="439" y="74"/>
                    </a:cubicBezTo>
                    <a:cubicBezTo>
                      <a:pt x="389" y="24"/>
                      <a:pt x="325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40"/>
              <p:cNvSpPr/>
              <p:nvPr/>
            </p:nvSpPr>
            <p:spPr>
              <a:xfrm>
                <a:off x="3385125" y="3222275"/>
                <a:ext cx="167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491" extrusionOk="0">
                    <a:moveTo>
                      <a:pt x="336" y="0"/>
                    </a:moveTo>
                    <a:cubicBezTo>
                      <a:pt x="0" y="0"/>
                      <a:pt x="0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40"/>
              <p:cNvSpPr/>
              <p:nvPr/>
            </p:nvSpPr>
            <p:spPr>
              <a:xfrm>
                <a:off x="3447025" y="3222350"/>
                <a:ext cx="14850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94" h="488" extrusionOk="0">
                    <a:moveTo>
                      <a:pt x="241" y="1"/>
                    </a:moveTo>
                    <a:cubicBezTo>
                      <a:pt x="117" y="1"/>
                      <a:pt x="0" y="99"/>
                      <a:pt x="0" y="255"/>
                    </a:cubicBezTo>
                    <a:cubicBezTo>
                      <a:pt x="0" y="384"/>
                      <a:pt x="103" y="487"/>
                      <a:pt x="258" y="487"/>
                    </a:cubicBezTo>
                    <a:cubicBezTo>
                      <a:pt x="465" y="487"/>
                      <a:pt x="593" y="229"/>
                      <a:pt x="413" y="74"/>
                    </a:cubicBezTo>
                    <a:cubicBezTo>
                      <a:pt x="362" y="24"/>
                      <a:pt x="301" y="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40"/>
              <p:cNvSpPr/>
              <p:nvPr/>
            </p:nvSpPr>
            <p:spPr>
              <a:xfrm>
                <a:off x="2790000" y="327577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40"/>
              <p:cNvSpPr/>
              <p:nvPr/>
            </p:nvSpPr>
            <p:spPr>
              <a:xfrm>
                <a:off x="2851900" y="3275875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4" y="513"/>
                      <a:pt x="233" y="513"/>
                    </a:cubicBezTo>
                    <a:cubicBezTo>
                      <a:pt x="465" y="513"/>
                      <a:pt x="568" y="229"/>
                      <a:pt x="413" y="74"/>
                    </a:cubicBezTo>
                    <a:cubicBezTo>
                      <a:pt x="363" y="24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40"/>
              <p:cNvSpPr/>
              <p:nvPr/>
            </p:nvSpPr>
            <p:spPr>
              <a:xfrm>
                <a:off x="2909275" y="327577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491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40"/>
              <p:cNvSpPr/>
              <p:nvPr/>
            </p:nvSpPr>
            <p:spPr>
              <a:xfrm>
                <a:off x="2970525" y="3275875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5"/>
                    </a:cubicBezTo>
                    <a:cubicBezTo>
                      <a:pt x="1" y="384"/>
                      <a:pt x="130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40"/>
              <p:cNvSpPr/>
              <p:nvPr/>
            </p:nvSpPr>
            <p:spPr>
              <a:xfrm>
                <a:off x="3027925" y="3275775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40"/>
              <p:cNvSpPr/>
              <p:nvPr/>
            </p:nvSpPr>
            <p:spPr>
              <a:xfrm>
                <a:off x="3089825" y="3275875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60" y="0"/>
                    </a:moveTo>
                    <a:cubicBezTo>
                      <a:pt x="129" y="0"/>
                      <a:pt x="0" y="98"/>
                      <a:pt x="0" y="255"/>
                    </a:cubicBezTo>
                    <a:cubicBezTo>
                      <a:pt x="0" y="384"/>
                      <a:pt x="129" y="513"/>
                      <a:pt x="258" y="513"/>
                    </a:cubicBezTo>
                    <a:cubicBezTo>
                      <a:pt x="490" y="513"/>
                      <a:pt x="593" y="229"/>
                      <a:pt x="439" y="74"/>
                    </a:cubicBezTo>
                    <a:cubicBezTo>
                      <a:pt x="388" y="24"/>
                      <a:pt x="324" y="0"/>
                      <a:pt x="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40"/>
              <p:cNvSpPr/>
              <p:nvPr/>
            </p:nvSpPr>
            <p:spPr>
              <a:xfrm>
                <a:off x="3147200" y="327577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40"/>
              <p:cNvSpPr/>
              <p:nvPr/>
            </p:nvSpPr>
            <p:spPr>
              <a:xfrm>
                <a:off x="3209100" y="3275875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4" y="513"/>
                      <a:pt x="233" y="513"/>
                    </a:cubicBezTo>
                    <a:cubicBezTo>
                      <a:pt x="465" y="513"/>
                      <a:pt x="568" y="229"/>
                      <a:pt x="413" y="74"/>
                    </a:cubicBezTo>
                    <a:cubicBezTo>
                      <a:pt x="363" y="24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40"/>
              <p:cNvSpPr/>
              <p:nvPr/>
            </p:nvSpPr>
            <p:spPr>
              <a:xfrm>
                <a:off x="3266475" y="327577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40"/>
              <p:cNvSpPr/>
              <p:nvPr/>
            </p:nvSpPr>
            <p:spPr>
              <a:xfrm>
                <a:off x="3327725" y="3275875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5"/>
                    </a:cubicBezTo>
                    <a:cubicBezTo>
                      <a:pt x="1" y="384"/>
                      <a:pt x="104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40"/>
              <p:cNvSpPr/>
              <p:nvPr/>
            </p:nvSpPr>
            <p:spPr>
              <a:xfrm>
                <a:off x="3385125" y="3275775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40"/>
              <p:cNvSpPr/>
              <p:nvPr/>
            </p:nvSpPr>
            <p:spPr>
              <a:xfrm>
                <a:off x="3447025" y="3275875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3" y="513"/>
                      <a:pt x="258" y="513"/>
                    </a:cubicBezTo>
                    <a:cubicBezTo>
                      <a:pt x="465" y="513"/>
                      <a:pt x="593" y="229"/>
                      <a:pt x="413" y="74"/>
                    </a:cubicBezTo>
                    <a:cubicBezTo>
                      <a:pt x="362" y="24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40"/>
              <p:cNvSpPr/>
              <p:nvPr/>
            </p:nvSpPr>
            <p:spPr>
              <a:xfrm>
                <a:off x="2790000" y="33293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40"/>
              <p:cNvSpPr/>
              <p:nvPr/>
            </p:nvSpPr>
            <p:spPr>
              <a:xfrm>
                <a:off x="2851900" y="332940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4" y="512"/>
                      <a:pt x="233" y="512"/>
                    </a:cubicBezTo>
                    <a:cubicBezTo>
                      <a:pt x="465" y="512"/>
                      <a:pt x="568" y="228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40"/>
              <p:cNvSpPr/>
              <p:nvPr/>
            </p:nvSpPr>
            <p:spPr>
              <a:xfrm>
                <a:off x="2909275" y="33293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40"/>
              <p:cNvSpPr/>
              <p:nvPr/>
            </p:nvSpPr>
            <p:spPr>
              <a:xfrm>
                <a:off x="2970525" y="332940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383"/>
                      <a:pt x="130" y="512"/>
                      <a:pt x="259" y="512"/>
                    </a:cubicBezTo>
                    <a:cubicBezTo>
                      <a:pt x="491" y="512"/>
                      <a:pt x="594" y="228"/>
                      <a:pt x="439" y="74"/>
                    </a:cubicBezTo>
                    <a:cubicBezTo>
                      <a:pt x="389" y="23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40"/>
              <p:cNvSpPr/>
              <p:nvPr/>
            </p:nvSpPr>
            <p:spPr>
              <a:xfrm>
                <a:off x="3027925" y="332930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40"/>
              <p:cNvSpPr/>
              <p:nvPr/>
            </p:nvSpPr>
            <p:spPr>
              <a:xfrm>
                <a:off x="3089825" y="332940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60" y="0"/>
                    </a:moveTo>
                    <a:cubicBezTo>
                      <a:pt x="129" y="0"/>
                      <a:pt x="0" y="98"/>
                      <a:pt x="0" y="254"/>
                    </a:cubicBezTo>
                    <a:cubicBezTo>
                      <a:pt x="0" y="383"/>
                      <a:pt x="129" y="512"/>
                      <a:pt x="258" y="512"/>
                    </a:cubicBezTo>
                    <a:cubicBezTo>
                      <a:pt x="490" y="512"/>
                      <a:pt x="593" y="228"/>
                      <a:pt x="439" y="74"/>
                    </a:cubicBezTo>
                    <a:cubicBezTo>
                      <a:pt x="388" y="23"/>
                      <a:pt x="324" y="0"/>
                      <a:pt x="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40"/>
              <p:cNvSpPr/>
              <p:nvPr/>
            </p:nvSpPr>
            <p:spPr>
              <a:xfrm>
                <a:off x="3147200" y="33293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40"/>
              <p:cNvSpPr/>
              <p:nvPr/>
            </p:nvSpPr>
            <p:spPr>
              <a:xfrm>
                <a:off x="3209100" y="332940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4" y="512"/>
                      <a:pt x="233" y="512"/>
                    </a:cubicBezTo>
                    <a:cubicBezTo>
                      <a:pt x="465" y="512"/>
                      <a:pt x="568" y="228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40"/>
              <p:cNvSpPr/>
              <p:nvPr/>
            </p:nvSpPr>
            <p:spPr>
              <a:xfrm>
                <a:off x="3266475" y="33293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40"/>
              <p:cNvSpPr/>
              <p:nvPr/>
            </p:nvSpPr>
            <p:spPr>
              <a:xfrm>
                <a:off x="3327725" y="332940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383"/>
                      <a:pt x="104" y="512"/>
                      <a:pt x="259" y="512"/>
                    </a:cubicBezTo>
                    <a:cubicBezTo>
                      <a:pt x="491" y="512"/>
                      <a:pt x="594" y="228"/>
                      <a:pt x="439" y="74"/>
                    </a:cubicBezTo>
                    <a:cubicBezTo>
                      <a:pt x="389" y="23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40"/>
              <p:cNvSpPr/>
              <p:nvPr/>
            </p:nvSpPr>
            <p:spPr>
              <a:xfrm>
                <a:off x="3385125" y="332930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40"/>
              <p:cNvSpPr/>
              <p:nvPr/>
            </p:nvSpPr>
            <p:spPr>
              <a:xfrm>
                <a:off x="3447025" y="332940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3" y="512"/>
                      <a:pt x="258" y="512"/>
                    </a:cubicBezTo>
                    <a:cubicBezTo>
                      <a:pt x="465" y="512"/>
                      <a:pt x="593" y="228"/>
                      <a:pt x="413" y="74"/>
                    </a:cubicBezTo>
                    <a:cubicBezTo>
                      <a:pt x="362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40"/>
              <p:cNvSpPr/>
              <p:nvPr/>
            </p:nvSpPr>
            <p:spPr>
              <a:xfrm>
                <a:off x="2790000" y="33828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40"/>
              <p:cNvSpPr/>
              <p:nvPr/>
            </p:nvSpPr>
            <p:spPr>
              <a:xfrm>
                <a:off x="2851900" y="3382800"/>
                <a:ext cx="122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7" extrusionOk="0">
                    <a:moveTo>
                      <a:pt x="233" y="1"/>
                    </a:moveTo>
                    <a:cubicBezTo>
                      <a:pt x="104" y="1"/>
                      <a:pt x="0" y="130"/>
                      <a:pt x="0" y="259"/>
                    </a:cubicBezTo>
                    <a:cubicBezTo>
                      <a:pt x="0" y="414"/>
                      <a:pt x="104" y="517"/>
                      <a:pt x="233" y="517"/>
                    </a:cubicBezTo>
                    <a:cubicBezTo>
                      <a:pt x="387" y="517"/>
                      <a:pt x="490" y="414"/>
                      <a:pt x="490" y="259"/>
                    </a:cubicBezTo>
                    <a:cubicBezTo>
                      <a:pt x="490" y="130"/>
                      <a:pt x="387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40"/>
              <p:cNvSpPr/>
              <p:nvPr/>
            </p:nvSpPr>
            <p:spPr>
              <a:xfrm>
                <a:off x="2909275" y="33828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40"/>
              <p:cNvSpPr/>
              <p:nvPr/>
            </p:nvSpPr>
            <p:spPr>
              <a:xfrm>
                <a:off x="2970525" y="338290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410"/>
                      <a:pt x="130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4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40"/>
              <p:cNvSpPr/>
              <p:nvPr/>
            </p:nvSpPr>
            <p:spPr>
              <a:xfrm>
                <a:off x="3027925" y="338280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40"/>
              <p:cNvSpPr/>
              <p:nvPr/>
            </p:nvSpPr>
            <p:spPr>
              <a:xfrm>
                <a:off x="3089825" y="3382800"/>
                <a:ext cx="122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7" extrusionOk="0">
                    <a:moveTo>
                      <a:pt x="258" y="1"/>
                    </a:moveTo>
                    <a:cubicBezTo>
                      <a:pt x="103" y="1"/>
                      <a:pt x="0" y="130"/>
                      <a:pt x="0" y="259"/>
                    </a:cubicBezTo>
                    <a:cubicBezTo>
                      <a:pt x="0" y="414"/>
                      <a:pt x="103" y="517"/>
                      <a:pt x="258" y="517"/>
                    </a:cubicBezTo>
                    <a:cubicBezTo>
                      <a:pt x="387" y="517"/>
                      <a:pt x="490" y="414"/>
                      <a:pt x="490" y="259"/>
                    </a:cubicBezTo>
                    <a:cubicBezTo>
                      <a:pt x="490" y="130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40"/>
              <p:cNvSpPr/>
              <p:nvPr/>
            </p:nvSpPr>
            <p:spPr>
              <a:xfrm>
                <a:off x="3149125" y="3382800"/>
                <a:ext cx="129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7" extrusionOk="0">
                    <a:moveTo>
                      <a:pt x="259" y="1"/>
                    </a:moveTo>
                    <a:cubicBezTo>
                      <a:pt x="130" y="1"/>
                      <a:pt x="1" y="130"/>
                      <a:pt x="1" y="259"/>
                    </a:cubicBezTo>
                    <a:cubicBezTo>
                      <a:pt x="1" y="414"/>
                      <a:pt x="130" y="517"/>
                      <a:pt x="259" y="517"/>
                    </a:cubicBezTo>
                    <a:cubicBezTo>
                      <a:pt x="388" y="517"/>
                      <a:pt x="517" y="414"/>
                      <a:pt x="517" y="259"/>
                    </a:cubicBezTo>
                    <a:cubicBezTo>
                      <a:pt x="517" y="130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40"/>
              <p:cNvSpPr/>
              <p:nvPr/>
            </p:nvSpPr>
            <p:spPr>
              <a:xfrm>
                <a:off x="3208650" y="3383050"/>
                <a:ext cx="1530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07" extrusionOk="0">
                    <a:moveTo>
                      <a:pt x="277" y="1"/>
                    </a:moveTo>
                    <a:cubicBezTo>
                      <a:pt x="133" y="1"/>
                      <a:pt x="0" y="113"/>
                      <a:pt x="18" y="275"/>
                    </a:cubicBezTo>
                    <a:cubicBezTo>
                      <a:pt x="18" y="404"/>
                      <a:pt x="122" y="507"/>
                      <a:pt x="251" y="507"/>
                    </a:cubicBezTo>
                    <a:cubicBezTo>
                      <a:pt x="483" y="507"/>
                      <a:pt x="612" y="223"/>
                      <a:pt x="457" y="68"/>
                    </a:cubicBezTo>
                    <a:cubicBezTo>
                      <a:pt x="402" y="22"/>
                      <a:pt x="339" y="1"/>
                      <a:pt x="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40"/>
              <p:cNvSpPr/>
              <p:nvPr/>
            </p:nvSpPr>
            <p:spPr>
              <a:xfrm>
                <a:off x="3266475" y="33828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40"/>
              <p:cNvSpPr/>
              <p:nvPr/>
            </p:nvSpPr>
            <p:spPr>
              <a:xfrm>
                <a:off x="3327725" y="338290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410"/>
                      <a:pt x="104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5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40"/>
              <p:cNvSpPr/>
              <p:nvPr/>
            </p:nvSpPr>
            <p:spPr>
              <a:xfrm>
                <a:off x="3385125" y="338280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40"/>
              <p:cNvSpPr/>
              <p:nvPr/>
            </p:nvSpPr>
            <p:spPr>
              <a:xfrm>
                <a:off x="3447025" y="338290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1"/>
                    </a:moveTo>
                    <a:cubicBezTo>
                      <a:pt x="117" y="1"/>
                      <a:pt x="0" y="99"/>
                      <a:pt x="0" y="255"/>
                    </a:cubicBezTo>
                    <a:cubicBezTo>
                      <a:pt x="0" y="410"/>
                      <a:pt x="103" y="513"/>
                      <a:pt x="258" y="513"/>
                    </a:cubicBezTo>
                    <a:cubicBezTo>
                      <a:pt x="465" y="513"/>
                      <a:pt x="593" y="229"/>
                      <a:pt x="413" y="74"/>
                    </a:cubicBezTo>
                    <a:cubicBezTo>
                      <a:pt x="362" y="24"/>
                      <a:pt x="301" y="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40"/>
              <p:cNvSpPr/>
              <p:nvPr/>
            </p:nvSpPr>
            <p:spPr>
              <a:xfrm>
                <a:off x="2791925" y="3436975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1" y="233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33"/>
                    </a:cubicBezTo>
                    <a:cubicBezTo>
                      <a:pt x="517" y="10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40"/>
              <p:cNvSpPr/>
              <p:nvPr/>
            </p:nvSpPr>
            <p:spPr>
              <a:xfrm>
                <a:off x="2851900" y="3436500"/>
                <a:ext cx="1227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0" extrusionOk="0">
                    <a:moveTo>
                      <a:pt x="245" y="0"/>
                    </a:moveTo>
                    <a:cubicBezTo>
                      <a:pt x="123" y="0"/>
                      <a:pt x="0" y="84"/>
                      <a:pt x="0" y="252"/>
                    </a:cubicBezTo>
                    <a:cubicBezTo>
                      <a:pt x="0" y="406"/>
                      <a:pt x="104" y="509"/>
                      <a:pt x="233" y="509"/>
                    </a:cubicBezTo>
                    <a:cubicBezTo>
                      <a:pt x="387" y="509"/>
                      <a:pt x="490" y="406"/>
                      <a:pt x="490" y="252"/>
                    </a:cubicBezTo>
                    <a:cubicBezTo>
                      <a:pt x="490" y="84"/>
                      <a:pt x="368" y="0"/>
                      <a:pt x="2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40"/>
              <p:cNvSpPr/>
              <p:nvPr/>
            </p:nvSpPr>
            <p:spPr>
              <a:xfrm>
                <a:off x="2911225" y="34369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4"/>
                      <a:pt x="0" y="233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33"/>
                    </a:cubicBezTo>
                    <a:cubicBezTo>
                      <a:pt x="490" y="10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40"/>
              <p:cNvSpPr/>
              <p:nvPr/>
            </p:nvSpPr>
            <p:spPr>
              <a:xfrm>
                <a:off x="2970525" y="3436500"/>
                <a:ext cx="129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0" extrusionOk="0">
                    <a:moveTo>
                      <a:pt x="259" y="0"/>
                    </a:moveTo>
                    <a:cubicBezTo>
                      <a:pt x="130" y="0"/>
                      <a:pt x="1" y="84"/>
                      <a:pt x="1" y="252"/>
                    </a:cubicBezTo>
                    <a:cubicBezTo>
                      <a:pt x="1" y="406"/>
                      <a:pt x="130" y="509"/>
                      <a:pt x="259" y="509"/>
                    </a:cubicBezTo>
                    <a:cubicBezTo>
                      <a:pt x="388" y="509"/>
                      <a:pt x="517" y="406"/>
                      <a:pt x="517" y="252"/>
                    </a:cubicBezTo>
                    <a:cubicBezTo>
                      <a:pt x="517" y="8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40"/>
              <p:cNvSpPr/>
              <p:nvPr/>
            </p:nvSpPr>
            <p:spPr>
              <a:xfrm>
                <a:off x="3030500" y="34369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0"/>
                    </a:moveTo>
                    <a:cubicBezTo>
                      <a:pt x="104" y="0"/>
                      <a:pt x="0" y="104"/>
                      <a:pt x="0" y="233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387" y="490"/>
                      <a:pt x="490" y="387"/>
                      <a:pt x="490" y="233"/>
                    </a:cubicBezTo>
                    <a:cubicBezTo>
                      <a:pt x="490" y="104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40"/>
              <p:cNvSpPr/>
              <p:nvPr/>
            </p:nvSpPr>
            <p:spPr>
              <a:xfrm>
                <a:off x="3089825" y="3436500"/>
                <a:ext cx="129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0" extrusionOk="0">
                    <a:moveTo>
                      <a:pt x="258" y="0"/>
                    </a:moveTo>
                    <a:cubicBezTo>
                      <a:pt x="129" y="0"/>
                      <a:pt x="0" y="84"/>
                      <a:pt x="0" y="252"/>
                    </a:cubicBezTo>
                    <a:cubicBezTo>
                      <a:pt x="0" y="406"/>
                      <a:pt x="129" y="509"/>
                      <a:pt x="258" y="509"/>
                    </a:cubicBezTo>
                    <a:cubicBezTo>
                      <a:pt x="387" y="509"/>
                      <a:pt x="516" y="406"/>
                      <a:pt x="516" y="252"/>
                    </a:cubicBezTo>
                    <a:cubicBezTo>
                      <a:pt x="516" y="8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40"/>
              <p:cNvSpPr/>
              <p:nvPr/>
            </p:nvSpPr>
            <p:spPr>
              <a:xfrm>
                <a:off x="3149125" y="3436975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1" y="233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33"/>
                    </a:cubicBezTo>
                    <a:cubicBezTo>
                      <a:pt x="517" y="10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40"/>
              <p:cNvSpPr/>
              <p:nvPr/>
            </p:nvSpPr>
            <p:spPr>
              <a:xfrm>
                <a:off x="3209100" y="3436500"/>
                <a:ext cx="1227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0" extrusionOk="0">
                    <a:moveTo>
                      <a:pt x="246" y="0"/>
                    </a:moveTo>
                    <a:cubicBezTo>
                      <a:pt x="123" y="0"/>
                      <a:pt x="0" y="84"/>
                      <a:pt x="0" y="252"/>
                    </a:cubicBezTo>
                    <a:cubicBezTo>
                      <a:pt x="0" y="406"/>
                      <a:pt x="104" y="509"/>
                      <a:pt x="233" y="509"/>
                    </a:cubicBezTo>
                    <a:cubicBezTo>
                      <a:pt x="387" y="509"/>
                      <a:pt x="491" y="406"/>
                      <a:pt x="491" y="252"/>
                    </a:cubicBezTo>
                    <a:cubicBezTo>
                      <a:pt x="491" y="84"/>
                      <a:pt x="368" y="0"/>
                      <a:pt x="2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40"/>
              <p:cNvSpPr/>
              <p:nvPr/>
            </p:nvSpPr>
            <p:spPr>
              <a:xfrm>
                <a:off x="3268425" y="34369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4"/>
                      <a:pt x="0" y="233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33"/>
                    </a:cubicBezTo>
                    <a:cubicBezTo>
                      <a:pt x="490" y="10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40"/>
              <p:cNvSpPr/>
              <p:nvPr/>
            </p:nvSpPr>
            <p:spPr>
              <a:xfrm>
                <a:off x="3327725" y="3436500"/>
                <a:ext cx="129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0" extrusionOk="0">
                    <a:moveTo>
                      <a:pt x="259" y="0"/>
                    </a:moveTo>
                    <a:cubicBezTo>
                      <a:pt x="130" y="0"/>
                      <a:pt x="1" y="84"/>
                      <a:pt x="1" y="252"/>
                    </a:cubicBezTo>
                    <a:cubicBezTo>
                      <a:pt x="1" y="406"/>
                      <a:pt x="104" y="509"/>
                      <a:pt x="259" y="509"/>
                    </a:cubicBezTo>
                    <a:cubicBezTo>
                      <a:pt x="388" y="509"/>
                      <a:pt x="517" y="406"/>
                      <a:pt x="517" y="252"/>
                    </a:cubicBezTo>
                    <a:cubicBezTo>
                      <a:pt x="517" y="8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40"/>
              <p:cNvSpPr/>
              <p:nvPr/>
            </p:nvSpPr>
            <p:spPr>
              <a:xfrm>
                <a:off x="3387050" y="3436975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27" y="233"/>
                    </a:cubicBezTo>
                    <a:cubicBezTo>
                      <a:pt x="27" y="387"/>
                      <a:pt x="130" y="490"/>
                      <a:pt x="259" y="490"/>
                    </a:cubicBezTo>
                    <a:cubicBezTo>
                      <a:pt x="413" y="490"/>
                      <a:pt x="517" y="387"/>
                      <a:pt x="517" y="233"/>
                    </a:cubicBezTo>
                    <a:cubicBezTo>
                      <a:pt x="517" y="104"/>
                      <a:pt x="413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40"/>
              <p:cNvSpPr/>
              <p:nvPr/>
            </p:nvSpPr>
            <p:spPr>
              <a:xfrm>
                <a:off x="3447025" y="3436500"/>
                <a:ext cx="1227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0" extrusionOk="0">
                    <a:moveTo>
                      <a:pt x="245" y="0"/>
                    </a:moveTo>
                    <a:cubicBezTo>
                      <a:pt x="123" y="0"/>
                      <a:pt x="0" y="84"/>
                      <a:pt x="0" y="252"/>
                    </a:cubicBezTo>
                    <a:cubicBezTo>
                      <a:pt x="0" y="406"/>
                      <a:pt x="103" y="509"/>
                      <a:pt x="258" y="509"/>
                    </a:cubicBezTo>
                    <a:cubicBezTo>
                      <a:pt x="387" y="509"/>
                      <a:pt x="490" y="406"/>
                      <a:pt x="490" y="252"/>
                    </a:cubicBezTo>
                    <a:cubicBezTo>
                      <a:pt x="490" y="84"/>
                      <a:pt x="368" y="0"/>
                      <a:pt x="2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40"/>
              <p:cNvSpPr/>
              <p:nvPr/>
            </p:nvSpPr>
            <p:spPr>
              <a:xfrm>
                <a:off x="2790000" y="34898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40"/>
              <p:cNvSpPr/>
              <p:nvPr/>
            </p:nvSpPr>
            <p:spPr>
              <a:xfrm>
                <a:off x="2851900" y="349050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0"/>
                    </a:moveTo>
                    <a:cubicBezTo>
                      <a:pt x="104" y="0"/>
                      <a:pt x="0" y="103"/>
                      <a:pt x="0" y="232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387" y="490"/>
                      <a:pt x="490" y="387"/>
                      <a:pt x="490" y="232"/>
                    </a:cubicBezTo>
                    <a:cubicBezTo>
                      <a:pt x="490" y="103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40"/>
              <p:cNvSpPr/>
              <p:nvPr/>
            </p:nvSpPr>
            <p:spPr>
              <a:xfrm>
                <a:off x="2909275" y="34898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40"/>
              <p:cNvSpPr/>
              <p:nvPr/>
            </p:nvSpPr>
            <p:spPr>
              <a:xfrm>
                <a:off x="2970525" y="348995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383"/>
                      <a:pt x="130" y="512"/>
                      <a:pt x="259" y="512"/>
                    </a:cubicBezTo>
                    <a:cubicBezTo>
                      <a:pt x="491" y="512"/>
                      <a:pt x="594" y="228"/>
                      <a:pt x="439" y="74"/>
                    </a:cubicBezTo>
                    <a:cubicBezTo>
                      <a:pt x="389" y="23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40"/>
              <p:cNvSpPr/>
              <p:nvPr/>
            </p:nvSpPr>
            <p:spPr>
              <a:xfrm>
                <a:off x="3027925" y="348985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40"/>
              <p:cNvSpPr/>
              <p:nvPr/>
            </p:nvSpPr>
            <p:spPr>
              <a:xfrm>
                <a:off x="3089825" y="349050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3"/>
                      <a:pt x="0" y="232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32"/>
                    </a:cubicBezTo>
                    <a:cubicBezTo>
                      <a:pt x="490" y="103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40"/>
              <p:cNvSpPr/>
              <p:nvPr/>
            </p:nvSpPr>
            <p:spPr>
              <a:xfrm>
                <a:off x="3149125" y="349050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1" y="232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32"/>
                    </a:cubicBezTo>
                    <a:cubicBezTo>
                      <a:pt x="517" y="103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40"/>
              <p:cNvSpPr/>
              <p:nvPr/>
            </p:nvSpPr>
            <p:spPr>
              <a:xfrm>
                <a:off x="3209100" y="348995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4" y="512"/>
                      <a:pt x="233" y="512"/>
                    </a:cubicBezTo>
                    <a:cubicBezTo>
                      <a:pt x="465" y="512"/>
                      <a:pt x="568" y="228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40"/>
              <p:cNvSpPr/>
              <p:nvPr/>
            </p:nvSpPr>
            <p:spPr>
              <a:xfrm>
                <a:off x="3266475" y="34898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40"/>
              <p:cNvSpPr/>
              <p:nvPr/>
            </p:nvSpPr>
            <p:spPr>
              <a:xfrm>
                <a:off x="3327725" y="348995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383"/>
                      <a:pt x="104" y="512"/>
                      <a:pt x="259" y="512"/>
                    </a:cubicBezTo>
                    <a:cubicBezTo>
                      <a:pt x="491" y="512"/>
                      <a:pt x="594" y="228"/>
                      <a:pt x="439" y="74"/>
                    </a:cubicBezTo>
                    <a:cubicBezTo>
                      <a:pt x="389" y="23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40"/>
              <p:cNvSpPr/>
              <p:nvPr/>
            </p:nvSpPr>
            <p:spPr>
              <a:xfrm>
                <a:off x="3385125" y="348985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40"/>
              <p:cNvSpPr/>
              <p:nvPr/>
            </p:nvSpPr>
            <p:spPr>
              <a:xfrm>
                <a:off x="3447025" y="348995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3" y="512"/>
                      <a:pt x="258" y="512"/>
                    </a:cubicBezTo>
                    <a:cubicBezTo>
                      <a:pt x="465" y="512"/>
                      <a:pt x="593" y="228"/>
                      <a:pt x="413" y="74"/>
                    </a:cubicBezTo>
                    <a:cubicBezTo>
                      <a:pt x="362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40"/>
              <p:cNvSpPr/>
              <p:nvPr/>
            </p:nvSpPr>
            <p:spPr>
              <a:xfrm>
                <a:off x="2790000" y="3544000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1"/>
                    </a:moveTo>
                    <a:cubicBezTo>
                      <a:pt x="1" y="1"/>
                      <a:pt x="1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40"/>
              <p:cNvSpPr/>
              <p:nvPr/>
            </p:nvSpPr>
            <p:spPr>
              <a:xfrm>
                <a:off x="2851900" y="354400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1"/>
                    </a:moveTo>
                    <a:cubicBezTo>
                      <a:pt x="104" y="1"/>
                      <a:pt x="0" y="104"/>
                      <a:pt x="0" y="259"/>
                    </a:cubicBezTo>
                    <a:cubicBezTo>
                      <a:pt x="0" y="388"/>
                      <a:pt x="104" y="491"/>
                      <a:pt x="233" y="491"/>
                    </a:cubicBezTo>
                    <a:cubicBezTo>
                      <a:pt x="387" y="491"/>
                      <a:pt x="490" y="388"/>
                      <a:pt x="490" y="259"/>
                    </a:cubicBezTo>
                    <a:cubicBezTo>
                      <a:pt x="490" y="104"/>
                      <a:pt x="387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40"/>
              <p:cNvSpPr/>
              <p:nvPr/>
            </p:nvSpPr>
            <p:spPr>
              <a:xfrm>
                <a:off x="2909275" y="3544000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1"/>
                    </a:moveTo>
                    <a:cubicBezTo>
                      <a:pt x="1" y="1"/>
                      <a:pt x="1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40"/>
              <p:cNvSpPr/>
              <p:nvPr/>
            </p:nvSpPr>
            <p:spPr>
              <a:xfrm>
                <a:off x="2970525" y="3544100"/>
                <a:ext cx="1487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87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5"/>
                    </a:cubicBezTo>
                    <a:cubicBezTo>
                      <a:pt x="1" y="384"/>
                      <a:pt x="130" y="487"/>
                      <a:pt x="259" y="487"/>
                    </a:cubicBezTo>
                    <a:cubicBezTo>
                      <a:pt x="491" y="487"/>
                      <a:pt x="594" y="229"/>
                      <a:pt x="439" y="74"/>
                    </a:cubicBezTo>
                    <a:cubicBezTo>
                      <a:pt x="389" y="23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40"/>
              <p:cNvSpPr/>
              <p:nvPr/>
            </p:nvSpPr>
            <p:spPr>
              <a:xfrm>
                <a:off x="3027925" y="3544000"/>
                <a:ext cx="167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491" extrusionOk="0">
                    <a:moveTo>
                      <a:pt x="336" y="1"/>
                    </a:moveTo>
                    <a:cubicBezTo>
                      <a:pt x="0" y="1"/>
                      <a:pt x="0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40"/>
              <p:cNvSpPr/>
              <p:nvPr/>
            </p:nvSpPr>
            <p:spPr>
              <a:xfrm>
                <a:off x="3089825" y="354400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1"/>
                    </a:moveTo>
                    <a:cubicBezTo>
                      <a:pt x="103" y="1"/>
                      <a:pt x="0" y="104"/>
                      <a:pt x="0" y="259"/>
                    </a:cubicBezTo>
                    <a:cubicBezTo>
                      <a:pt x="0" y="388"/>
                      <a:pt x="103" y="491"/>
                      <a:pt x="258" y="491"/>
                    </a:cubicBezTo>
                    <a:cubicBezTo>
                      <a:pt x="387" y="491"/>
                      <a:pt x="490" y="388"/>
                      <a:pt x="490" y="259"/>
                    </a:cubicBezTo>
                    <a:cubicBezTo>
                      <a:pt x="490" y="104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40"/>
              <p:cNvSpPr/>
              <p:nvPr/>
            </p:nvSpPr>
            <p:spPr>
              <a:xfrm>
                <a:off x="3149125" y="354400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1"/>
                    </a:moveTo>
                    <a:cubicBezTo>
                      <a:pt x="130" y="1"/>
                      <a:pt x="1" y="104"/>
                      <a:pt x="1" y="259"/>
                    </a:cubicBezTo>
                    <a:cubicBezTo>
                      <a:pt x="1" y="388"/>
                      <a:pt x="130" y="491"/>
                      <a:pt x="259" y="491"/>
                    </a:cubicBezTo>
                    <a:cubicBezTo>
                      <a:pt x="388" y="491"/>
                      <a:pt x="517" y="388"/>
                      <a:pt x="517" y="259"/>
                    </a:cubicBezTo>
                    <a:cubicBezTo>
                      <a:pt x="517" y="10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40"/>
              <p:cNvSpPr/>
              <p:nvPr/>
            </p:nvSpPr>
            <p:spPr>
              <a:xfrm>
                <a:off x="3209100" y="3544100"/>
                <a:ext cx="1420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487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4" y="487"/>
                      <a:pt x="233" y="487"/>
                    </a:cubicBezTo>
                    <a:cubicBezTo>
                      <a:pt x="465" y="487"/>
                      <a:pt x="568" y="229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40"/>
              <p:cNvSpPr/>
              <p:nvPr/>
            </p:nvSpPr>
            <p:spPr>
              <a:xfrm>
                <a:off x="3266475" y="3544000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1"/>
                    </a:moveTo>
                    <a:cubicBezTo>
                      <a:pt x="1" y="1"/>
                      <a:pt x="1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40"/>
              <p:cNvSpPr/>
              <p:nvPr/>
            </p:nvSpPr>
            <p:spPr>
              <a:xfrm>
                <a:off x="3327725" y="3544100"/>
                <a:ext cx="1487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87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5"/>
                    </a:cubicBezTo>
                    <a:cubicBezTo>
                      <a:pt x="1" y="384"/>
                      <a:pt x="104" y="487"/>
                      <a:pt x="259" y="487"/>
                    </a:cubicBezTo>
                    <a:cubicBezTo>
                      <a:pt x="491" y="487"/>
                      <a:pt x="594" y="229"/>
                      <a:pt x="439" y="74"/>
                    </a:cubicBezTo>
                    <a:cubicBezTo>
                      <a:pt x="389" y="23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40"/>
              <p:cNvSpPr/>
              <p:nvPr/>
            </p:nvSpPr>
            <p:spPr>
              <a:xfrm>
                <a:off x="3385125" y="3544000"/>
                <a:ext cx="167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491" extrusionOk="0">
                    <a:moveTo>
                      <a:pt x="336" y="1"/>
                    </a:moveTo>
                    <a:cubicBezTo>
                      <a:pt x="0" y="1"/>
                      <a:pt x="0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40"/>
              <p:cNvSpPr/>
              <p:nvPr/>
            </p:nvSpPr>
            <p:spPr>
              <a:xfrm>
                <a:off x="3447025" y="3544100"/>
                <a:ext cx="148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487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3" y="487"/>
                      <a:pt x="258" y="487"/>
                    </a:cubicBezTo>
                    <a:cubicBezTo>
                      <a:pt x="465" y="487"/>
                      <a:pt x="593" y="229"/>
                      <a:pt x="413" y="74"/>
                    </a:cubicBezTo>
                    <a:cubicBezTo>
                      <a:pt x="362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40"/>
              <p:cNvSpPr/>
              <p:nvPr/>
            </p:nvSpPr>
            <p:spPr>
              <a:xfrm>
                <a:off x="2791925" y="3597525"/>
                <a:ext cx="129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4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270" y="493"/>
                      <a:pt x="281" y="494"/>
                      <a:pt x="292" y="494"/>
                    </a:cubicBezTo>
                    <a:cubicBezTo>
                      <a:pt x="409" y="494"/>
                      <a:pt x="517" y="376"/>
                      <a:pt x="517" y="258"/>
                    </a:cubicBezTo>
                    <a:cubicBezTo>
                      <a:pt x="517" y="103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40"/>
              <p:cNvSpPr/>
              <p:nvPr/>
            </p:nvSpPr>
            <p:spPr>
              <a:xfrm>
                <a:off x="2851900" y="3597675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5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4" y="484"/>
                      <a:pt x="233" y="484"/>
                    </a:cubicBezTo>
                    <a:cubicBezTo>
                      <a:pt x="387" y="484"/>
                      <a:pt x="490" y="381"/>
                      <a:pt x="490" y="252"/>
                    </a:cubicBezTo>
                    <a:cubicBezTo>
                      <a:pt x="490" y="85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40"/>
              <p:cNvSpPr/>
              <p:nvPr/>
            </p:nvSpPr>
            <p:spPr>
              <a:xfrm>
                <a:off x="2911225" y="3597525"/>
                <a:ext cx="1227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4" extrusionOk="0">
                    <a:moveTo>
                      <a:pt x="258" y="0"/>
                    </a:moveTo>
                    <a:cubicBezTo>
                      <a:pt x="103" y="0"/>
                      <a:pt x="0" y="103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269" y="493"/>
                      <a:pt x="280" y="494"/>
                      <a:pt x="291" y="494"/>
                    </a:cubicBezTo>
                    <a:cubicBezTo>
                      <a:pt x="404" y="494"/>
                      <a:pt x="490" y="376"/>
                      <a:pt x="490" y="258"/>
                    </a:cubicBezTo>
                    <a:cubicBezTo>
                      <a:pt x="490" y="103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40"/>
              <p:cNvSpPr/>
              <p:nvPr/>
            </p:nvSpPr>
            <p:spPr>
              <a:xfrm>
                <a:off x="2970525" y="3597675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9" y="1"/>
                    </a:moveTo>
                    <a:cubicBezTo>
                      <a:pt x="130" y="1"/>
                      <a:pt x="1" y="85"/>
                      <a:pt x="1" y="252"/>
                    </a:cubicBezTo>
                    <a:cubicBezTo>
                      <a:pt x="1" y="381"/>
                      <a:pt x="130" y="484"/>
                      <a:pt x="259" y="484"/>
                    </a:cubicBezTo>
                    <a:cubicBezTo>
                      <a:pt x="388" y="484"/>
                      <a:pt x="517" y="381"/>
                      <a:pt x="517" y="252"/>
                    </a:cubicBezTo>
                    <a:cubicBezTo>
                      <a:pt x="517" y="85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40"/>
              <p:cNvSpPr/>
              <p:nvPr/>
            </p:nvSpPr>
            <p:spPr>
              <a:xfrm>
                <a:off x="3030500" y="3597525"/>
                <a:ext cx="1227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4" extrusionOk="0">
                    <a:moveTo>
                      <a:pt x="233" y="0"/>
                    </a:moveTo>
                    <a:cubicBezTo>
                      <a:pt x="104" y="0"/>
                      <a:pt x="0" y="103"/>
                      <a:pt x="0" y="258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246" y="493"/>
                      <a:pt x="259" y="494"/>
                      <a:pt x="272" y="494"/>
                    </a:cubicBezTo>
                    <a:cubicBezTo>
                      <a:pt x="405" y="494"/>
                      <a:pt x="490" y="376"/>
                      <a:pt x="490" y="258"/>
                    </a:cubicBezTo>
                    <a:cubicBezTo>
                      <a:pt x="490" y="103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40"/>
              <p:cNvSpPr/>
              <p:nvPr/>
            </p:nvSpPr>
            <p:spPr>
              <a:xfrm>
                <a:off x="3089825" y="3597675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8" y="1"/>
                    </a:moveTo>
                    <a:cubicBezTo>
                      <a:pt x="129" y="1"/>
                      <a:pt x="0" y="85"/>
                      <a:pt x="0" y="252"/>
                    </a:cubicBezTo>
                    <a:cubicBezTo>
                      <a:pt x="0" y="381"/>
                      <a:pt x="129" y="484"/>
                      <a:pt x="258" y="484"/>
                    </a:cubicBezTo>
                    <a:cubicBezTo>
                      <a:pt x="387" y="484"/>
                      <a:pt x="516" y="381"/>
                      <a:pt x="516" y="252"/>
                    </a:cubicBezTo>
                    <a:cubicBezTo>
                      <a:pt x="516" y="85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40"/>
              <p:cNvSpPr/>
              <p:nvPr/>
            </p:nvSpPr>
            <p:spPr>
              <a:xfrm>
                <a:off x="3149125" y="3597525"/>
                <a:ext cx="129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4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270" y="493"/>
                      <a:pt x="281" y="494"/>
                      <a:pt x="292" y="494"/>
                    </a:cubicBezTo>
                    <a:cubicBezTo>
                      <a:pt x="409" y="494"/>
                      <a:pt x="517" y="376"/>
                      <a:pt x="517" y="258"/>
                    </a:cubicBezTo>
                    <a:cubicBezTo>
                      <a:pt x="517" y="103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40"/>
              <p:cNvSpPr/>
              <p:nvPr/>
            </p:nvSpPr>
            <p:spPr>
              <a:xfrm>
                <a:off x="3209100" y="3597675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6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4" y="484"/>
                      <a:pt x="233" y="484"/>
                    </a:cubicBezTo>
                    <a:cubicBezTo>
                      <a:pt x="387" y="484"/>
                      <a:pt x="491" y="381"/>
                      <a:pt x="491" y="252"/>
                    </a:cubicBezTo>
                    <a:cubicBezTo>
                      <a:pt x="491" y="85"/>
                      <a:pt x="368" y="1"/>
                      <a:pt x="2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40"/>
              <p:cNvSpPr/>
              <p:nvPr/>
            </p:nvSpPr>
            <p:spPr>
              <a:xfrm>
                <a:off x="3268425" y="3597525"/>
                <a:ext cx="1227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4" extrusionOk="0">
                    <a:moveTo>
                      <a:pt x="258" y="0"/>
                    </a:moveTo>
                    <a:cubicBezTo>
                      <a:pt x="103" y="0"/>
                      <a:pt x="0" y="103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269" y="493"/>
                      <a:pt x="280" y="494"/>
                      <a:pt x="291" y="494"/>
                    </a:cubicBezTo>
                    <a:cubicBezTo>
                      <a:pt x="404" y="494"/>
                      <a:pt x="490" y="376"/>
                      <a:pt x="490" y="258"/>
                    </a:cubicBezTo>
                    <a:cubicBezTo>
                      <a:pt x="490" y="103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40"/>
              <p:cNvSpPr/>
              <p:nvPr/>
            </p:nvSpPr>
            <p:spPr>
              <a:xfrm>
                <a:off x="3327725" y="3597675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9" y="1"/>
                    </a:moveTo>
                    <a:cubicBezTo>
                      <a:pt x="130" y="1"/>
                      <a:pt x="1" y="85"/>
                      <a:pt x="1" y="252"/>
                    </a:cubicBezTo>
                    <a:cubicBezTo>
                      <a:pt x="1" y="381"/>
                      <a:pt x="104" y="484"/>
                      <a:pt x="259" y="484"/>
                    </a:cubicBezTo>
                    <a:cubicBezTo>
                      <a:pt x="388" y="484"/>
                      <a:pt x="517" y="381"/>
                      <a:pt x="517" y="252"/>
                    </a:cubicBezTo>
                    <a:cubicBezTo>
                      <a:pt x="517" y="85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40"/>
              <p:cNvSpPr/>
              <p:nvPr/>
            </p:nvSpPr>
            <p:spPr>
              <a:xfrm>
                <a:off x="3387050" y="3597525"/>
                <a:ext cx="129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4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27" y="258"/>
                    </a:cubicBezTo>
                    <a:cubicBezTo>
                      <a:pt x="27" y="387"/>
                      <a:pt x="130" y="490"/>
                      <a:pt x="259" y="490"/>
                    </a:cubicBezTo>
                    <a:cubicBezTo>
                      <a:pt x="272" y="493"/>
                      <a:pt x="285" y="494"/>
                      <a:pt x="298" y="494"/>
                    </a:cubicBezTo>
                    <a:cubicBezTo>
                      <a:pt x="431" y="494"/>
                      <a:pt x="517" y="376"/>
                      <a:pt x="517" y="258"/>
                    </a:cubicBezTo>
                    <a:cubicBezTo>
                      <a:pt x="517" y="103"/>
                      <a:pt x="413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40"/>
              <p:cNvSpPr/>
              <p:nvPr/>
            </p:nvSpPr>
            <p:spPr>
              <a:xfrm>
                <a:off x="3447025" y="3597675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5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3" y="484"/>
                      <a:pt x="258" y="484"/>
                    </a:cubicBezTo>
                    <a:cubicBezTo>
                      <a:pt x="387" y="484"/>
                      <a:pt x="490" y="381"/>
                      <a:pt x="490" y="252"/>
                    </a:cubicBezTo>
                    <a:cubicBezTo>
                      <a:pt x="490" y="85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40"/>
              <p:cNvSpPr/>
              <p:nvPr/>
            </p:nvSpPr>
            <p:spPr>
              <a:xfrm>
                <a:off x="2790000" y="365102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40"/>
              <p:cNvSpPr/>
              <p:nvPr/>
            </p:nvSpPr>
            <p:spPr>
              <a:xfrm>
                <a:off x="2851900" y="3651025"/>
                <a:ext cx="122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7" extrusionOk="0">
                    <a:moveTo>
                      <a:pt x="233" y="1"/>
                    </a:moveTo>
                    <a:cubicBezTo>
                      <a:pt x="104" y="1"/>
                      <a:pt x="0" y="130"/>
                      <a:pt x="0" y="259"/>
                    </a:cubicBezTo>
                    <a:cubicBezTo>
                      <a:pt x="0" y="388"/>
                      <a:pt x="104" y="517"/>
                      <a:pt x="233" y="517"/>
                    </a:cubicBezTo>
                    <a:cubicBezTo>
                      <a:pt x="387" y="517"/>
                      <a:pt x="490" y="388"/>
                      <a:pt x="490" y="259"/>
                    </a:cubicBezTo>
                    <a:cubicBezTo>
                      <a:pt x="490" y="130"/>
                      <a:pt x="387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40"/>
              <p:cNvSpPr/>
              <p:nvPr/>
            </p:nvSpPr>
            <p:spPr>
              <a:xfrm>
                <a:off x="2909275" y="365102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40"/>
              <p:cNvSpPr/>
              <p:nvPr/>
            </p:nvSpPr>
            <p:spPr>
              <a:xfrm>
                <a:off x="2970525" y="3651125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384"/>
                      <a:pt x="130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4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40"/>
              <p:cNvSpPr/>
              <p:nvPr/>
            </p:nvSpPr>
            <p:spPr>
              <a:xfrm>
                <a:off x="3027925" y="3651025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40"/>
              <p:cNvSpPr/>
              <p:nvPr/>
            </p:nvSpPr>
            <p:spPr>
              <a:xfrm>
                <a:off x="3089825" y="3651025"/>
                <a:ext cx="122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7" extrusionOk="0">
                    <a:moveTo>
                      <a:pt x="258" y="1"/>
                    </a:moveTo>
                    <a:cubicBezTo>
                      <a:pt x="103" y="1"/>
                      <a:pt x="0" y="130"/>
                      <a:pt x="0" y="259"/>
                    </a:cubicBezTo>
                    <a:cubicBezTo>
                      <a:pt x="0" y="388"/>
                      <a:pt x="103" y="517"/>
                      <a:pt x="258" y="517"/>
                    </a:cubicBezTo>
                    <a:cubicBezTo>
                      <a:pt x="387" y="517"/>
                      <a:pt x="490" y="388"/>
                      <a:pt x="490" y="259"/>
                    </a:cubicBezTo>
                    <a:cubicBezTo>
                      <a:pt x="490" y="130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40"/>
              <p:cNvSpPr/>
              <p:nvPr/>
            </p:nvSpPr>
            <p:spPr>
              <a:xfrm>
                <a:off x="3149125" y="3651025"/>
                <a:ext cx="129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7" extrusionOk="0">
                    <a:moveTo>
                      <a:pt x="259" y="1"/>
                    </a:moveTo>
                    <a:cubicBezTo>
                      <a:pt x="130" y="1"/>
                      <a:pt x="1" y="130"/>
                      <a:pt x="1" y="259"/>
                    </a:cubicBezTo>
                    <a:cubicBezTo>
                      <a:pt x="1" y="388"/>
                      <a:pt x="130" y="517"/>
                      <a:pt x="259" y="517"/>
                    </a:cubicBezTo>
                    <a:cubicBezTo>
                      <a:pt x="388" y="517"/>
                      <a:pt x="517" y="388"/>
                      <a:pt x="517" y="259"/>
                    </a:cubicBezTo>
                    <a:cubicBezTo>
                      <a:pt x="517" y="130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40"/>
              <p:cNvSpPr/>
              <p:nvPr/>
            </p:nvSpPr>
            <p:spPr>
              <a:xfrm>
                <a:off x="3209100" y="3651125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1"/>
                    </a:moveTo>
                    <a:cubicBezTo>
                      <a:pt x="117" y="1"/>
                      <a:pt x="0" y="99"/>
                      <a:pt x="0" y="255"/>
                    </a:cubicBezTo>
                    <a:cubicBezTo>
                      <a:pt x="0" y="384"/>
                      <a:pt x="104" y="513"/>
                      <a:pt x="233" y="513"/>
                    </a:cubicBezTo>
                    <a:cubicBezTo>
                      <a:pt x="465" y="513"/>
                      <a:pt x="568" y="229"/>
                      <a:pt x="413" y="74"/>
                    </a:cubicBezTo>
                    <a:cubicBezTo>
                      <a:pt x="363" y="24"/>
                      <a:pt x="301" y="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40"/>
              <p:cNvSpPr/>
              <p:nvPr/>
            </p:nvSpPr>
            <p:spPr>
              <a:xfrm>
                <a:off x="3266475" y="365102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40"/>
              <p:cNvSpPr/>
              <p:nvPr/>
            </p:nvSpPr>
            <p:spPr>
              <a:xfrm>
                <a:off x="3327725" y="3651125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384"/>
                      <a:pt x="104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5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40"/>
              <p:cNvSpPr/>
              <p:nvPr/>
            </p:nvSpPr>
            <p:spPr>
              <a:xfrm>
                <a:off x="3385125" y="3651025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40"/>
              <p:cNvSpPr/>
              <p:nvPr/>
            </p:nvSpPr>
            <p:spPr>
              <a:xfrm>
                <a:off x="3447025" y="3651125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1"/>
                    </a:moveTo>
                    <a:cubicBezTo>
                      <a:pt x="117" y="1"/>
                      <a:pt x="0" y="99"/>
                      <a:pt x="0" y="255"/>
                    </a:cubicBezTo>
                    <a:cubicBezTo>
                      <a:pt x="0" y="384"/>
                      <a:pt x="103" y="513"/>
                      <a:pt x="258" y="513"/>
                    </a:cubicBezTo>
                    <a:cubicBezTo>
                      <a:pt x="465" y="513"/>
                      <a:pt x="593" y="229"/>
                      <a:pt x="413" y="74"/>
                    </a:cubicBezTo>
                    <a:cubicBezTo>
                      <a:pt x="362" y="24"/>
                      <a:pt x="301" y="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40"/>
              <p:cNvSpPr/>
              <p:nvPr/>
            </p:nvSpPr>
            <p:spPr>
              <a:xfrm>
                <a:off x="2790000" y="37045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40"/>
              <p:cNvSpPr/>
              <p:nvPr/>
            </p:nvSpPr>
            <p:spPr>
              <a:xfrm>
                <a:off x="2851900" y="370465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409"/>
                      <a:pt x="104" y="512"/>
                      <a:pt x="233" y="512"/>
                    </a:cubicBezTo>
                    <a:cubicBezTo>
                      <a:pt x="465" y="512"/>
                      <a:pt x="568" y="229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40"/>
              <p:cNvSpPr/>
              <p:nvPr/>
            </p:nvSpPr>
            <p:spPr>
              <a:xfrm>
                <a:off x="2909275" y="37045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40"/>
              <p:cNvSpPr/>
              <p:nvPr/>
            </p:nvSpPr>
            <p:spPr>
              <a:xfrm>
                <a:off x="2970525" y="370465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409"/>
                      <a:pt x="130" y="512"/>
                      <a:pt x="259" y="512"/>
                    </a:cubicBezTo>
                    <a:cubicBezTo>
                      <a:pt x="491" y="512"/>
                      <a:pt x="594" y="229"/>
                      <a:pt x="439" y="74"/>
                    </a:cubicBezTo>
                    <a:cubicBezTo>
                      <a:pt x="389" y="23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40"/>
              <p:cNvSpPr/>
              <p:nvPr/>
            </p:nvSpPr>
            <p:spPr>
              <a:xfrm>
                <a:off x="3027925" y="370455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40"/>
              <p:cNvSpPr/>
              <p:nvPr/>
            </p:nvSpPr>
            <p:spPr>
              <a:xfrm>
                <a:off x="3089825" y="370465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60" y="0"/>
                    </a:moveTo>
                    <a:cubicBezTo>
                      <a:pt x="129" y="0"/>
                      <a:pt x="0" y="98"/>
                      <a:pt x="0" y="254"/>
                    </a:cubicBezTo>
                    <a:cubicBezTo>
                      <a:pt x="0" y="409"/>
                      <a:pt x="129" y="512"/>
                      <a:pt x="258" y="512"/>
                    </a:cubicBezTo>
                    <a:cubicBezTo>
                      <a:pt x="490" y="512"/>
                      <a:pt x="593" y="229"/>
                      <a:pt x="439" y="74"/>
                    </a:cubicBezTo>
                    <a:cubicBezTo>
                      <a:pt x="388" y="23"/>
                      <a:pt x="324" y="0"/>
                      <a:pt x="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40"/>
              <p:cNvSpPr/>
              <p:nvPr/>
            </p:nvSpPr>
            <p:spPr>
              <a:xfrm>
                <a:off x="3147200" y="37045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40"/>
              <p:cNvSpPr/>
              <p:nvPr/>
            </p:nvSpPr>
            <p:spPr>
              <a:xfrm>
                <a:off x="3209100" y="370465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409"/>
                      <a:pt x="104" y="512"/>
                      <a:pt x="233" y="512"/>
                    </a:cubicBezTo>
                    <a:cubicBezTo>
                      <a:pt x="465" y="512"/>
                      <a:pt x="568" y="229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40"/>
              <p:cNvSpPr/>
              <p:nvPr/>
            </p:nvSpPr>
            <p:spPr>
              <a:xfrm>
                <a:off x="3266475" y="37045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40"/>
              <p:cNvSpPr/>
              <p:nvPr/>
            </p:nvSpPr>
            <p:spPr>
              <a:xfrm>
                <a:off x="3327725" y="370465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409"/>
                      <a:pt x="104" y="512"/>
                      <a:pt x="259" y="512"/>
                    </a:cubicBezTo>
                    <a:cubicBezTo>
                      <a:pt x="491" y="512"/>
                      <a:pt x="594" y="229"/>
                      <a:pt x="439" y="74"/>
                    </a:cubicBezTo>
                    <a:cubicBezTo>
                      <a:pt x="389" y="23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40"/>
              <p:cNvSpPr/>
              <p:nvPr/>
            </p:nvSpPr>
            <p:spPr>
              <a:xfrm>
                <a:off x="3385125" y="370455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40"/>
              <p:cNvSpPr/>
              <p:nvPr/>
            </p:nvSpPr>
            <p:spPr>
              <a:xfrm>
                <a:off x="3447025" y="370465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409"/>
                      <a:pt x="103" y="512"/>
                      <a:pt x="258" y="512"/>
                    </a:cubicBezTo>
                    <a:cubicBezTo>
                      <a:pt x="465" y="512"/>
                      <a:pt x="593" y="229"/>
                      <a:pt x="413" y="74"/>
                    </a:cubicBezTo>
                    <a:cubicBezTo>
                      <a:pt x="362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40"/>
              <p:cNvSpPr/>
              <p:nvPr/>
            </p:nvSpPr>
            <p:spPr>
              <a:xfrm>
                <a:off x="2791925" y="3758700"/>
                <a:ext cx="1292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2" extrusionOk="0">
                    <a:moveTo>
                      <a:pt x="259" y="1"/>
                    </a:moveTo>
                    <a:cubicBezTo>
                      <a:pt x="130" y="1"/>
                      <a:pt x="1" y="104"/>
                      <a:pt x="1" y="233"/>
                    </a:cubicBezTo>
                    <a:cubicBezTo>
                      <a:pt x="1" y="388"/>
                      <a:pt x="130" y="491"/>
                      <a:pt x="259" y="491"/>
                    </a:cubicBezTo>
                    <a:cubicBezTo>
                      <a:pt x="388" y="491"/>
                      <a:pt x="517" y="388"/>
                      <a:pt x="517" y="233"/>
                    </a:cubicBezTo>
                    <a:cubicBezTo>
                      <a:pt x="517" y="10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40"/>
              <p:cNvSpPr/>
              <p:nvPr/>
            </p:nvSpPr>
            <p:spPr>
              <a:xfrm>
                <a:off x="2851900" y="3758225"/>
                <a:ext cx="122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1" extrusionOk="0">
                    <a:moveTo>
                      <a:pt x="245" y="1"/>
                    </a:moveTo>
                    <a:cubicBezTo>
                      <a:pt x="123" y="1"/>
                      <a:pt x="0" y="84"/>
                      <a:pt x="0" y="252"/>
                    </a:cubicBezTo>
                    <a:cubicBezTo>
                      <a:pt x="0" y="407"/>
                      <a:pt x="104" y="510"/>
                      <a:pt x="233" y="510"/>
                    </a:cubicBezTo>
                    <a:cubicBezTo>
                      <a:pt x="387" y="510"/>
                      <a:pt x="490" y="407"/>
                      <a:pt x="490" y="252"/>
                    </a:cubicBezTo>
                    <a:cubicBezTo>
                      <a:pt x="490" y="84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40"/>
              <p:cNvSpPr/>
              <p:nvPr/>
            </p:nvSpPr>
            <p:spPr>
              <a:xfrm>
                <a:off x="2911225" y="3758700"/>
                <a:ext cx="122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2" extrusionOk="0">
                    <a:moveTo>
                      <a:pt x="258" y="1"/>
                    </a:moveTo>
                    <a:cubicBezTo>
                      <a:pt x="103" y="1"/>
                      <a:pt x="0" y="104"/>
                      <a:pt x="0" y="233"/>
                    </a:cubicBezTo>
                    <a:cubicBezTo>
                      <a:pt x="0" y="388"/>
                      <a:pt x="103" y="491"/>
                      <a:pt x="258" y="491"/>
                    </a:cubicBezTo>
                    <a:cubicBezTo>
                      <a:pt x="387" y="491"/>
                      <a:pt x="490" y="388"/>
                      <a:pt x="490" y="233"/>
                    </a:cubicBezTo>
                    <a:cubicBezTo>
                      <a:pt x="490" y="104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40"/>
              <p:cNvSpPr/>
              <p:nvPr/>
            </p:nvSpPr>
            <p:spPr>
              <a:xfrm>
                <a:off x="2970525" y="3758225"/>
                <a:ext cx="1292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1" extrusionOk="0">
                    <a:moveTo>
                      <a:pt x="259" y="1"/>
                    </a:moveTo>
                    <a:cubicBezTo>
                      <a:pt x="130" y="1"/>
                      <a:pt x="1" y="84"/>
                      <a:pt x="1" y="252"/>
                    </a:cubicBezTo>
                    <a:cubicBezTo>
                      <a:pt x="1" y="407"/>
                      <a:pt x="130" y="510"/>
                      <a:pt x="259" y="510"/>
                    </a:cubicBezTo>
                    <a:cubicBezTo>
                      <a:pt x="388" y="510"/>
                      <a:pt x="517" y="407"/>
                      <a:pt x="517" y="252"/>
                    </a:cubicBezTo>
                    <a:cubicBezTo>
                      <a:pt x="517" y="8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40"/>
              <p:cNvSpPr/>
              <p:nvPr/>
            </p:nvSpPr>
            <p:spPr>
              <a:xfrm>
                <a:off x="3030500" y="3758700"/>
                <a:ext cx="122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2" extrusionOk="0">
                    <a:moveTo>
                      <a:pt x="233" y="1"/>
                    </a:moveTo>
                    <a:cubicBezTo>
                      <a:pt x="104" y="1"/>
                      <a:pt x="0" y="104"/>
                      <a:pt x="0" y="233"/>
                    </a:cubicBezTo>
                    <a:cubicBezTo>
                      <a:pt x="0" y="388"/>
                      <a:pt x="104" y="491"/>
                      <a:pt x="233" y="491"/>
                    </a:cubicBezTo>
                    <a:cubicBezTo>
                      <a:pt x="387" y="491"/>
                      <a:pt x="490" y="388"/>
                      <a:pt x="490" y="233"/>
                    </a:cubicBezTo>
                    <a:cubicBezTo>
                      <a:pt x="490" y="104"/>
                      <a:pt x="387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40"/>
              <p:cNvSpPr/>
              <p:nvPr/>
            </p:nvSpPr>
            <p:spPr>
              <a:xfrm>
                <a:off x="3089825" y="3758225"/>
                <a:ext cx="1292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1" extrusionOk="0">
                    <a:moveTo>
                      <a:pt x="258" y="1"/>
                    </a:moveTo>
                    <a:cubicBezTo>
                      <a:pt x="129" y="1"/>
                      <a:pt x="0" y="84"/>
                      <a:pt x="0" y="252"/>
                    </a:cubicBezTo>
                    <a:cubicBezTo>
                      <a:pt x="0" y="407"/>
                      <a:pt x="129" y="510"/>
                      <a:pt x="258" y="510"/>
                    </a:cubicBezTo>
                    <a:cubicBezTo>
                      <a:pt x="387" y="510"/>
                      <a:pt x="516" y="407"/>
                      <a:pt x="516" y="252"/>
                    </a:cubicBezTo>
                    <a:cubicBezTo>
                      <a:pt x="516" y="84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40"/>
              <p:cNvSpPr/>
              <p:nvPr/>
            </p:nvSpPr>
            <p:spPr>
              <a:xfrm>
                <a:off x="3149125" y="3758700"/>
                <a:ext cx="1292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2" extrusionOk="0">
                    <a:moveTo>
                      <a:pt x="259" y="1"/>
                    </a:moveTo>
                    <a:cubicBezTo>
                      <a:pt x="130" y="1"/>
                      <a:pt x="1" y="104"/>
                      <a:pt x="1" y="233"/>
                    </a:cubicBezTo>
                    <a:cubicBezTo>
                      <a:pt x="1" y="388"/>
                      <a:pt x="130" y="491"/>
                      <a:pt x="259" y="491"/>
                    </a:cubicBezTo>
                    <a:cubicBezTo>
                      <a:pt x="388" y="491"/>
                      <a:pt x="517" y="388"/>
                      <a:pt x="517" y="233"/>
                    </a:cubicBezTo>
                    <a:cubicBezTo>
                      <a:pt x="517" y="10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40"/>
              <p:cNvSpPr/>
              <p:nvPr/>
            </p:nvSpPr>
            <p:spPr>
              <a:xfrm>
                <a:off x="3208450" y="3758225"/>
                <a:ext cx="1292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1" extrusionOk="0">
                    <a:moveTo>
                      <a:pt x="272" y="1"/>
                    </a:moveTo>
                    <a:cubicBezTo>
                      <a:pt x="149" y="1"/>
                      <a:pt x="26" y="84"/>
                      <a:pt x="26" y="252"/>
                    </a:cubicBezTo>
                    <a:cubicBezTo>
                      <a:pt x="1" y="407"/>
                      <a:pt x="130" y="510"/>
                      <a:pt x="259" y="510"/>
                    </a:cubicBezTo>
                    <a:cubicBezTo>
                      <a:pt x="413" y="510"/>
                      <a:pt x="517" y="407"/>
                      <a:pt x="517" y="252"/>
                    </a:cubicBezTo>
                    <a:cubicBezTo>
                      <a:pt x="517" y="84"/>
                      <a:pt x="394" y="1"/>
                      <a:pt x="2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40"/>
              <p:cNvSpPr/>
              <p:nvPr/>
            </p:nvSpPr>
            <p:spPr>
              <a:xfrm>
                <a:off x="3268425" y="3758700"/>
                <a:ext cx="122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2" extrusionOk="0">
                    <a:moveTo>
                      <a:pt x="258" y="1"/>
                    </a:moveTo>
                    <a:cubicBezTo>
                      <a:pt x="103" y="1"/>
                      <a:pt x="0" y="104"/>
                      <a:pt x="0" y="233"/>
                    </a:cubicBezTo>
                    <a:cubicBezTo>
                      <a:pt x="0" y="388"/>
                      <a:pt x="103" y="491"/>
                      <a:pt x="258" y="491"/>
                    </a:cubicBezTo>
                    <a:cubicBezTo>
                      <a:pt x="387" y="491"/>
                      <a:pt x="490" y="388"/>
                      <a:pt x="490" y="233"/>
                    </a:cubicBezTo>
                    <a:cubicBezTo>
                      <a:pt x="490" y="104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40"/>
              <p:cNvSpPr/>
              <p:nvPr/>
            </p:nvSpPr>
            <p:spPr>
              <a:xfrm>
                <a:off x="3327725" y="3758225"/>
                <a:ext cx="1292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1" extrusionOk="0">
                    <a:moveTo>
                      <a:pt x="259" y="1"/>
                    </a:moveTo>
                    <a:cubicBezTo>
                      <a:pt x="130" y="1"/>
                      <a:pt x="1" y="84"/>
                      <a:pt x="1" y="252"/>
                    </a:cubicBezTo>
                    <a:cubicBezTo>
                      <a:pt x="1" y="407"/>
                      <a:pt x="130" y="510"/>
                      <a:pt x="259" y="510"/>
                    </a:cubicBezTo>
                    <a:cubicBezTo>
                      <a:pt x="388" y="510"/>
                      <a:pt x="517" y="407"/>
                      <a:pt x="517" y="252"/>
                    </a:cubicBezTo>
                    <a:cubicBezTo>
                      <a:pt x="517" y="8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40"/>
              <p:cNvSpPr/>
              <p:nvPr/>
            </p:nvSpPr>
            <p:spPr>
              <a:xfrm>
                <a:off x="3387050" y="3758700"/>
                <a:ext cx="1292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2" extrusionOk="0">
                    <a:moveTo>
                      <a:pt x="259" y="1"/>
                    </a:moveTo>
                    <a:cubicBezTo>
                      <a:pt x="130" y="1"/>
                      <a:pt x="27" y="104"/>
                      <a:pt x="27" y="233"/>
                    </a:cubicBezTo>
                    <a:cubicBezTo>
                      <a:pt x="1" y="388"/>
                      <a:pt x="130" y="491"/>
                      <a:pt x="259" y="491"/>
                    </a:cubicBezTo>
                    <a:cubicBezTo>
                      <a:pt x="413" y="491"/>
                      <a:pt x="517" y="388"/>
                      <a:pt x="517" y="233"/>
                    </a:cubicBezTo>
                    <a:cubicBezTo>
                      <a:pt x="517" y="104"/>
                      <a:pt x="413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40"/>
              <p:cNvSpPr/>
              <p:nvPr/>
            </p:nvSpPr>
            <p:spPr>
              <a:xfrm>
                <a:off x="3447025" y="3758225"/>
                <a:ext cx="122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1" extrusionOk="0">
                    <a:moveTo>
                      <a:pt x="245" y="1"/>
                    </a:moveTo>
                    <a:cubicBezTo>
                      <a:pt x="123" y="1"/>
                      <a:pt x="0" y="84"/>
                      <a:pt x="0" y="252"/>
                    </a:cubicBezTo>
                    <a:cubicBezTo>
                      <a:pt x="0" y="407"/>
                      <a:pt x="103" y="510"/>
                      <a:pt x="258" y="510"/>
                    </a:cubicBezTo>
                    <a:cubicBezTo>
                      <a:pt x="387" y="510"/>
                      <a:pt x="490" y="407"/>
                      <a:pt x="490" y="252"/>
                    </a:cubicBezTo>
                    <a:cubicBezTo>
                      <a:pt x="490" y="84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7" name="Google Shape;2117;p40"/>
            <p:cNvGrpSpPr/>
            <p:nvPr/>
          </p:nvGrpSpPr>
          <p:grpSpPr>
            <a:xfrm>
              <a:off x="7861793" y="364806"/>
              <a:ext cx="1137955" cy="1111679"/>
              <a:chOff x="2790000" y="3114600"/>
              <a:chExt cx="671875" cy="656400"/>
            </a:xfrm>
          </p:grpSpPr>
          <p:sp>
            <p:nvSpPr>
              <p:cNvPr id="2118" name="Google Shape;2118;p40"/>
              <p:cNvSpPr/>
              <p:nvPr/>
            </p:nvSpPr>
            <p:spPr>
              <a:xfrm>
                <a:off x="2790000" y="3114600"/>
                <a:ext cx="168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6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40"/>
              <p:cNvSpPr/>
              <p:nvPr/>
            </p:nvSpPr>
            <p:spPr>
              <a:xfrm>
                <a:off x="2851900" y="3114825"/>
                <a:ext cx="1420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07" extrusionOk="0">
                    <a:moveTo>
                      <a:pt x="252" y="0"/>
                    </a:moveTo>
                    <a:cubicBezTo>
                      <a:pt x="124" y="0"/>
                      <a:pt x="0" y="106"/>
                      <a:pt x="0" y="249"/>
                    </a:cubicBezTo>
                    <a:cubicBezTo>
                      <a:pt x="0" y="404"/>
                      <a:pt x="104" y="507"/>
                      <a:pt x="233" y="507"/>
                    </a:cubicBezTo>
                    <a:cubicBezTo>
                      <a:pt x="465" y="507"/>
                      <a:pt x="568" y="223"/>
                      <a:pt x="413" y="68"/>
                    </a:cubicBezTo>
                    <a:cubicBezTo>
                      <a:pt x="366" y="21"/>
                      <a:pt x="308" y="0"/>
                      <a:pt x="2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40"/>
              <p:cNvSpPr/>
              <p:nvPr/>
            </p:nvSpPr>
            <p:spPr>
              <a:xfrm>
                <a:off x="2909275" y="3114600"/>
                <a:ext cx="168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6" extrusionOk="0">
                    <a:moveTo>
                      <a:pt x="336" y="0"/>
                    </a:moveTo>
                    <a:cubicBezTo>
                      <a:pt x="1" y="26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40"/>
              <p:cNvSpPr/>
              <p:nvPr/>
            </p:nvSpPr>
            <p:spPr>
              <a:xfrm>
                <a:off x="2970525" y="3114825"/>
                <a:ext cx="14875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07" extrusionOk="0">
                    <a:moveTo>
                      <a:pt x="272" y="0"/>
                    </a:moveTo>
                    <a:cubicBezTo>
                      <a:pt x="137" y="0"/>
                      <a:pt x="1" y="106"/>
                      <a:pt x="1" y="249"/>
                    </a:cubicBezTo>
                    <a:cubicBezTo>
                      <a:pt x="1" y="404"/>
                      <a:pt x="130" y="507"/>
                      <a:pt x="259" y="507"/>
                    </a:cubicBezTo>
                    <a:cubicBezTo>
                      <a:pt x="491" y="507"/>
                      <a:pt x="594" y="223"/>
                      <a:pt x="439" y="68"/>
                    </a:cubicBezTo>
                    <a:cubicBezTo>
                      <a:pt x="392" y="21"/>
                      <a:pt x="332" y="0"/>
                      <a:pt x="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40"/>
              <p:cNvSpPr/>
              <p:nvPr/>
            </p:nvSpPr>
            <p:spPr>
              <a:xfrm>
                <a:off x="3027925" y="3114600"/>
                <a:ext cx="167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6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40"/>
              <p:cNvSpPr/>
              <p:nvPr/>
            </p:nvSpPr>
            <p:spPr>
              <a:xfrm>
                <a:off x="3089825" y="3114825"/>
                <a:ext cx="1485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07" extrusionOk="0">
                    <a:moveTo>
                      <a:pt x="272" y="0"/>
                    </a:moveTo>
                    <a:cubicBezTo>
                      <a:pt x="136" y="0"/>
                      <a:pt x="0" y="106"/>
                      <a:pt x="0" y="249"/>
                    </a:cubicBezTo>
                    <a:cubicBezTo>
                      <a:pt x="0" y="404"/>
                      <a:pt x="129" y="507"/>
                      <a:pt x="258" y="507"/>
                    </a:cubicBezTo>
                    <a:cubicBezTo>
                      <a:pt x="490" y="507"/>
                      <a:pt x="593" y="223"/>
                      <a:pt x="439" y="68"/>
                    </a:cubicBezTo>
                    <a:cubicBezTo>
                      <a:pt x="391" y="21"/>
                      <a:pt x="331" y="0"/>
                      <a:pt x="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40"/>
              <p:cNvSpPr/>
              <p:nvPr/>
            </p:nvSpPr>
            <p:spPr>
              <a:xfrm>
                <a:off x="3147200" y="3114600"/>
                <a:ext cx="168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6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40"/>
              <p:cNvSpPr/>
              <p:nvPr/>
            </p:nvSpPr>
            <p:spPr>
              <a:xfrm>
                <a:off x="3209100" y="3114825"/>
                <a:ext cx="1420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07" extrusionOk="0">
                    <a:moveTo>
                      <a:pt x="252" y="0"/>
                    </a:moveTo>
                    <a:cubicBezTo>
                      <a:pt x="124" y="0"/>
                      <a:pt x="0" y="106"/>
                      <a:pt x="0" y="249"/>
                    </a:cubicBezTo>
                    <a:cubicBezTo>
                      <a:pt x="0" y="404"/>
                      <a:pt x="104" y="507"/>
                      <a:pt x="233" y="507"/>
                    </a:cubicBezTo>
                    <a:cubicBezTo>
                      <a:pt x="465" y="507"/>
                      <a:pt x="568" y="223"/>
                      <a:pt x="413" y="68"/>
                    </a:cubicBezTo>
                    <a:cubicBezTo>
                      <a:pt x="366" y="21"/>
                      <a:pt x="308" y="0"/>
                      <a:pt x="2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40"/>
              <p:cNvSpPr/>
              <p:nvPr/>
            </p:nvSpPr>
            <p:spPr>
              <a:xfrm>
                <a:off x="3266475" y="3114600"/>
                <a:ext cx="168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6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40"/>
              <p:cNvSpPr/>
              <p:nvPr/>
            </p:nvSpPr>
            <p:spPr>
              <a:xfrm>
                <a:off x="3327725" y="3114825"/>
                <a:ext cx="14875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07" extrusionOk="0">
                    <a:moveTo>
                      <a:pt x="272" y="0"/>
                    </a:moveTo>
                    <a:cubicBezTo>
                      <a:pt x="137" y="0"/>
                      <a:pt x="1" y="106"/>
                      <a:pt x="1" y="249"/>
                    </a:cubicBezTo>
                    <a:cubicBezTo>
                      <a:pt x="1" y="404"/>
                      <a:pt x="104" y="507"/>
                      <a:pt x="259" y="507"/>
                    </a:cubicBezTo>
                    <a:cubicBezTo>
                      <a:pt x="491" y="507"/>
                      <a:pt x="594" y="223"/>
                      <a:pt x="439" y="68"/>
                    </a:cubicBezTo>
                    <a:cubicBezTo>
                      <a:pt x="392" y="21"/>
                      <a:pt x="332" y="0"/>
                      <a:pt x="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40"/>
              <p:cNvSpPr/>
              <p:nvPr/>
            </p:nvSpPr>
            <p:spPr>
              <a:xfrm>
                <a:off x="3385125" y="3114600"/>
                <a:ext cx="167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6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40"/>
              <p:cNvSpPr/>
              <p:nvPr/>
            </p:nvSpPr>
            <p:spPr>
              <a:xfrm>
                <a:off x="3447025" y="3114825"/>
                <a:ext cx="1485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07" extrusionOk="0">
                    <a:moveTo>
                      <a:pt x="252" y="0"/>
                    </a:moveTo>
                    <a:cubicBezTo>
                      <a:pt x="124" y="0"/>
                      <a:pt x="0" y="106"/>
                      <a:pt x="0" y="249"/>
                    </a:cubicBezTo>
                    <a:cubicBezTo>
                      <a:pt x="0" y="404"/>
                      <a:pt x="103" y="507"/>
                      <a:pt x="258" y="507"/>
                    </a:cubicBezTo>
                    <a:cubicBezTo>
                      <a:pt x="465" y="507"/>
                      <a:pt x="593" y="223"/>
                      <a:pt x="413" y="68"/>
                    </a:cubicBezTo>
                    <a:cubicBezTo>
                      <a:pt x="365" y="21"/>
                      <a:pt x="308" y="0"/>
                      <a:pt x="2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40"/>
              <p:cNvSpPr/>
              <p:nvPr/>
            </p:nvSpPr>
            <p:spPr>
              <a:xfrm>
                <a:off x="2791925" y="316875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58"/>
                    </a:cubicBezTo>
                    <a:cubicBezTo>
                      <a:pt x="517" y="10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40"/>
              <p:cNvSpPr/>
              <p:nvPr/>
            </p:nvSpPr>
            <p:spPr>
              <a:xfrm>
                <a:off x="2851900" y="3168900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5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4" y="484"/>
                      <a:pt x="233" y="484"/>
                    </a:cubicBezTo>
                    <a:cubicBezTo>
                      <a:pt x="387" y="484"/>
                      <a:pt x="490" y="381"/>
                      <a:pt x="490" y="252"/>
                    </a:cubicBezTo>
                    <a:cubicBezTo>
                      <a:pt x="490" y="85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40"/>
              <p:cNvSpPr/>
              <p:nvPr/>
            </p:nvSpPr>
            <p:spPr>
              <a:xfrm>
                <a:off x="2911225" y="316875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4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40"/>
              <p:cNvSpPr/>
              <p:nvPr/>
            </p:nvSpPr>
            <p:spPr>
              <a:xfrm>
                <a:off x="2970525" y="3168900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9" y="1"/>
                    </a:moveTo>
                    <a:cubicBezTo>
                      <a:pt x="130" y="1"/>
                      <a:pt x="1" y="85"/>
                      <a:pt x="1" y="252"/>
                    </a:cubicBezTo>
                    <a:cubicBezTo>
                      <a:pt x="1" y="381"/>
                      <a:pt x="130" y="484"/>
                      <a:pt x="259" y="484"/>
                    </a:cubicBezTo>
                    <a:cubicBezTo>
                      <a:pt x="388" y="484"/>
                      <a:pt x="517" y="381"/>
                      <a:pt x="517" y="252"/>
                    </a:cubicBezTo>
                    <a:cubicBezTo>
                      <a:pt x="517" y="85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40"/>
              <p:cNvSpPr/>
              <p:nvPr/>
            </p:nvSpPr>
            <p:spPr>
              <a:xfrm>
                <a:off x="3030500" y="316875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0"/>
                    </a:moveTo>
                    <a:cubicBezTo>
                      <a:pt x="104" y="0"/>
                      <a:pt x="0" y="104"/>
                      <a:pt x="0" y="258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4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40"/>
              <p:cNvSpPr/>
              <p:nvPr/>
            </p:nvSpPr>
            <p:spPr>
              <a:xfrm>
                <a:off x="3089825" y="3168900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8" y="1"/>
                    </a:moveTo>
                    <a:cubicBezTo>
                      <a:pt x="129" y="1"/>
                      <a:pt x="0" y="85"/>
                      <a:pt x="0" y="252"/>
                    </a:cubicBezTo>
                    <a:cubicBezTo>
                      <a:pt x="0" y="381"/>
                      <a:pt x="129" y="484"/>
                      <a:pt x="258" y="484"/>
                    </a:cubicBezTo>
                    <a:cubicBezTo>
                      <a:pt x="387" y="484"/>
                      <a:pt x="516" y="381"/>
                      <a:pt x="516" y="252"/>
                    </a:cubicBezTo>
                    <a:cubicBezTo>
                      <a:pt x="516" y="85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40"/>
              <p:cNvSpPr/>
              <p:nvPr/>
            </p:nvSpPr>
            <p:spPr>
              <a:xfrm>
                <a:off x="3149125" y="316875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58"/>
                    </a:cubicBezTo>
                    <a:cubicBezTo>
                      <a:pt x="517" y="10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40"/>
              <p:cNvSpPr/>
              <p:nvPr/>
            </p:nvSpPr>
            <p:spPr>
              <a:xfrm>
                <a:off x="3208450" y="3168900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72" y="1"/>
                    </a:moveTo>
                    <a:cubicBezTo>
                      <a:pt x="149" y="1"/>
                      <a:pt x="26" y="85"/>
                      <a:pt x="26" y="252"/>
                    </a:cubicBezTo>
                    <a:cubicBezTo>
                      <a:pt x="1" y="381"/>
                      <a:pt x="130" y="484"/>
                      <a:pt x="259" y="484"/>
                    </a:cubicBezTo>
                    <a:cubicBezTo>
                      <a:pt x="413" y="484"/>
                      <a:pt x="517" y="381"/>
                      <a:pt x="517" y="252"/>
                    </a:cubicBezTo>
                    <a:cubicBezTo>
                      <a:pt x="517" y="85"/>
                      <a:pt x="394" y="1"/>
                      <a:pt x="2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40"/>
              <p:cNvSpPr/>
              <p:nvPr/>
            </p:nvSpPr>
            <p:spPr>
              <a:xfrm>
                <a:off x="3268425" y="316875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4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40"/>
              <p:cNvSpPr/>
              <p:nvPr/>
            </p:nvSpPr>
            <p:spPr>
              <a:xfrm>
                <a:off x="3327725" y="3168900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9" y="1"/>
                    </a:moveTo>
                    <a:cubicBezTo>
                      <a:pt x="130" y="1"/>
                      <a:pt x="1" y="85"/>
                      <a:pt x="1" y="252"/>
                    </a:cubicBezTo>
                    <a:cubicBezTo>
                      <a:pt x="1" y="381"/>
                      <a:pt x="130" y="484"/>
                      <a:pt x="259" y="484"/>
                    </a:cubicBezTo>
                    <a:cubicBezTo>
                      <a:pt x="388" y="484"/>
                      <a:pt x="517" y="381"/>
                      <a:pt x="517" y="252"/>
                    </a:cubicBezTo>
                    <a:cubicBezTo>
                      <a:pt x="517" y="85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40"/>
              <p:cNvSpPr/>
              <p:nvPr/>
            </p:nvSpPr>
            <p:spPr>
              <a:xfrm>
                <a:off x="3387050" y="316875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27" y="104"/>
                      <a:pt x="27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413" y="490"/>
                      <a:pt x="517" y="387"/>
                      <a:pt x="517" y="258"/>
                    </a:cubicBezTo>
                    <a:cubicBezTo>
                      <a:pt x="517" y="104"/>
                      <a:pt x="413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40"/>
              <p:cNvSpPr/>
              <p:nvPr/>
            </p:nvSpPr>
            <p:spPr>
              <a:xfrm>
                <a:off x="3447025" y="3168900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5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3" y="484"/>
                      <a:pt x="258" y="484"/>
                    </a:cubicBezTo>
                    <a:cubicBezTo>
                      <a:pt x="387" y="484"/>
                      <a:pt x="490" y="381"/>
                      <a:pt x="490" y="252"/>
                    </a:cubicBezTo>
                    <a:cubicBezTo>
                      <a:pt x="490" y="85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40"/>
              <p:cNvSpPr/>
              <p:nvPr/>
            </p:nvSpPr>
            <p:spPr>
              <a:xfrm>
                <a:off x="2790000" y="3222275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0"/>
                    </a:moveTo>
                    <a:cubicBezTo>
                      <a:pt x="1" y="0"/>
                      <a:pt x="1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40"/>
              <p:cNvSpPr/>
              <p:nvPr/>
            </p:nvSpPr>
            <p:spPr>
              <a:xfrm>
                <a:off x="2851900" y="32222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0"/>
                    </a:moveTo>
                    <a:cubicBezTo>
                      <a:pt x="104" y="0"/>
                      <a:pt x="0" y="103"/>
                      <a:pt x="0" y="258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3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40"/>
              <p:cNvSpPr/>
              <p:nvPr/>
            </p:nvSpPr>
            <p:spPr>
              <a:xfrm>
                <a:off x="2909275" y="3222275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0"/>
                    </a:moveTo>
                    <a:cubicBezTo>
                      <a:pt x="1" y="0"/>
                      <a:pt x="1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40"/>
              <p:cNvSpPr/>
              <p:nvPr/>
            </p:nvSpPr>
            <p:spPr>
              <a:xfrm>
                <a:off x="2970525" y="3222350"/>
                <a:ext cx="1487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88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384"/>
                      <a:pt x="130" y="487"/>
                      <a:pt x="259" y="487"/>
                    </a:cubicBezTo>
                    <a:cubicBezTo>
                      <a:pt x="491" y="487"/>
                      <a:pt x="594" y="229"/>
                      <a:pt x="439" y="74"/>
                    </a:cubicBezTo>
                    <a:cubicBezTo>
                      <a:pt x="389" y="24"/>
                      <a:pt x="324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40"/>
              <p:cNvSpPr/>
              <p:nvPr/>
            </p:nvSpPr>
            <p:spPr>
              <a:xfrm>
                <a:off x="3027925" y="3222275"/>
                <a:ext cx="167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491" extrusionOk="0">
                    <a:moveTo>
                      <a:pt x="336" y="0"/>
                    </a:moveTo>
                    <a:cubicBezTo>
                      <a:pt x="0" y="0"/>
                      <a:pt x="0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40"/>
              <p:cNvSpPr/>
              <p:nvPr/>
            </p:nvSpPr>
            <p:spPr>
              <a:xfrm>
                <a:off x="3089825" y="32222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3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3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40"/>
              <p:cNvSpPr/>
              <p:nvPr/>
            </p:nvSpPr>
            <p:spPr>
              <a:xfrm>
                <a:off x="3149125" y="3222275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58"/>
                    </a:cubicBezTo>
                    <a:cubicBezTo>
                      <a:pt x="517" y="103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40"/>
              <p:cNvSpPr/>
              <p:nvPr/>
            </p:nvSpPr>
            <p:spPr>
              <a:xfrm>
                <a:off x="3209100" y="3222350"/>
                <a:ext cx="1470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489" extrusionOk="0">
                    <a:moveTo>
                      <a:pt x="260" y="1"/>
                    </a:moveTo>
                    <a:cubicBezTo>
                      <a:pt x="129" y="1"/>
                      <a:pt x="0" y="99"/>
                      <a:pt x="0" y="255"/>
                    </a:cubicBezTo>
                    <a:cubicBezTo>
                      <a:pt x="0" y="384"/>
                      <a:pt x="104" y="487"/>
                      <a:pt x="233" y="487"/>
                    </a:cubicBezTo>
                    <a:cubicBezTo>
                      <a:pt x="243" y="488"/>
                      <a:pt x="252" y="489"/>
                      <a:pt x="262" y="489"/>
                    </a:cubicBezTo>
                    <a:cubicBezTo>
                      <a:pt x="475" y="489"/>
                      <a:pt x="587" y="223"/>
                      <a:pt x="439" y="74"/>
                    </a:cubicBezTo>
                    <a:cubicBezTo>
                      <a:pt x="388" y="24"/>
                      <a:pt x="324" y="1"/>
                      <a:pt x="2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40"/>
              <p:cNvSpPr/>
              <p:nvPr/>
            </p:nvSpPr>
            <p:spPr>
              <a:xfrm>
                <a:off x="3266475" y="3222275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0"/>
                    </a:moveTo>
                    <a:cubicBezTo>
                      <a:pt x="1" y="0"/>
                      <a:pt x="1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40"/>
              <p:cNvSpPr/>
              <p:nvPr/>
            </p:nvSpPr>
            <p:spPr>
              <a:xfrm>
                <a:off x="3327725" y="3222350"/>
                <a:ext cx="1487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88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384"/>
                      <a:pt x="104" y="487"/>
                      <a:pt x="259" y="487"/>
                    </a:cubicBezTo>
                    <a:cubicBezTo>
                      <a:pt x="491" y="487"/>
                      <a:pt x="594" y="229"/>
                      <a:pt x="439" y="74"/>
                    </a:cubicBezTo>
                    <a:cubicBezTo>
                      <a:pt x="389" y="24"/>
                      <a:pt x="325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40"/>
              <p:cNvSpPr/>
              <p:nvPr/>
            </p:nvSpPr>
            <p:spPr>
              <a:xfrm>
                <a:off x="3385125" y="3222275"/>
                <a:ext cx="167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491" extrusionOk="0">
                    <a:moveTo>
                      <a:pt x="336" y="0"/>
                    </a:moveTo>
                    <a:cubicBezTo>
                      <a:pt x="0" y="0"/>
                      <a:pt x="0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40"/>
              <p:cNvSpPr/>
              <p:nvPr/>
            </p:nvSpPr>
            <p:spPr>
              <a:xfrm>
                <a:off x="3447025" y="3222350"/>
                <a:ext cx="14850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94" h="488" extrusionOk="0">
                    <a:moveTo>
                      <a:pt x="241" y="1"/>
                    </a:moveTo>
                    <a:cubicBezTo>
                      <a:pt x="117" y="1"/>
                      <a:pt x="0" y="99"/>
                      <a:pt x="0" y="255"/>
                    </a:cubicBezTo>
                    <a:cubicBezTo>
                      <a:pt x="0" y="384"/>
                      <a:pt x="103" y="487"/>
                      <a:pt x="258" y="487"/>
                    </a:cubicBezTo>
                    <a:cubicBezTo>
                      <a:pt x="465" y="487"/>
                      <a:pt x="593" y="229"/>
                      <a:pt x="413" y="74"/>
                    </a:cubicBezTo>
                    <a:cubicBezTo>
                      <a:pt x="362" y="24"/>
                      <a:pt x="301" y="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40"/>
              <p:cNvSpPr/>
              <p:nvPr/>
            </p:nvSpPr>
            <p:spPr>
              <a:xfrm>
                <a:off x="2790000" y="327577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40"/>
              <p:cNvSpPr/>
              <p:nvPr/>
            </p:nvSpPr>
            <p:spPr>
              <a:xfrm>
                <a:off x="2851900" y="3275875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4" y="513"/>
                      <a:pt x="233" y="513"/>
                    </a:cubicBezTo>
                    <a:cubicBezTo>
                      <a:pt x="465" y="513"/>
                      <a:pt x="568" y="229"/>
                      <a:pt x="413" y="74"/>
                    </a:cubicBezTo>
                    <a:cubicBezTo>
                      <a:pt x="363" y="24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40"/>
              <p:cNvSpPr/>
              <p:nvPr/>
            </p:nvSpPr>
            <p:spPr>
              <a:xfrm>
                <a:off x="2909275" y="327577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491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40"/>
              <p:cNvSpPr/>
              <p:nvPr/>
            </p:nvSpPr>
            <p:spPr>
              <a:xfrm>
                <a:off x="2970525" y="3275875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5"/>
                    </a:cubicBezTo>
                    <a:cubicBezTo>
                      <a:pt x="1" y="384"/>
                      <a:pt x="130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40"/>
              <p:cNvSpPr/>
              <p:nvPr/>
            </p:nvSpPr>
            <p:spPr>
              <a:xfrm>
                <a:off x="3027925" y="3275775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40"/>
              <p:cNvSpPr/>
              <p:nvPr/>
            </p:nvSpPr>
            <p:spPr>
              <a:xfrm>
                <a:off x="3089825" y="3275875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60" y="0"/>
                    </a:moveTo>
                    <a:cubicBezTo>
                      <a:pt x="129" y="0"/>
                      <a:pt x="0" y="98"/>
                      <a:pt x="0" y="255"/>
                    </a:cubicBezTo>
                    <a:cubicBezTo>
                      <a:pt x="0" y="384"/>
                      <a:pt x="129" y="513"/>
                      <a:pt x="258" y="513"/>
                    </a:cubicBezTo>
                    <a:cubicBezTo>
                      <a:pt x="490" y="513"/>
                      <a:pt x="593" y="229"/>
                      <a:pt x="439" y="74"/>
                    </a:cubicBezTo>
                    <a:cubicBezTo>
                      <a:pt x="388" y="24"/>
                      <a:pt x="324" y="0"/>
                      <a:pt x="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40"/>
              <p:cNvSpPr/>
              <p:nvPr/>
            </p:nvSpPr>
            <p:spPr>
              <a:xfrm>
                <a:off x="3147200" y="327577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40"/>
              <p:cNvSpPr/>
              <p:nvPr/>
            </p:nvSpPr>
            <p:spPr>
              <a:xfrm>
                <a:off x="3209100" y="3275875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4" y="513"/>
                      <a:pt x="233" y="513"/>
                    </a:cubicBezTo>
                    <a:cubicBezTo>
                      <a:pt x="465" y="513"/>
                      <a:pt x="568" y="229"/>
                      <a:pt x="413" y="74"/>
                    </a:cubicBezTo>
                    <a:cubicBezTo>
                      <a:pt x="363" y="24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40"/>
              <p:cNvSpPr/>
              <p:nvPr/>
            </p:nvSpPr>
            <p:spPr>
              <a:xfrm>
                <a:off x="3266475" y="327577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40"/>
              <p:cNvSpPr/>
              <p:nvPr/>
            </p:nvSpPr>
            <p:spPr>
              <a:xfrm>
                <a:off x="3327725" y="3275875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5"/>
                    </a:cubicBezTo>
                    <a:cubicBezTo>
                      <a:pt x="1" y="384"/>
                      <a:pt x="104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Google Shape;2164;p40"/>
              <p:cNvSpPr/>
              <p:nvPr/>
            </p:nvSpPr>
            <p:spPr>
              <a:xfrm>
                <a:off x="3385125" y="3275775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Google Shape;2165;p40"/>
              <p:cNvSpPr/>
              <p:nvPr/>
            </p:nvSpPr>
            <p:spPr>
              <a:xfrm>
                <a:off x="3447025" y="3275875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3" y="513"/>
                      <a:pt x="258" y="513"/>
                    </a:cubicBezTo>
                    <a:cubicBezTo>
                      <a:pt x="465" y="513"/>
                      <a:pt x="593" y="229"/>
                      <a:pt x="413" y="74"/>
                    </a:cubicBezTo>
                    <a:cubicBezTo>
                      <a:pt x="362" y="24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Google Shape;2166;p40"/>
              <p:cNvSpPr/>
              <p:nvPr/>
            </p:nvSpPr>
            <p:spPr>
              <a:xfrm>
                <a:off x="2790000" y="33293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40"/>
              <p:cNvSpPr/>
              <p:nvPr/>
            </p:nvSpPr>
            <p:spPr>
              <a:xfrm>
                <a:off x="2851900" y="332940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4" y="512"/>
                      <a:pt x="233" y="512"/>
                    </a:cubicBezTo>
                    <a:cubicBezTo>
                      <a:pt x="465" y="512"/>
                      <a:pt x="568" y="228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40"/>
              <p:cNvSpPr/>
              <p:nvPr/>
            </p:nvSpPr>
            <p:spPr>
              <a:xfrm>
                <a:off x="2909275" y="33293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40"/>
              <p:cNvSpPr/>
              <p:nvPr/>
            </p:nvSpPr>
            <p:spPr>
              <a:xfrm>
                <a:off x="2970525" y="332940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383"/>
                      <a:pt x="130" y="512"/>
                      <a:pt x="259" y="512"/>
                    </a:cubicBezTo>
                    <a:cubicBezTo>
                      <a:pt x="491" y="512"/>
                      <a:pt x="594" y="228"/>
                      <a:pt x="439" y="74"/>
                    </a:cubicBezTo>
                    <a:cubicBezTo>
                      <a:pt x="389" y="23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40"/>
              <p:cNvSpPr/>
              <p:nvPr/>
            </p:nvSpPr>
            <p:spPr>
              <a:xfrm>
                <a:off x="3027925" y="332930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40"/>
              <p:cNvSpPr/>
              <p:nvPr/>
            </p:nvSpPr>
            <p:spPr>
              <a:xfrm>
                <a:off x="3089825" y="332940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60" y="0"/>
                    </a:moveTo>
                    <a:cubicBezTo>
                      <a:pt x="129" y="0"/>
                      <a:pt x="0" y="98"/>
                      <a:pt x="0" y="254"/>
                    </a:cubicBezTo>
                    <a:cubicBezTo>
                      <a:pt x="0" y="383"/>
                      <a:pt x="129" y="512"/>
                      <a:pt x="258" y="512"/>
                    </a:cubicBezTo>
                    <a:cubicBezTo>
                      <a:pt x="490" y="512"/>
                      <a:pt x="593" y="228"/>
                      <a:pt x="439" y="74"/>
                    </a:cubicBezTo>
                    <a:cubicBezTo>
                      <a:pt x="388" y="23"/>
                      <a:pt x="324" y="0"/>
                      <a:pt x="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40"/>
              <p:cNvSpPr/>
              <p:nvPr/>
            </p:nvSpPr>
            <p:spPr>
              <a:xfrm>
                <a:off x="3147200" y="33293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40"/>
              <p:cNvSpPr/>
              <p:nvPr/>
            </p:nvSpPr>
            <p:spPr>
              <a:xfrm>
                <a:off x="3209100" y="332940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4" y="512"/>
                      <a:pt x="233" y="512"/>
                    </a:cubicBezTo>
                    <a:cubicBezTo>
                      <a:pt x="465" y="512"/>
                      <a:pt x="568" y="228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40"/>
              <p:cNvSpPr/>
              <p:nvPr/>
            </p:nvSpPr>
            <p:spPr>
              <a:xfrm>
                <a:off x="3266475" y="33293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40"/>
              <p:cNvSpPr/>
              <p:nvPr/>
            </p:nvSpPr>
            <p:spPr>
              <a:xfrm>
                <a:off x="3327725" y="332940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383"/>
                      <a:pt x="104" y="512"/>
                      <a:pt x="259" y="512"/>
                    </a:cubicBezTo>
                    <a:cubicBezTo>
                      <a:pt x="491" y="512"/>
                      <a:pt x="594" y="228"/>
                      <a:pt x="439" y="74"/>
                    </a:cubicBezTo>
                    <a:cubicBezTo>
                      <a:pt x="389" y="23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40"/>
              <p:cNvSpPr/>
              <p:nvPr/>
            </p:nvSpPr>
            <p:spPr>
              <a:xfrm>
                <a:off x="3385125" y="332930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40"/>
              <p:cNvSpPr/>
              <p:nvPr/>
            </p:nvSpPr>
            <p:spPr>
              <a:xfrm>
                <a:off x="3447025" y="332940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3" y="512"/>
                      <a:pt x="258" y="512"/>
                    </a:cubicBezTo>
                    <a:cubicBezTo>
                      <a:pt x="465" y="512"/>
                      <a:pt x="593" y="228"/>
                      <a:pt x="413" y="74"/>
                    </a:cubicBezTo>
                    <a:cubicBezTo>
                      <a:pt x="362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40"/>
              <p:cNvSpPr/>
              <p:nvPr/>
            </p:nvSpPr>
            <p:spPr>
              <a:xfrm>
                <a:off x="2790000" y="33828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40"/>
              <p:cNvSpPr/>
              <p:nvPr/>
            </p:nvSpPr>
            <p:spPr>
              <a:xfrm>
                <a:off x="2851900" y="3382800"/>
                <a:ext cx="122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7" extrusionOk="0">
                    <a:moveTo>
                      <a:pt x="233" y="1"/>
                    </a:moveTo>
                    <a:cubicBezTo>
                      <a:pt x="104" y="1"/>
                      <a:pt x="0" y="130"/>
                      <a:pt x="0" y="259"/>
                    </a:cubicBezTo>
                    <a:cubicBezTo>
                      <a:pt x="0" y="414"/>
                      <a:pt x="104" y="517"/>
                      <a:pt x="233" y="517"/>
                    </a:cubicBezTo>
                    <a:cubicBezTo>
                      <a:pt x="387" y="517"/>
                      <a:pt x="490" y="414"/>
                      <a:pt x="490" y="259"/>
                    </a:cubicBezTo>
                    <a:cubicBezTo>
                      <a:pt x="490" y="130"/>
                      <a:pt x="387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40"/>
              <p:cNvSpPr/>
              <p:nvPr/>
            </p:nvSpPr>
            <p:spPr>
              <a:xfrm>
                <a:off x="2909275" y="33828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40"/>
              <p:cNvSpPr/>
              <p:nvPr/>
            </p:nvSpPr>
            <p:spPr>
              <a:xfrm>
                <a:off x="2970525" y="338290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410"/>
                      <a:pt x="130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4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40"/>
              <p:cNvSpPr/>
              <p:nvPr/>
            </p:nvSpPr>
            <p:spPr>
              <a:xfrm>
                <a:off x="3027925" y="338280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40"/>
              <p:cNvSpPr/>
              <p:nvPr/>
            </p:nvSpPr>
            <p:spPr>
              <a:xfrm>
                <a:off x="3089825" y="3382800"/>
                <a:ext cx="122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7" extrusionOk="0">
                    <a:moveTo>
                      <a:pt x="258" y="1"/>
                    </a:moveTo>
                    <a:cubicBezTo>
                      <a:pt x="103" y="1"/>
                      <a:pt x="0" y="130"/>
                      <a:pt x="0" y="259"/>
                    </a:cubicBezTo>
                    <a:cubicBezTo>
                      <a:pt x="0" y="414"/>
                      <a:pt x="103" y="517"/>
                      <a:pt x="258" y="517"/>
                    </a:cubicBezTo>
                    <a:cubicBezTo>
                      <a:pt x="387" y="517"/>
                      <a:pt x="490" y="414"/>
                      <a:pt x="490" y="259"/>
                    </a:cubicBezTo>
                    <a:cubicBezTo>
                      <a:pt x="490" y="130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40"/>
              <p:cNvSpPr/>
              <p:nvPr/>
            </p:nvSpPr>
            <p:spPr>
              <a:xfrm>
                <a:off x="3149125" y="3382800"/>
                <a:ext cx="129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7" extrusionOk="0">
                    <a:moveTo>
                      <a:pt x="259" y="1"/>
                    </a:moveTo>
                    <a:cubicBezTo>
                      <a:pt x="130" y="1"/>
                      <a:pt x="1" y="130"/>
                      <a:pt x="1" y="259"/>
                    </a:cubicBezTo>
                    <a:cubicBezTo>
                      <a:pt x="1" y="414"/>
                      <a:pt x="130" y="517"/>
                      <a:pt x="259" y="517"/>
                    </a:cubicBezTo>
                    <a:cubicBezTo>
                      <a:pt x="388" y="517"/>
                      <a:pt x="517" y="414"/>
                      <a:pt x="517" y="259"/>
                    </a:cubicBezTo>
                    <a:cubicBezTo>
                      <a:pt x="517" y="130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40"/>
              <p:cNvSpPr/>
              <p:nvPr/>
            </p:nvSpPr>
            <p:spPr>
              <a:xfrm>
                <a:off x="3208650" y="3383050"/>
                <a:ext cx="1530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07" extrusionOk="0">
                    <a:moveTo>
                      <a:pt x="277" y="1"/>
                    </a:moveTo>
                    <a:cubicBezTo>
                      <a:pt x="133" y="1"/>
                      <a:pt x="0" y="113"/>
                      <a:pt x="18" y="275"/>
                    </a:cubicBezTo>
                    <a:cubicBezTo>
                      <a:pt x="18" y="404"/>
                      <a:pt x="122" y="507"/>
                      <a:pt x="251" y="507"/>
                    </a:cubicBezTo>
                    <a:cubicBezTo>
                      <a:pt x="483" y="507"/>
                      <a:pt x="612" y="223"/>
                      <a:pt x="457" y="68"/>
                    </a:cubicBezTo>
                    <a:cubicBezTo>
                      <a:pt x="402" y="22"/>
                      <a:pt x="339" y="1"/>
                      <a:pt x="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40"/>
              <p:cNvSpPr/>
              <p:nvPr/>
            </p:nvSpPr>
            <p:spPr>
              <a:xfrm>
                <a:off x="3266475" y="33828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40"/>
              <p:cNvSpPr/>
              <p:nvPr/>
            </p:nvSpPr>
            <p:spPr>
              <a:xfrm>
                <a:off x="3327725" y="338290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410"/>
                      <a:pt x="104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5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40"/>
              <p:cNvSpPr/>
              <p:nvPr/>
            </p:nvSpPr>
            <p:spPr>
              <a:xfrm>
                <a:off x="3385125" y="338280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40"/>
              <p:cNvSpPr/>
              <p:nvPr/>
            </p:nvSpPr>
            <p:spPr>
              <a:xfrm>
                <a:off x="3447025" y="338290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1"/>
                    </a:moveTo>
                    <a:cubicBezTo>
                      <a:pt x="117" y="1"/>
                      <a:pt x="0" y="99"/>
                      <a:pt x="0" y="255"/>
                    </a:cubicBezTo>
                    <a:cubicBezTo>
                      <a:pt x="0" y="410"/>
                      <a:pt x="103" y="513"/>
                      <a:pt x="258" y="513"/>
                    </a:cubicBezTo>
                    <a:cubicBezTo>
                      <a:pt x="465" y="513"/>
                      <a:pt x="593" y="229"/>
                      <a:pt x="413" y="74"/>
                    </a:cubicBezTo>
                    <a:cubicBezTo>
                      <a:pt x="362" y="24"/>
                      <a:pt x="301" y="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40"/>
              <p:cNvSpPr/>
              <p:nvPr/>
            </p:nvSpPr>
            <p:spPr>
              <a:xfrm>
                <a:off x="2791925" y="3436975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1" y="233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33"/>
                    </a:cubicBezTo>
                    <a:cubicBezTo>
                      <a:pt x="517" y="10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40"/>
              <p:cNvSpPr/>
              <p:nvPr/>
            </p:nvSpPr>
            <p:spPr>
              <a:xfrm>
                <a:off x="2851900" y="3436500"/>
                <a:ext cx="1227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0" extrusionOk="0">
                    <a:moveTo>
                      <a:pt x="245" y="0"/>
                    </a:moveTo>
                    <a:cubicBezTo>
                      <a:pt x="123" y="0"/>
                      <a:pt x="0" y="84"/>
                      <a:pt x="0" y="252"/>
                    </a:cubicBezTo>
                    <a:cubicBezTo>
                      <a:pt x="0" y="406"/>
                      <a:pt x="104" y="509"/>
                      <a:pt x="233" y="509"/>
                    </a:cubicBezTo>
                    <a:cubicBezTo>
                      <a:pt x="387" y="509"/>
                      <a:pt x="490" y="406"/>
                      <a:pt x="490" y="252"/>
                    </a:cubicBezTo>
                    <a:cubicBezTo>
                      <a:pt x="490" y="84"/>
                      <a:pt x="368" y="0"/>
                      <a:pt x="2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40"/>
              <p:cNvSpPr/>
              <p:nvPr/>
            </p:nvSpPr>
            <p:spPr>
              <a:xfrm>
                <a:off x="2911225" y="34369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4"/>
                      <a:pt x="0" y="233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33"/>
                    </a:cubicBezTo>
                    <a:cubicBezTo>
                      <a:pt x="490" y="10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40"/>
              <p:cNvSpPr/>
              <p:nvPr/>
            </p:nvSpPr>
            <p:spPr>
              <a:xfrm>
                <a:off x="2970525" y="3436500"/>
                <a:ext cx="129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0" extrusionOk="0">
                    <a:moveTo>
                      <a:pt x="259" y="0"/>
                    </a:moveTo>
                    <a:cubicBezTo>
                      <a:pt x="130" y="0"/>
                      <a:pt x="1" y="84"/>
                      <a:pt x="1" y="252"/>
                    </a:cubicBezTo>
                    <a:cubicBezTo>
                      <a:pt x="1" y="406"/>
                      <a:pt x="130" y="509"/>
                      <a:pt x="259" y="509"/>
                    </a:cubicBezTo>
                    <a:cubicBezTo>
                      <a:pt x="388" y="509"/>
                      <a:pt x="517" y="406"/>
                      <a:pt x="517" y="252"/>
                    </a:cubicBezTo>
                    <a:cubicBezTo>
                      <a:pt x="517" y="8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40"/>
              <p:cNvSpPr/>
              <p:nvPr/>
            </p:nvSpPr>
            <p:spPr>
              <a:xfrm>
                <a:off x="3030500" y="34369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0"/>
                    </a:moveTo>
                    <a:cubicBezTo>
                      <a:pt x="104" y="0"/>
                      <a:pt x="0" y="104"/>
                      <a:pt x="0" y="233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387" y="490"/>
                      <a:pt x="490" y="387"/>
                      <a:pt x="490" y="233"/>
                    </a:cubicBezTo>
                    <a:cubicBezTo>
                      <a:pt x="490" y="104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40"/>
              <p:cNvSpPr/>
              <p:nvPr/>
            </p:nvSpPr>
            <p:spPr>
              <a:xfrm>
                <a:off x="3089825" y="3436500"/>
                <a:ext cx="129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0" extrusionOk="0">
                    <a:moveTo>
                      <a:pt x="258" y="0"/>
                    </a:moveTo>
                    <a:cubicBezTo>
                      <a:pt x="129" y="0"/>
                      <a:pt x="0" y="84"/>
                      <a:pt x="0" y="252"/>
                    </a:cubicBezTo>
                    <a:cubicBezTo>
                      <a:pt x="0" y="406"/>
                      <a:pt x="129" y="509"/>
                      <a:pt x="258" y="509"/>
                    </a:cubicBezTo>
                    <a:cubicBezTo>
                      <a:pt x="387" y="509"/>
                      <a:pt x="516" y="406"/>
                      <a:pt x="516" y="252"/>
                    </a:cubicBezTo>
                    <a:cubicBezTo>
                      <a:pt x="516" y="8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40"/>
              <p:cNvSpPr/>
              <p:nvPr/>
            </p:nvSpPr>
            <p:spPr>
              <a:xfrm>
                <a:off x="3149125" y="3436975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1" y="233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33"/>
                    </a:cubicBezTo>
                    <a:cubicBezTo>
                      <a:pt x="517" y="10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40"/>
              <p:cNvSpPr/>
              <p:nvPr/>
            </p:nvSpPr>
            <p:spPr>
              <a:xfrm>
                <a:off x="3209100" y="3436500"/>
                <a:ext cx="1227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0" extrusionOk="0">
                    <a:moveTo>
                      <a:pt x="246" y="0"/>
                    </a:moveTo>
                    <a:cubicBezTo>
                      <a:pt x="123" y="0"/>
                      <a:pt x="0" y="84"/>
                      <a:pt x="0" y="252"/>
                    </a:cubicBezTo>
                    <a:cubicBezTo>
                      <a:pt x="0" y="406"/>
                      <a:pt x="104" y="509"/>
                      <a:pt x="233" y="509"/>
                    </a:cubicBezTo>
                    <a:cubicBezTo>
                      <a:pt x="387" y="509"/>
                      <a:pt x="491" y="406"/>
                      <a:pt x="491" y="252"/>
                    </a:cubicBezTo>
                    <a:cubicBezTo>
                      <a:pt x="491" y="84"/>
                      <a:pt x="368" y="0"/>
                      <a:pt x="2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40"/>
              <p:cNvSpPr/>
              <p:nvPr/>
            </p:nvSpPr>
            <p:spPr>
              <a:xfrm>
                <a:off x="3268425" y="34369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4"/>
                      <a:pt x="0" y="233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33"/>
                    </a:cubicBezTo>
                    <a:cubicBezTo>
                      <a:pt x="490" y="10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40"/>
              <p:cNvSpPr/>
              <p:nvPr/>
            </p:nvSpPr>
            <p:spPr>
              <a:xfrm>
                <a:off x="3327725" y="3436500"/>
                <a:ext cx="129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0" extrusionOk="0">
                    <a:moveTo>
                      <a:pt x="259" y="0"/>
                    </a:moveTo>
                    <a:cubicBezTo>
                      <a:pt x="130" y="0"/>
                      <a:pt x="1" y="84"/>
                      <a:pt x="1" y="252"/>
                    </a:cubicBezTo>
                    <a:cubicBezTo>
                      <a:pt x="1" y="406"/>
                      <a:pt x="104" y="509"/>
                      <a:pt x="259" y="509"/>
                    </a:cubicBezTo>
                    <a:cubicBezTo>
                      <a:pt x="388" y="509"/>
                      <a:pt x="517" y="406"/>
                      <a:pt x="517" y="252"/>
                    </a:cubicBezTo>
                    <a:cubicBezTo>
                      <a:pt x="517" y="8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40"/>
              <p:cNvSpPr/>
              <p:nvPr/>
            </p:nvSpPr>
            <p:spPr>
              <a:xfrm>
                <a:off x="3387050" y="3436975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27" y="233"/>
                    </a:cubicBezTo>
                    <a:cubicBezTo>
                      <a:pt x="27" y="387"/>
                      <a:pt x="130" y="490"/>
                      <a:pt x="259" y="490"/>
                    </a:cubicBezTo>
                    <a:cubicBezTo>
                      <a:pt x="413" y="490"/>
                      <a:pt x="517" y="387"/>
                      <a:pt x="517" y="233"/>
                    </a:cubicBezTo>
                    <a:cubicBezTo>
                      <a:pt x="517" y="104"/>
                      <a:pt x="413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40"/>
              <p:cNvSpPr/>
              <p:nvPr/>
            </p:nvSpPr>
            <p:spPr>
              <a:xfrm>
                <a:off x="3447025" y="3436500"/>
                <a:ext cx="1227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0" extrusionOk="0">
                    <a:moveTo>
                      <a:pt x="245" y="0"/>
                    </a:moveTo>
                    <a:cubicBezTo>
                      <a:pt x="123" y="0"/>
                      <a:pt x="0" y="84"/>
                      <a:pt x="0" y="252"/>
                    </a:cubicBezTo>
                    <a:cubicBezTo>
                      <a:pt x="0" y="406"/>
                      <a:pt x="103" y="509"/>
                      <a:pt x="258" y="509"/>
                    </a:cubicBezTo>
                    <a:cubicBezTo>
                      <a:pt x="387" y="509"/>
                      <a:pt x="490" y="406"/>
                      <a:pt x="490" y="252"/>
                    </a:cubicBezTo>
                    <a:cubicBezTo>
                      <a:pt x="490" y="84"/>
                      <a:pt x="368" y="0"/>
                      <a:pt x="2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40"/>
              <p:cNvSpPr/>
              <p:nvPr/>
            </p:nvSpPr>
            <p:spPr>
              <a:xfrm>
                <a:off x="2790000" y="34898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40"/>
              <p:cNvSpPr/>
              <p:nvPr/>
            </p:nvSpPr>
            <p:spPr>
              <a:xfrm>
                <a:off x="2851900" y="349050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0"/>
                    </a:moveTo>
                    <a:cubicBezTo>
                      <a:pt x="104" y="0"/>
                      <a:pt x="0" y="103"/>
                      <a:pt x="0" y="232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387" y="490"/>
                      <a:pt x="490" y="387"/>
                      <a:pt x="490" y="232"/>
                    </a:cubicBezTo>
                    <a:cubicBezTo>
                      <a:pt x="490" y="103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40"/>
              <p:cNvSpPr/>
              <p:nvPr/>
            </p:nvSpPr>
            <p:spPr>
              <a:xfrm>
                <a:off x="2909275" y="34898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40"/>
              <p:cNvSpPr/>
              <p:nvPr/>
            </p:nvSpPr>
            <p:spPr>
              <a:xfrm>
                <a:off x="2970525" y="348995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383"/>
                      <a:pt x="130" y="512"/>
                      <a:pt x="259" y="512"/>
                    </a:cubicBezTo>
                    <a:cubicBezTo>
                      <a:pt x="491" y="512"/>
                      <a:pt x="594" y="228"/>
                      <a:pt x="439" y="74"/>
                    </a:cubicBezTo>
                    <a:cubicBezTo>
                      <a:pt x="389" y="23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40"/>
              <p:cNvSpPr/>
              <p:nvPr/>
            </p:nvSpPr>
            <p:spPr>
              <a:xfrm>
                <a:off x="3027925" y="348985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40"/>
              <p:cNvSpPr/>
              <p:nvPr/>
            </p:nvSpPr>
            <p:spPr>
              <a:xfrm>
                <a:off x="3089825" y="349050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3"/>
                      <a:pt x="0" y="232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32"/>
                    </a:cubicBezTo>
                    <a:cubicBezTo>
                      <a:pt x="490" y="103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40"/>
              <p:cNvSpPr/>
              <p:nvPr/>
            </p:nvSpPr>
            <p:spPr>
              <a:xfrm>
                <a:off x="3149125" y="349050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1" y="232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32"/>
                    </a:cubicBezTo>
                    <a:cubicBezTo>
                      <a:pt x="517" y="103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40"/>
              <p:cNvSpPr/>
              <p:nvPr/>
            </p:nvSpPr>
            <p:spPr>
              <a:xfrm>
                <a:off x="3209100" y="348995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4" y="512"/>
                      <a:pt x="233" y="512"/>
                    </a:cubicBezTo>
                    <a:cubicBezTo>
                      <a:pt x="465" y="512"/>
                      <a:pt x="568" y="228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40"/>
              <p:cNvSpPr/>
              <p:nvPr/>
            </p:nvSpPr>
            <p:spPr>
              <a:xfrm>
                <a:off x="3266475" y="34898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40"/>
              <p:cNvSpPr/>
              <p:nvPr/>
            </p:nvSpPr>
            <p:spPr>
              <a:xfrm>
                <a:off x="3327725" y="348995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383"/>
                      <a:pt x="104" y="512"/>
                      <a:pt x="259" y="512"/>
                    </a:cubicBezTo>
                    <a:cubicBezTo>
                      <a:pt x="491" y="512"/>
                      <a:pt x="594" y="228"/>
                      <a:pt x="439" y="74"/>
                    </a:cubicBezTo>
                    <a:cubicBezTo>
                      <a:pt x="389" y="23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40"/>
              <p:cNvSpPr/>
              <p:nvPr/>
            </p:nvSpPr>
            <p:spPr>
              <a:xfrm>
                <a:off x="3385125" y="348985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40"/>
              <p:cNvSpPr/>
              <p:nvPr/>
            </p:nvSpPr>
            <p:spPr>
              <a:xfrm>
                <a:off x="3447025" y="348995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3" y="512"/>
                      <a:pt x="258" y="512"/>
                    </a:cubicBezTo>
                    <a:cubicBezTo>
                      <a:pt x="465" y="512"/>
                      <a:pt x="593" y="228"/>
                      <a:pt x="413" y="74"/>
                    </a:cubicBezTo>
                    <a:cubicBezTo>
                      <a:pt x="362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40"/>
              <p:cNvSpPr/>
              <p:nvPr/>
            </p:nvSpPr>
            <p:spPr>
              <a:xfrm>
                <a:off x="2790000" y="3544000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1"/>
                    </a:moveTo>
                    <a:cubicBezTo>
                      <a:pt x="1" y="1"/>
                      <a:pt x="1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40"/>
              <p:cNvSpPr/>
              <p:nvPr/>
            </p:nvSpPr>
            <p:spPr>
              <a:xfrm>
                <a:off x="2851900" y="354400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1"/>
                    </a:moveTo>
                    <a:cubicBezTo>
                      <a:pt x="104" y="1"/>
                      <a:pt x="0" y="104"/>
                      <a:pt x="0" y="259"/>
                    </a:cubicBezTo>
                    <a:cubicBezTo>
                      <a:pt x="0" y="388"/>
                      <a:pt x="104" y="491"/>
                      <a:pt x="233" y="491"/>
                    </a:cubicBezTo>
                    <a:cubicBezTo>
                      <a:pt x="387" y="491"/>
                      <a:pt x="490" y="388"/>
                      <a:pt x="490" y="259"/>
                    </a:cubicBezTo>
                    <a:cubicBezTo>
                      <a:pt x="490" y="104"/>
                      <a:pt x="387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40"/>
              <p:cNvSpPr/>
              <p:nvPr/>
            </p:nvSpPr>
            <p:spPr>
              <a:xfrm>
                <a:off x="2909275" y="3544000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1"/>
                    </a:moveTo>
                    <a:cubicBezTo>
                      <a:pt x="1" y="1"/>
                      <a:pt x="1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40"/>
              <p:cNvSpPr/>
              <p:nvPr/>
            </p:nvSpPr>
            <p:spPr>
              <a:xfrm>
                <a:off x="2970525" y="3544100"/>
                <a:ext cx="1487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87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5"/>
                    </a:cubicBezTo>
                    <a:cubicBezTo>
                      <a:pt x="1" y="384"/>
                      <a:pt x="130" y="487"/>
                      <a:pt x="259" y="487"/>
                    </a:cubicBezTo>
                    <a:cubicBezTo>
                      <a:pt x="491" y="487"/>
                      <a:pt x="594" y="229"/>
                      <a:pt x="439" y="74"/>
                    </a:cubicBezTo>
                    <a:cubicBezTo>
                      <a:pt x="389" y="23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40"/>
              <p:cNvSpPr/>
              <p:nvPr/>
            </p:nvSpPr>
            <p:spPr>
              <a:xfrm>
                <a:off x="3027925" y="3544000"/>
                <a:ext cx="167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491" extrusionOk="0">
                    <a:moveTo>
                      <a:pt x="336" y="1"/>
                    </a:moveTo>
                    <a:cubicBezTo>
                      <a:pt x="0" y="1"/>
                      <a:pt x="0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40"/>
              <p:cNvSpPr/>
              <p:nvPr/>
            </p:nvSpPr>
            <p:spPr>
              <a:xfrm>
                <a:off x="3089825" y="354400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1"/>
                    </a:moveTo>
                    <a:cubicBezTo>
                      <a:pt x="103" y="1"/>
                      <a:pt x="0" y="104"/>
                      <a:pt x="0" y="259"/>
                    </a:cubicBezTo>
                    <a:cubicBezTo>
                      <a:pt x="0" y="388"/>
                      <a:pt x="103" y="491"/>
                      <a:pt x="258" y="491"/>
                    </a:cubicBezTo>
                    <a:cubicBezTo>
                      <a:pt x="387" y="491"/>
                      <a:pt x="490" y="388"/>
                      <a:pt x="490" y="259"/>
                    </a:cubicBezTo>
                    <a:cubicBezTo>
                      <a:pt x="490" y="104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40"/>
              <p:cNvSpPr/>
              <p:nvPr/>
            </p:nvSpPr>
            <p:spPr>
              <a:xfrm>
                <a:off x="3149125" y="354400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1"/>
                    </a:moveTo>
                    <a:cubicBezTo>
                      <a:pt x="130" y="1"/>
                      <a:pt x="1" y="104"/>
                      <a:pt x="1" y="259"/>
                    </a:cubicBezTo>
                    <a:cubicBezTo>
                      <a:pt x="1" y="388"/>
                      <a:pt x="130" y="491"/>
                      <a:pt x="259" y="491"/>
                    </a:cubicBezTo>
                    <a:cubicBezTo>
                      <a:pt x="388" y="491"/>
                      <a:pt x="517" y="388"/>
                      <a:pt x="517" y="259"/>
                    </a:cubicBezTo>
                    <a:cubicBezTo>
                      <a:pt x="517" y="10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40"/>
              <p:cNvSpPr/>
              <p:nvPr/>
            </p:nvSpPr>
            <p:spPr>
              <a:xfrm>
                <a:off x="3209100" y="3544100"/>
                <a:ext cx="1420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487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4" y="487"/>
                      <a:pt x="233" y="487"/>
                    </a:cubicBezTo>
                    <a:cubicBezTo>
                      <a:pt x="465" y="487"/>
                      <a:pt x="568" y="229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Google Shape;2222;p40"/>
              <p:cNvSpPr/>
              <p:nvPr/>
            </p:nvSpPr>
            <p:spPr>
              <a:xfrm>
                <a:off x="3266475" y="3544000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1"/>
                    </a:moveTo>
                    <a:cubicBezTo>
                      <a:pt x="1" y="1"/>
                      <a:pt x="1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Google Shape;2223;p40"/>
              <p:cNvSpPr/>
              <p:nvPr/>
            </p:nvSpPr>
            <p:spPr>
              <a:xfrm>
                <a:off x="3327725" y="3544100"/>
                <a:ext cx="1487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87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5"/>
                    </a:cubicBezTo>
                    <a:cubicBezTo>
                      <a:pt x="1" y="384"/>
                      <a:pt x="104" y="487"/>
                      <a:pt x="259" y="487"/>
                    </a:cubicBezTo>
                    <a:cubicBezTo>
                      <a:pt x="491" y="487"/>
                      <a:pt x="594" y="229"/>
                      <a:pt x="439" y="74"/>
                    </a:cubicBezTo>
                    <a:cubicBezTo>
                      <a:pt x="389" y="23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40"/>
              <p:cNvSpPr/>
              <p:nvPr/>
            </p:nvSpPr>
            <p:spPr>
              <a:xfrm>
                <a:off x="3385125" y="3544000"/>
                <a:ext cx="167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491" extrusionOk="0">
                    <a:moveTo>
                      <a:pt x="336" y="1"/>
                    </a:moveTo>
                    <a:cubicBezTo>
                      <a:pt x="0" y="1"/>
                      <a:pt x="0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40"/>
              <p:cNvSpPr/>
              <p:nvPr/>
            </p:nvSpPr>
            <p:spPr>
              <a:xfrm>
                <a:off x="3447025" y="3544100"/>
                <a:ext cx="148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487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3" y="487"/>
                      <a:pt x="258" y="487"/>
                    </a:cubicBezTo>
                    <a:cubicBezTo>
                      <a:pt x="465" y="487"/>
                      <a:pt x="593" y="229"/>
                      <a:pt x="413" y="74"/>
                    </a:cubicBezTo>
                    <a:cubicBezTo>
                      <a:pt x="362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40"/>
              <p:cNvSpPr/>
              <p:nvPr/>
            </p:nvSpPr>
            <p:spPr>
              <a:xfrm>
                <a:off x="2791925" y="3597525"/>
                <a:ext cx="129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4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270" y="493"/>
                      <a:pt x="281" y="494"/>
                      <a:pt x="292" y="494"/>
                    </a:cubicBezTo>
                    <a:cubicBezTo>
                      <a:pt x="409" y="494"/>
                      <a:pt x="517" y="376"/>
                      <a:pt x="517" y="258"/>
                    </a:cubicBezTo>
                    <a:cubicBezTo>
                      <a:pt x="517" y="103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40"/>
              <p:cNvSpPr/>
              <p:nvPr/>
            </p:nvSpPr>
            <p:spPr>
              <a:xfrm>
                <a:off x="2851900" y="3597675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5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4" y="484"/>
                      <a:pt x="233" y="484"/>
                    </a:cubicBezTo>
                    <a:cubicBezTo>
                      <a:pt x="387" y="484"/>
                      <a:pt x="490" y="381"/>
                      <a:pt x="490" y="252"/>
                    </a:cubicBezTo>
                    <a:cubicBezTo>
                      <a:pt x="490" y="85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40"/>
              <p:cNvSpPr/>
              <p:nvPr/>
            </p:nvSpPr>
            <p:spPr>
              <a:xfrm>
                <a:off x="2911225" y="3597525"/>
                <a:ext cx="1227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4" extrusionOk="0">
                    <a:moveTo>
                      <a:pt x="258" y="0"/>
                    </a:moveTo>
                    <a:cubicBezTo>
                      <a:pt x="103" y="0"/>
                      <a:pt x="0" y="103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269" y="493"/>
                      <a:pt x="280" y="494"/>
                      <a:pt x="291" y="494"/>
                    </a:cubicBezTo>
                    <a:cubicBezTo>
                      <a:pt x="404" y="494"/>
                      <a:pt x="490" y="376"/>
                      <a:pt x="490" y="258"/>
                    </a:cubicBezTo>
                    <a:cubicBezTo>
                      <a:pt x="490" y="103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40"/>
              <p:cNvSpPr/>
              <p:nvPr/>
            </p:nvSpPr>
            <p:spPr>
              <a:xfrm>
                <a:off x="2970525" y="3597675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9" y="1"/>
                    </a:moveTo>
                    <a:cubicBezTo>
                      <a:pt x="130" y="1"/>
                      <a:pt x="1" y="85"/>
                      <a:pt x="1" y="252"/>
                    </a:cubicBezTo>
                    <a:cubicBezTo>
                      <a:pt x="1" y="381"/>
                      <a:pt x="130" y="484"/>
                      <a:pt x="259" y="484"/>
                    </a:cubicBezTo>
                    <a:cubicBezTo>
                      <a:pt x="388" y="484"/>
                      <a:pt x="517" y="381"/>
                      <a:pt x="517" y="252"/>
                    </a:cubicBezTo>
                    <a:cubicBezTo>
                      <a:pt x="517" y="85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40"/>
              <p:cNvSpPr/>
              <p:nvPr/>
            </p:nvSpPr>
            <p:spPr>
              <a:xfrm>
                <a:off x="3030500" y="3597525"/>
                <a:ext cx="1227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4" extrusionOk="0">
                    <a:moveTo>
                      <a:pt x="233" y="0"/>
                    </a:moveTo>
                    <a:cubicBezTo>
                      <a:pt x="104" y="0"/>
                      <a:pt x="0" y="103"/>
                      <a:pt x="0" y="258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246" y="493"/>
                      <a:pt x="259" y="494"/>
                      <a:pt x="272" y="494"/>
                    </a:cubicBezTo>
                    <a:cubicBezTo>
                      <a:pt x="405" y="494"/>
                      <a:pt x="490" y="376"/>
                      <a:pt x="490" y="258"/>
                    </a:cubicBezTo>
                    <a:cubicBezTo>
                      <a:pt x="490" y="103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40"/>
              <p:cNvSpPr/>
              <p:nvPr/>
            </p:nvSpPr>
            <p:spPr>
              <a:xfrm>
                <a:off x="3089825" y="3597675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8" y="1"/>
                    </a:moveTo>
                    <a:cubicBezTo>
                      <a:pt x="129" y="1"/>
                      <a:pt x="0" y="85"/>
                      <a:pt x="0" y="252"/>
                    </a:cubicBezTo>
                    <a:cubicBezTo>
                      <a:pt x="0" y="381"/>
                      <a:pt x="129" y="484"/>
                      <a:pt x="258" y="484"/>
                    </a:cubicBezTo>
                    <a:cubicBezTo>
                      <a:pt x="387" y="484"/>
                      <a:pt x="516" y="381"/>
                      <a:pt x="516" y="252"/>
                    </a:cubicBezTo>
                    <a:cubicBezTo>
                      <a:pt x="516" y="85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40"/>
              <p:cNvSpPr/>
              <p:nvPr/>
            </p:nvSpPr>
            <p:spPr>
              <a:xfrm>
                <a:off x="3149125" y="3597525"/>
                <a:ext cx="129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4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270" y="493"/>
                      <a:pt x="281" y="494"/>
                      <a:pt x="292" y="494"/>
                    </a:cubicBezTo>
                    <a:cubicBezTo>
                      <a:pt x="409" y="494"/>
                      <a:pt x="517" y="376"/>
                      <a:pt x="517" y="258"/>
                    </a:cubicBezTo>
                    <a:cubicBezTo>
                      <a:pt x="517" y="103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40"/>
              <p:cNvSpPr/>
              <p:nvPr/>
            </p:nvSpPr>
            <p:spPr>
              <a:xfrm>
                <a:off x="3209100" y="3597675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6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4" y="484"/>
                      <a:pt x="233" y="484"/>
                    </a:cubicBezTo>
                    <a:cubicBezTo>
                      <a:pt x="387" y="484"/>
                      <a:pt x="491" y="381"/>
                      <a:pt x="491" y="252"/>
                    </a:cubicBezTo>
                    <a:cubicBezTo>
                      <a:pt x="491" y="85"/>
                      <a:pt x="368" y="1"/>
                      <a:pt x="2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40"/>
              <p:cNvSpPr/>
              <p:nvPr/>
            </p:nvSpPr>
            <p:spPr>
              <a:xfrm>
                <a:off x="3268425" y="3597525"/>
                <a:ext cx="1227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4" extrusionOk="0">
                    <a:moveTo>
                      <a:pt x="258" y="0"/>
                    </a:moveTo>
                    <a:cubicBezTo>
                      <a:pt x="103" y="0"/>
                      <a:pt x="0" y="103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269" y="493"/>
                      <a:pt x="280" y="494"/>
                      <a:pt x="291" y="494"/>
                    </a:cubicBezTo>
                    <a:cubicBezTo>
                      <a:pt x="404" y="494"/>
                      <a:pt x="490" y="376"/>
                      <a:pt x="490" y="258"/>
                    </a:cubicBezTo>
                    <a:cubicBezTo>
                      <a:pt x="490" y="103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40"/>
              <p:cNvSpPr/>
              <p:nvPr/>
            </p:nvSpPr>
            <p:spPr>
              <a:xfrm>
                <a:off x="3327725" y="3597675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9" y="1"/>
                    </a:moveTo>
                    <a:cubicBezTo>
                      <a:pt x="130" y="1"/>
                      <a:pt x="1" y="85"/>
                      <a:pt x="1" y="252"/>
                    </a:cubicBezTo>
                    <a:cubicBezTo>
                      <a:pt x="1" y="381"/>
                      <a:pt x="104" y="484"/>
                      <a:pt x="259" y="484"/>
                    </a:cubicBezTo>
                    <a:cubicBezTo>
                      <a:pt x="388" y="484"/>
                      <a:pt x="517" y="381"/>
                      <a:pt x="517" y="252"/>
                    </a:cubicBezTo>
                    <a:cubicBezTo>
                      <a:pt x="517" y="85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40"/>
              <p:cNvSpPr/>
              <p:nvPr/>
            </p:nvSpPr>
            <p:spPr>
              <a:xfrm>
                <a:off x="3387050" y="3597525"/>
                <a:ext cx="129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4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27" y="258"/>
                    </a:cubicBezTo>
                    <a:cubicBezTo>
                      <a:pt x="27" y="387"/>
                      <a:pt x="130" y="490"/>
                      <a:pt x="259" y="490"/>
                    </a:cubicBezTo>
                    <a:cubicBezTo>
                      <a:pt x="272" y="493"/>
                      <a:pt x="285" y="494"/>
                      <a:pt x="298" y="494"/>
                    </a:cubicBezTo>
                    <a:cubicBezTo>
                      <a:pt x="431" y="494"/>
                      <a:pt x="517" y="376"/>
                      <a:pt x="517" y="258"/>
                    </a:cubicBezTo>
                    <a:cubicBezTo>
                      <a:pt x="517" y="103"/>
                      <a:pt x="413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40"/>
              <p:cNvSpPr/>
              <p:nvPr/>
            </p:nvSpPr>
            <p:spPr>
              <a:xfrm>
                <a:off x="3447025" y="3597675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5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3" y="484"/>
                      <a:pt x="258" y="484"/>
                    </a:cubicBezTo>
                    <a:cubicBezTo>
                      <a:pt x="387" y="484"/>
                      <a:pt x="490" y="381"/>
                      <a:pt x="490" y="252"/>
                    </a:cubicBezTo>
                    <a:cubicBezTo>
                      <a:pt x="490" y="85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40"/>
              <p:cNvSpPr/>
              <p:nvPr/>
            </p:nvSpPr>
            <p:spPr>
              <a:xfrm>
                <a:off x="2790000" y="365102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40"/>
              <p:cNvSpPr/>
              <p:nvPr/>
            </p:nvSpPr>
            <p:spPr>
              <a:xfrm>
                <a:off x="2851900" y="3651025"/>
                <a:ext cx="122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7" extrusionOk="0">
                    <a:moveTo>
                      <a:pt x="233" y="1"/>
                    </a:moveTo>
                    <a:cubicBezTo>
                      <a:pt x="104" y="1"/>
                      <a:pt x="0" y="130"/>
                      <a:pt x="0" y="259"/>
                    </a:cubicBezTo>
                    <a:cubicBezTo>
                      <a:pt x="0" y="388"/>
                      <a:pt x="104" y="517"/>
                      <a:pt x="233" y="517"/>
                    </a:cubicBezTo>
                    <a:cubicBezTo>
                      <a:pt x="387" y="517"/>
                      <a:pt x="490" y="388"/>
                      <a:pt x="490" y="259"/>
                    </a:cubicBezTo>
                    <a:cubicBezTo>
                      <a:pt x="490" y="130"/>
                      <a:pt x="387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40"/>
              <p:cNvSpPr/>
              <p:nvPr/>
            </p:nvSpPr>
            <p:spPr>
              <a:xfrm>
                <a:off x="2909275" y="365102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40"/>
              <p:cNvSpPr/>
              <p:nvPr/>
            </p:nvSpPr>
            <p:spPr>
              <a:xfrm>
                <a:off x="2970525" y="3651125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384"/>
                      <a:pt x="130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4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40"/>
              <p:cNvSpPr/>
              <p:nvPr/>
            </p:nvSpPr>
            <p:spPr>
              <a:xfrm>
                <a:off x="3027925" y="3651025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243;p40"/>
              <p:cNvSpPr/>
              <p:nvPr/>
            </p:nvSpPr>
            <p:spPr>
              <a:xfrm>
                <a:off x="3089825" y="3651025"/>
                <a:ext cx="122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7" extrusionOk="0">
                    <a:moveTo>
                      <a:pt x="258" y="1"/>
                    </a:moveTo>
                    <a:cubicBezTo>
                      <a:pt x="103" y="1"/>
                      <a:pt x="0" y="130"/>
                      <a:pt x="0" y="259"/>
                    </a:cubicBezTo>
                    <a:cubicBezTo>
                      <a:pt x="0" y="388"/>
                      <a:pt x="103" y="517"/>
                      <a:pt x="258" y="517"/>
                    </a:cubicBezTo>
                    <a:cubicBezTo>
                      <a:pt x="387" y="517"/>
                      <a:pt x="490" y="388"/>
                      <a:pt x="490" y="259"/>
                    </a:cubicBezTo>
                    <a:cubicBezTo>
                      <a:pt x="490" y="130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244;p40"/>
              <p:cNvSpPr/>
              <p:nvPr/>
            </p:nvSpPr>
            <p:spPr>
              <a:xfrm>
                <a:off x="3149125" y="3651025"/>
                <a:ext cx="129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7" extrusionOk="0">
                    <a:moveTo>
                      <a:pt x="259" y="1"/>
                    </a:moveTo>
                    <a:cubicBezTo>
                      <a:pt x="130" y="1"/>
                      <a:pt x="1" y="130"/>
                      <a:pt x="1" y="259"/>
                    </a:cubicBezTo>
                    <a:cubicBezTo>
                      <a:pt x="1" y="388"/>
                      <a:pt x="130" y="517"/>
                      <a:pt x="259" y="517"/>
                    </a:cubicBezTo>
                    <a:cubicBezTo>
                      <a:pt x="388" y="517"/>
                      <a:pt x="517" y="388"/>
                      <a:pt x="517" y="259"/>
                    </a:cubicBezTo>
                    <a:cubicBezTo>
                      <a:pt x="517" y="130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245;p40"/>
              <p:cNvSpPr/>
              <p:nvPr/>
            </p:nvSpPr>
            <p:spPr>
              <a:xfrm>
                <a:off x="3209100" y="3651125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1"/>
                    </a:moveTo>
                    <a:cubicBezTo>
                      <a:pt x="117" y="1"/>
                      <a:pt x="0" y="99"/>
                      <a:pt x="0" y="255"/>
                    </a:cubicBezTo>
                    <a:cubicBezTo>
                      <a:pt x="0" y="384"/>
                      <a:pt x="104" y="513"/>
                      <a:pt x="233" y="513"/>
                    </a:cubicBezTo>
                    <a:cubicBezTo>
                      <a:pt x="465" y="513"/>
                      <a:pt x="568" y="229"/>
                      <a:pt x="413" y="74"/>
                    </a:cubicBezTo>
                    <a:cubicBezTo>
                      <a:pt x="363" y="24"/>
                      <a:pt x="301" y="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2246;p40"/>
              <p:cNvSpPr/>
              <p:nvPr/>
            </p:nvSpPr>
            <p:spPr>
              <a:xfrm>
                <a:off x="3266475" y="365102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Google Shape;2247;p40"/>
              <p:cNvSpPr/>
              <p:nvPr/>
            </p:nvSpPr>
            <p:spPr>
              <a:xfrm>
                <a:off x="3327725" y="3651125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384"/>
                      <a:pt x="104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5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Google Shape;2248;p40"/>
              <p:cNvSpPr/>
              <p:nvPr/>
            </p:nvSpPr>
            <p:spPr>
              <a:xfrm>
                <a:off x="3385125" y="3651025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Google Shape;2249;p40"/>
              <p:cNvSpPr/>
              <p:nvPr/>
            </p:nvSpPr>
            <p:spPr>
              <a:xfrm>
                <a:off x="3447025" y="3651125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1"/>
                    </a:moveTo>
                    <a:cubicBezTo>
                      <a:pt x="117" y="1"/>
                      <a:pt x="0" y="99"/>
                      <a:pt x="0" y="255"/>
                    </a:cubicBezTo>
                    <a:cubicBezTo>
                      <a:pt x="0" y="384"/>
                      <a:pt x="103" y="513"/>
                      <a:pt x="258" y="513"/>
                    </a:cubicBezTo>
                    <a:cubicBezTo>
                      <a:pt x="465" y="513"/>
                      <a:pt x="593" y="229"/>
                      <a:pt x="413" y="74"/>
                    </a:cubicBezTo>
                    <a:cubicBezTo>
                      <a:pt x="362" y="24"/>
                      <a:pt x="301" y="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Google Shape;2250;p40"/>
              <p:cNvSpPr/>
              <p:nvPr/>
            </p:nvSpPr>
            <p:spPr>
              <a:xfrm>
                <a:off x="2790000" y="37045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251;p40"/>
              <p:cNvSpPr/>
              <p:nvPr/>
            </p:nvSpPr>
            <p:spPr>
              <a:xfrm>
                <a:off x="2851900" y="370465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409"/>
                      <a:pt x="104" y="512"/>
                      <a:pt x="233" y="512"/>
                    </a:cubicBezTo>
                    <a:cubicBezTo>
                      <a:pt x="465" y="512"/>
                      <a:pt x="568" y="229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Google Shape;2252;p40"/>
              <p:cNvSpPr/>
              <p:nvPr/>
            </p:nvSpPr>
            <p:spPr>
              <a:xfrm>
                <a:off x="2909275" y="37045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40"/>
              <p:cNvSpPr/>
              <p:nvPr/>
            </p:nvSpPr>
            <p:spPr>
              <a:xfrm>
                <a:off x="2970525" y="370465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409"/>
                      <a:pt x="130" y="512"/>
                      <a:pt x="259" y="512"/>
                    </a:cubicBezTo>
                    <a:cubicBezTo>
                      <a:pt x="491" y="512"/>
                      <a:pt x="594" y="229"/>
                      <a:pt x="439" y="74"/>
                    </a:cubicBezTo>
                    <a:cubicBezTo>
                      <a:pt x="389" y="23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40"/>
              <p:cNvSpPr/>
              <p:nvPr/>
            </p:nvSpPr>
            <p:spPr>
              <a:xfrm>
                <a:off x="3027925" y="370455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40"/>
              <p:cNvSpPr/>
              <p:nvPr/>
            </p:nvSpPr>
            <p:spPr>
              <a:xfrm>
                <a:off x="3089825" y="370465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60" y="0"/>
                    </a:moveTo>
                    <a:cubicBezTo>
                      <a:pt x="129" y="0"/>
                      <a:pt x="0" y="98"/>
                      <a:pt x="0" y="254"/>
                    </a:cubicBezTo>
                    <a:cubicBezTo>
                      <a:pt x="0" y="409"/>
                      <a:pt x="129" y="512"/>
                      <a:pt x="258" y="512"/>
                    </a:cubicBezTo>
                    <a:cubicBezTo>
                      <a:pt x="490" y="512"/>
                      <a:pt x="593" y="229"/>
                      <a:pt x="439" y="74"/>
                    </a:cubicBezTo>
                    <a:cubicBezTo>
                      <a:pt x="388" y="23"/>
                      <a:pt x="324" y="0"/>
                      <a:pt x="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40"/>
              <p:cNvSpPr/>
              <p:nvPr/>
            </p:nvSpPr>
            <p:spPr>
              <a:xfrm>
                <a:off x="3147200" y="37045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40"/>
              <p:cNvSpPr/>
              <p:nvPr/>
            </p:nvSpPr>
            <p:spPr>
              <a:xfrm>
                <a:off x="3209100" y="370465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409"/>
                      <a:pt x="104" y="512"/>
                      <a:pt x="233" y="512"/>
                    </a:cubicBezTo>
                    <a:cubicBezTo>
                      <a:pt x="465" y="512"/>
                      <a:pt x="568" y="229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40"/>
              <p:cNvSpPr/>
              <p:nvPr/>
            </p:nvSpPr>
            <p:spPr>
              <a:xfrm>
                <a:off x="3266475" y="37045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40"/>
              <p:cNvSpPr/>
              <p:nvPr/>
            </p:nvSpPr>
            <p:spPr>
              <a:xfrm>
                <a:off x="3327725" y="370465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409"/>
                      <a:pt x="104" y="512"/>
                      <a:pt x="259" y="512"/>
                    </a:cubicBezTo>
                    <a:cubicBezTo>
                      <a:pt x="491" y="512"/>
                      <a:pt x="594" y="229"/>
                      <a:pt x="439" y="74"/>
                    </a:cubicBezTo>
                    <a:cubicBezTo>
                      <a:pt x="389" y="23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260;p40"/>
              <p:cNvSpPr/>
              <p:nvPr/>
            </p:nvSpPr>
            <p:spPr>
              <a:xfrm>
                <a:off x="3385125" y="370455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261;p40"/>
              <p:cNvSpPr/>
              <p:nvPr/>
            </p:nvSpPr>
            <p:spPr>
              <a:xfrm>
                <a:off x="3447025" y="370465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409"/>
                      <a:pt x="103" y="512"/>
                      <a:pt x="258" y="512"/>
                    </a:cubicBezTo>
                    <a:cubicBezTo>
                      <a:pt x="465" y="512"/>
                      <a:pt x="593" y="229"/>
                      <a:pt x="413" y="74"/>
                    </a:cubicBezTo>
                    <a:cubicBezTo>
                      <a:pt x="362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262;p40"/>
              <p:cNvSpPr/>
              <p:nvPr/>
            </p:nvSpPr>
            <p:spPr>
              <a:xfrm>
                <a:off x="2791925" y="3758700"/>
                <a:ext cx="1292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2" extrusionOk="0">
                    <a:moveTo>
                      <a:pt x="259" y="1"/>
                    </a:moveTo>
                    <a:cubicBezTo>
                      <a:pt x="130" y="1"/>
                      <a:pt x="1" y="104"/>
                      <a:pt x="1" y="233"/>
                    </a:cubicBezTo>
                    <a:cubicBezTo>
                      <a:pt x="1" y="388"/>
                      <a:pt x="130" y="491"/>
                      <a:pt x="259" y="491"/>
                    </a:cubicBezTo>
                    <a:cubicBezTo>
                      <a:pt x="388" y="491"/>
                      <a:pt x="517" y="388"/>
                      <a:pt x="517" y="233"/>
                    </a:cubicBezTo>
                    <a:cubicBezTo>
                      <a:pt x="517" y="10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Google Shape;2263;p40"/>
              <p:cNvSpPr/>
              <p:nvPr/>
            </p:nvSpPr>
            <p:spPr>
              <a:xfrm>
                <a:off x="2851900" y="3758225"/>
                <a:ext cx="122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1" extrusionOk="0">
                    <a:moveTo>
                      <a:pt x="245" y="1"/>
                    </a:moveTo>
                    <a:cubicBezTo>
                      <a:pt x="123" y="1"/>
                      <a:pt x="0" y="84"/>
                      <a:pt x="0" y="252"/>
                    </a:cubicBezTo>
                    <a:cubicBezTo>
                      <a:pt x="0" y="407"/>
                      <a:pt x="104" y="510"/>
                      <a:pt x="233" y="510"/>
                    </a:cubicBezTo>
                    <a:cubicBezTo>
                      <a:pt x="387" y="510"/>
                      <a:pt x="490" y="407"/>
                      <a:pt x="490" y="252"/>
                    </a:cubicBezTo>
                    <a:cubicBezTo>
                      <a:pt x="490" y="84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Google Shape;2264;p40"/>
              <p:cNvSpPr/>
              <p:nvPr/>
            </p:nvSpPr>
            <p:spPr>
              <a:xfrm>
                <a:off x="2911225" y="3758700"/>
                <a:ext cx="122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2" extrusionOk="0">
                    <a:moveTo>
                      <a:pt x="258" y="1"/>
                    </a:moveTo>
                    <a:cubicBezTo>
                      <a:pt x="103" y="1"/>
                      <a:pt x="0" y="104"/>
                      <a:pt x="0" y="233"/>
                    </a:cubicBezTo>
                    <a:cubicBezTo>
                      <a:pt x="0" y="388"/>
                      <a:pt x="103" y="491"/>
                      <a:pt x="258" y="491"/>
                    </a:cubicBezTo>
                    <a:cubicBezTo>
                      <a:pt x="387" y="491"/>
                      <a:pt x="490" y="388"/>
                      <a:pt x="490" y="233"/>
                    </a:cubicBezTo>
                    <a:cubicBezTo>
                      <a:pt x="490" y="104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265;p40"/>
              <p:cNvSpPr/>
              <p:nvPr/>
            </p:nvSpPr>
            <p:spPr>
              <a:xfrm>
                <a:off x="2970525" y="3758225"/>
                <a:ext cx="1292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1" extrusionOk="0">
                    <a:moveTo>
                      <a:pt x="259" y="1"/>
                    </a:moveTo>
                    <a:cubicBezTo>
                      <a:pt x="130" y="1"/>
                      <a:pt x="1" y="84"/>
                      <a:pt x="1" y="252"/>
                    </a:cubicBezTo>
                    <a:cubicBezTo>
                      <a:pt x="1" y="407"/>
                      <a:pt x="130" y="510"/>
                      <a:pt x="259" y="510"/>
                    </a:cubicBezTo>
                    <a:cubicBezTo>
                      <a:pt x="388" y="510"/>
                      <a:pt x="517" y="407"/>
                      <a:pt x="517" y="252"/>
                    </a:cubicBezTo>
                    <a:cubicBezTo>
                      <a:pt x="517" y="8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Google Shape;2266;p40"/>
              <p:cNvSpPr/>
              <p:nvPr/>
            </p:nvSpPr>
            <p:spPr>
              <a:xfrm>
                <a:off x="3030500" y="3758700"/>
                <a:ext cx="122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2" extrusionOk="0">
                    <a:moveTo>
                      <a:pt x="233" y="1"/>
                    </a:moveTo>
                    <a:cubicBezTo>
                      <a:pt x="104" y="1"/>
                      <a:pt x="0" y="104"/>
                      <a:pt x="0" y="233"/>
                    </a:cubicBezTo>
                    <a:cubicBezTo>
                      <a:pt x="0" y="388"/>
                      <a:pt x="104" y="491"/>
                      <a:pt x="233" y="491"/>
                    </a:cubicBezTo>
                    <a:cubicBezTo>
                      <a:pt x="387" y="491"/>
                      <a:pt x="490" y="388"/>
                      <a:pt x="490" y="233"/>
                    </a:cubicBezTo>
                    <a:cubicBezTo>
                      <a:pt x="490" y="104"/>
                      <a:pt x="387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Google Shape;2267;p40"/>
              <p:cNvSpPr/>
              <p:nvPr/>
            </p:nvSpPr>
            <p:spPr>
              <a:xfrm>
                <a:off x="3089825" y="3758225"/>
                <a:ext cx="1292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1" extrusionOk="0">
                    <a:moveTo>
                      <a:pt x="258" y="1"/>
                    </a:moveTo>
                    <a:cubicBezTo>
                      <a:pt x="129" y="1"/>
                      <a:pt x="0" y="84"/>
                      <a:pt x="0" y="252"/>
                    </a:cubicBezTo>
                    <a:cubicBezTo>
                      <a:pt x="0" y="407"/>
                      <a:pt x="129" y="510"/>
                      <a:pt x="258" y="510"/>
                    </a:cubicBezTo>
                    <a:cubicBezTo>
                      <a:pt x="387" y="510"/>
                      <a:pt x="516" y="407"/>
                      <a:pt x="516" y="252"/>
                    </a:cubicBezTo>
                    <a:cubicBezTo>
                      <a:pt x="516" y="84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40"/>
              <p:cNvSpPr/>
              <p:nvPr/>
            </p:nvSpPr>
            <p:spPr>
              <a:xfrm>
                <a:off x="3149125" y="3758700"/>
                <a:ext cx="1292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2" extrusionOk="0">
                    <a:moveTo>
                      <a:pt x="259" y="1"/>
                    </a:moveTo>
                    <a:cubicBezTo>
                      <a:pt x="130" y="1"/>
                      <a:pt x="1" y="104"/>
                      <a:pt x="1" y="233"/>
                    </a:cubicBezTo>
                    <a:cubicBezTo>
                      <a:pt x="1" y="388"/>
                      <a:pt x="130" y="491"/>
                      <a:pt x="259" y="491"/>
                    </a:cubicBezTo>
                    <a:cubicBezTo>
                      <a:pt x="388" y="491"/>
                      <a:pt x="517" y="388"/>
                      <a:pt x="517" y="233"/>
                    </a:cubicBezTo>
                    <a:cubicBezTo>
                      <a:pt x="517" y="10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40"/>
              <p:cNvSpPr/>
              <p:nvPr/>
            </p:nvSpPr>
            <p:spPr>
              <a:xfrm>
                <a:off x="3208450" y="3758225"/>
                <a:ext cx="1292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1" extrusionOk="0">
                    <a:moveTo>
                      <a:pt x="272" y="1"/>
                    </a:moveTo>
                    <a:cubicBezTo>
                      <a:pt x="149" y="1"/>
                      <a:pt x="26" y="84"/>
                      <a:pt x="26" y="252"/>
                    </a:cubicBezTo>
                    <a:cubicBezTo>
                      <a:pt x="1" y="407"/>
                      <a:pt x="130" y="510"/>
                      <a:pt x="259" y="510"/>
                    </a:cubicBezTo>
                    <a:cubicBezTo>
                      <a:pt x="413" y="510"/>
                      <a:pt x="517" y="407"/>
                      <a:pt x="517" y="252"/>
                    </a:cubicBezTo>
                    <a:cubicBezTo>
                      <a:pt x="517" y="84"/>
                      <a:pt x="394" y="1"/>
                      <a:pt x="2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Google Shape;2270;p40"/>
              <p:cNvSpPr/>
              <p:nvPr/>
            </p:nvSpPr>
            <p:spPr>
              <a:xfrm>
                <a:off x="3268425" y="3758700"/>
                <a:ext cx="122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2" extrusionOk="0">
                    <a:moveTo>
                      <a:pt x="258" y="1"/>
                    </a:moveTo>
                    <a:cubicBezTo>
                      <a:pt x="103" y="1"/>
                      <a:pt x="0" y="104"/>
                      <a:pt x="0" y="233"/>
                    </a:cubicBezTo>
                    <a:cubicBezTo>
                      <a:pt x="0" y="388"/>
                      <a:pt x="103" y="491"/>
                      <a:pt x="258" y="491"/>
                    </a:cubicBezTo>
                    <a:cubicBezTo>
                      <a:pt x="387" y="491"/>
                      <a:pt x="490" y="388"/>
                      <a:pt x="490" y="233"/>
                    </a:cubicBezTo>
                    <a:cubicBezTo>
                      <a:pt x="490" y="104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Google Shape;2271;p40"/>
              <p:cNvSpPr/>
              <p:nvPr/>
            </p:nvSpPr>
            <p:spPr>
              <a:xfrm>
                <a:off x="3327725" y="3758225"/>
                <a:ext cx="1292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1" extrusionOk="0">
                    <a:moveTo>
                      <a:pt x="259" y="1"/>
                    </a:moveTo>
                    <a:cubicBezTo>
                      <a:pt x="130" y="1"/>
                      <a:pt x="1" y="84"/>
                      <a:pt x="1" y="252"/>
                    </a:cubicBezTo>
                    <a:cubicBezTo>
                      <a:pt x="1" y="407"/>
                      <a:pt x="130" y="510"/>
                      <a:pt x="259" y="510"/>
                    </a:cubicBezTo>
                    <a:cubicBezTo>
                      <a:pt x="388" y="510"/>
                      <a:pt x="517" y="407"/>
                      <a:pt x="517" y="252"/>
                    </a:cubicBezTo>
                    <a:cubicBezTo>
                      <a:pt x="517" y="8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40"/>
              <p:cNvSpPr/>
              <p:nvPr/>
            </p:nvSpPr>
            <p:spPr>
              <a:xfrm>
                <a:off x="3387050" y="3758700"/>
                <a:ext cx="1292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2" extrusionOk="0">
                    <a:moveTo>
                      <a:pt x="259" y="1"/>
                    </a:moveTo>
                    <a:cubicBezTo>
                      <a:pt x="130" y="1"/>
                      <a:pt x="27" y="104"/>
                      <a:pt x="27" y="233"/>
                    </a:cubicBezTo>
                    <a:cubicBezTo>
                      <a:pt x="1" y="388"/>
                      <a:pt x="130" y="491"/>
                      <a:pt x="259" y="491"/>
                    </a:cubicBezTo>
                    <a:cubicBezTo>
                      <a:pt x="413" y="491"/>
                      <a:pt x="517" y="388"/>
                      <a:pt x="517" y="233"/>
                    </a:cubicBezTo>
                    <a:cubicBezTo>
                      <a:pt x="517" y="104"/>
                      <a:pt x="413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Google Shape;2273;p40"/>
              <p:cNvSpPr/>
              <p:nvPr/>
            </p:nvSpPr>
            <p:spPr>
              <a:xfrm>
                <a:off x="3447025" y="3758225"/>
                <a:ext cx="122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1" extrusionOk="0">
                    <a:moveTo>
                      <a:pt x="245" y="1"/>
                    </a:moveTo>
                    <a:cubicBezTo>
                      <a:pt x="123" y="1"/>
                      <a:pt x="0" y="84"/>
                      <a:pt x="0" y="252"/>
                    </a:cubicBezTo>
                    <a:cubicBezTo>
                      <a:pt x="0" y="407"/>
                      <a:pt x="103" y="510"/>
                      <a:pt x="258" y="510"/>
                    </a:cubicBezTo>
                    <a:cubicBezTo>
                      <a:pt x="387" y="510"/>
                      <a:pt x="490" y="407"/>
                      <a:pt x="490" y="252"/>
                    </a:cubicBezTo>
                    <a:cubicBezTo>
                      <a:pt x="490" y="84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74" name="Google Shape;2274;p40"/>
            <p:cNvSpPr/>
            <p:nvPr/>
          </p:nvSpPr>
          <p:spPr>
            <a:xfrm>
              <a:off x="8583077" y="1337625"/>
              <a:ext cx="1056900" cy="1056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40"/>
            <p:cNvSpPr/>
            <p:nvPr/>
          </p:nvSpPr>
          <p:spPr>
            <a:xfrm>
              <a:off x="8239502" y="2670850"/>
              <a:ext cx="1056900" cy="1056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76" name="Google Shape;2276;p40"/>
            <p:cNvGrpSpPr/>
            <p:nvPr/>
          </p:nvGrpSpPr>
          <p:grpSpPr>
            <a:xfrm>
              <a:off x="7324334" y="-140554"/>
              <a:ext cx="926317" cy="926317"/>
              <a:chOff x="1189525" y="238125"/>
              <a:chExt cx="5177850" cy="5177850"/>
            </a:xfrm>
          </p:grpSpPr>
          <p:sp>
            <p:nvSpPr>
              <p:cNvPr id="2277" name="Google Shape;2277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Google Shape;2279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Google Shape;2280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Google Shape;2281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Google Shape;2282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Google Shape;2283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Google Shape;2284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Google Shape;2286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Google Shape;2287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Google Shape;2289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Google Shape;2290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Google Shape;2291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92" name="Google Shape;2292;p40"/>
            <p:cNvGrpSpPr/>
            <p:nvPr/>
          </p:nvGrpSpPr>
          <p:grpSpPr>
            <a:xfrm>
              <a:off x="8544309" y="1344683"/>
              <a:ext cx="926317" cy="926317"/>
              <a:chOff x="1189525" y="238125"/>
              <a:chExt cx="5177850" cy="5177850"/>
            </a:xfrm>
          </p:grpSpPr>
          <p:sp>
            <p:nvSpPr>
              <p:cNvPr id="2293" name="Google Shape;2293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295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Google Shape;2296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Google Shape;2297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Google Shape;2298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Google Shape;2299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Google Shape;2300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Google Shape;2304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Google Shape;2306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Google Shape;2307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8" name="Google Shape;2308;p40"/>
            <p:cNvGrpSpPr/>
            <p:nvPr/>
          </p:nvGrpSpPr>
          <p:grpSpPr>
            <a:xfrm>
              <a:off x="8243341" y="2573955"/>
              <a:ext cx="1058353" cy="1058353"/>
              <a:chOff x="1189525" y="238125"/>
              <a:chExt cx="5177850" cy="5177850"/>
            </a:xfrm>
          </p:grpSpPr>
          <p:sp>
            <p:nvSpPr>
              <p:cNvPr id="2309" name="Google Shape;2309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Google Shape;2310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Google Shape;2311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Google Shape;2316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Google Shape;2319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Google Shape;2320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Google Shape;2323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24" name="Google Shape;2324;p40"/>
            <p:cNvSpPr/>
            <p:nvPr/>
          </p:nvSpPr>
          <p:spPr>
            <a:xfrm>
              <a:off x="7951025" y="3402325"/>
              <a:ext cx="1633800" cy="1633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25" name="Google Shape;2325;p40"/>
            <p:cNvGrpSpPr/>
            <p:nvPr/>
          </p:nvGrpSpPr>
          <p:grpSpPr>
            <a:xfrm>
              <a:off x="7920596" y="3459940"/>
              <a:ext cx="1585975" cy="1585975"/>
              <a:chOff x="1189525" y="238125"/>
              <a:chExt cx="5177850" cy="5177850"/>
            </a:xfrm>
          </p:grpSpPr>
          <p:sp>
            <p:nvSpPr>
              <p:cNvPr id="2326" name="Google Shape;2326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Google Shape;2327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Google Shape;2328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Google Shape;2329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Google Shape;2330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Google Shape;2331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Google Shape;2332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Google Shape;2338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41" name="Google Shape;2341;p40"/>
            <p:cNvSpPr/>
            <p:nvPr/>
          </p:nvSpPr>
          <p:spPr>
            <a:xfrm>
              <a:off x="-70198" y="1825225"/>
              <a:ext cx="1056900" cy="1056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40"/>
            <p:cNvSpPr/>
            <p:nvPr/>
          </p:nvSpPr>
          <p:spPr>
            <a:xfrm>
              <a:off x="-70198" y="280725"/>
              <a:ext cx="1056900" cy="1056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43" name="Google Shape;2343;p40"/>
            <p:cNvGrpSpPr/>
            <p:nvPr/>
          </p:nvGrpSpPr>
          <p:grpSpPr>
            <a:xfrm>
              <a:off x="60384" y="346008"/>
              <a:ext cx="926317" cy="926317"/>
              <a:chOff x="1189525" y="238125"/>
              <a:chExt cx="5177850" cy="5177850"/>
            </a:xfrm>
          </p:grpSpPr>
          <p:sp>
            <p:nvSpPr>
              <p:cNvPr id="2344" name="Google Shape;2344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59" name="Google Shape;2359;p40"/>
            <p:cNvGrpSpPr/>
            <p:nvPr/>
          </p:nvGrpSpPr>
          <p:grpSpPr>
            <a:xfrm>
              <a:off x="-62563" y="1832912"/>
              <a:ext cx="1041266" cy="1041266"/>
              <a:chOff x="1189525" y="238125"/>
              <a:chExt cx="5177850" cy="5177850"/>
            </a:xfrm>
          </p:grpSpPr>
          <p:sp>
            <p:nvSpPr>
              <p:cNvPr id="2360" name="Google Shape;2360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Google Shape;2370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Google Shape;2373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75" name="Google Shape;2375;p40"/>
            <p:cNvSpPr/>
            <p:nvPr/>
          </p:nvSpPr>
          <p:spPr>
            <a:xfrm>
              <a:off x="-421425" y="3566975"/>
              <a:ext cx="1486200" cy="148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76" name="Google Shape;2376;p40"/>
            <p:cNvGrpSpPr/>
            <p:nvPr/>
          </p:nvGrpSpPr>
          <p:grpSpPr>
            <a:xfrm>
              <a:off x="-423680" y="3563938"/>
              <a:ext cx="1490703" cy="1492256"/>
              <a:chOff x="1189525" y="238125"/>
              <a:chExt cx="5177850" cy="5177850"/>
            </a:xfrm>
          </p:grpSpPr>
          <p:sp>
            <p:nvSpPr>
              <p:cNvPr id="2377" name="Google Shape;2377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Google Shape;2378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Google Shape;2379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Google Shape;2380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92" name="Google Shape;2392;p40"/>
            <p:cNvSpPr/>
            <p:nvPr/>
          </p:nvSpPr>
          <p:spPr>
            <a:xfrm>
              <a:off x="498077" y="4233925"/>
              <a:ext cx="1056900" cy="1056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3" name="Google Shape;2393;p40"/>
            <p:cNvGrpSpPr/>
            <p:nvPr/>
          </p:nvGrpSpPr>
          <p:grpSpPr>
            <a:xfrm>
              <a:off x="658891" y="4181155"/>
              <a:ext cx="1058353" cy="1058353"/>
              <a:chOff x="1189525" y="238125"/>
              <a:chExt cx="5177850" cy="5177850"/>
            </a:xfrm>
          </p:grpSpPr>
          <p:sp>
            <p:nvSpPr>
              <p:cNvPr id="2394" name="Google Shape;2394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09" name="Google Shape;2409;p40"/>
            <p:cNvSpPr/>
            <p:nvPr/>
          </p:nvSpPr>
          <p:spPr>
            <a:xfrm>
              <a:off x="713225" y="1129575"/>
              <a:ext cx="7717800" cy="243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40"/>
            <p:cNvSpPr/>
            <p:nvPr/>
          </p:nvSpPr>
          <p:spPr>
            <a:xfrm rot="5400000">
              <a:off x="2034043" y="4691820"/>
              <a:ext cx="88727" cy="504986"/>
            </a:xfrm>
            <a:custGeom>
              <a:avLst/>
              <a:gdLst/>
              <a:ahLst/>
              <a:cxnLst/>
              <a:rect l="l" t="t" r="r" b="b"/>
              <a:pathLst>
                <a:path w="2502" h="14237" extrusionOk="0">
                  <a:moveTo>
                    <a:pt x="0" y="0"/>
                  </a:moveTo>
                  <a:cubicBezTo>
                    <a:pt x="0" y="774"/>
                    <a:pt x="542" y="1161"/>
                    <a:pt x="954" y="1444"/>
                  </a:cubicBezTo>
                  <a:cubicBezTo>
                    <a:pt x="1341" y="1728"/>
                    <a:pt x="1418" y="1831"/>
                    <a:pt x="1418" y="2012"/>
                  </a:cubicBezTo>
                  <a:cubicBezTo>
                    <a:pt x="1418" y="2218"/>
                    <a:pt x="1315" y="2347"/>
                    <a:pt x="928" y="2605"/>
                  </a:cubicBezTo>
                  <a:cubicBezTo>
                    <a:pt x="567" y="2863"/>
                    <a:pt x="0" y="3276"/>
                    <a:pt x="0" y="4049"/>
                  </a:cubicBezTo>
                  <a:cubicBezTo>
                    <a:pt x="0" y="4849"/>
                    <a:pt x="542" y="5236"/>
                    <a:pt x="954" y="5519"/>
                  </a:cubicBezTo>
                  <a:cubicBezTo>
                    <a:pt x="1341" y="5777"/>
                    <a:pt x="1418" y="5880"/>
                    <a:pt x="1418" y="6087"/>
                  </a:cubicBezTo>
                  <a:cubicBezTo>
                    <a:pt x="1418" y="6293"/>
                    <a:pt x="1315" y="6422"/>
                    <a:pt x="928" y="6654"/>
                  </a:cubicBezTo>
                  <a:cubicBezTo>
                    <a:pt x="567" y="6912"/>
                    <a:pt x="0" y="7325"/>
                    <a:pt x="0" y="8124"/>
                  </a:cubicBezTo>
                  <a:cubicBezTo>
                    <a:pt x="0" y="8898"/>
                    <a:pt x="542" y="9285"/>
                    <a:pt x="954" y="9569"/>
                  </a:cubicBezTo>
                  <a:cubicBezTo>
                    <a:pt x="1341" y="9852"/>
                    <a:pt x="1418" y="9955"/>
                    <a:pt x="1418" y="10162"/>
                  </a:cubicBezTo>
                  <a:cubicBezTo>
                    <a:pt x="1418" y="10342"/>
                    <a:pt x="1290" y="10471"/>
                    <a:pt x="928" y="10729"/>
                  </a:cubicBezTo>
                  <a:cubicBezTo>
                    <a:pt x="593" y="10987"/>
                    <a:pt x="0" y="11400"/>
                    <a:pt x="0" y="12199"/>
                  </a:cubicBezTo>
                  <a:cubicBezTo>
                    <a:pt x="0" y="12973"/>
                    <a:pt x="542" y="13360"/>
                    <a:pt x="954" y="13643"/>
                  </a:cubicBezTo>
                  <a:cubicBezTo>
                    <a:pt x="1341" y="13927"/>
                    <a:pt x="1418" y="14005"/>
                    <a:pt x="1418" y="14237"/>
                  </a:cubicBezTo>
                  <a:lnTo>
                    <a:pt x="2502" y="14237"/>
                  </a:lnTo>
                  <a:cubicBezTo>
                    <a:pt x="2502" y="13437"/>
                    <a:pt x="1960" y="13050"/>
                    <a:pt x="1573" y="12767"/>
                  </a:cubicBezTo>
                  <a:cubicBezTo>
                    <a:pt x="1161" y="12483"/>
                    <a:pt x="1083" y="12406"/>
                    <a:pt x="1083" y="12199"/>
                  </a:cubicBezTo>
                  <a:cubicBezTo>
                    <a:pt x="1083" y="11967"/>
                    <a:pt x="1212" y="11864"/>
                    <a:pt x="1573" y="11606"/>
                  </a:cubicBezTo>
                  <a:cubicBezTo>
                    <a:pt x="1909" y="11348"/>
                    <a:pt x="2502" y="10935"/>
                    <a:pt x="2502" y="10162"/>
                  </a:cubicBezTo>
                  <a:cubicBezTo>
                    <a:pt x="2502" y="9362"/>
                    <a:pt x="1960" y="8975"/>
                    <a:pt x="1573" y="8692"/>
                  </a:cubicBezTo>
                  <a:cubicBezTo>
                    <a:pt x="1161" y="8408"/>
                    <a:pt x="1083" y="8331"/>
                    <a:pt x="1083" y="8124"/>
                  </a:cubicBezTo>
                  <a:cubicBezTo>
                    <a:pt x="1083" y="7918"/>
                    <a:pt x="1186" y="7789"/>
                    <a:pt x="1573" y="7531"/>
                  </a:cubicBezTo>
                  <a:cubicBezTo>
                    <a:pt x="1934" y="7273"/>
                    <a:pt x="2502" y="6861"/>
                    <a:pt x="2502" y="6087"/>
                  </a:cubicBezTo>
                  <a:cubicBezTo>
                    <a:pt x="2502" y="5313"/>
                    <a:pt x="1960" y="4926"/>
                    <a:pt x="1573" y="4643"/>
                  </a:cubicBezTo>
                  <a:cubicBezTo>
                    <a:pt x="1161" y="4359"/>
                    <a:pt x="1083" y="4256"/>
                    <a:pt x="1083" y="4049"/>
                  </a:cubicBezTo>
                  <a:cubicBezTo>
                    <a:pt x="1083" y="3843"/>
                    <a:pt x="1186" y="3740"/>
                    <a:pt x="1573" y="3482"/>
                  </a:cubicBezTo>
                  <a:cubicBezTo>
                    <a:pt x="1934" y="3224"/>
                    <a:pt x="2502" y="2811"/>
                    <a:pt x="2502" y="2012"/>
                  </a:cubicBezTo>
                  <a:cubicBezTo>
                    <a:pt x="2502" y="1238"/>
                    <a:pt x="1960" y="851"/>
                    <a:pt x="1573" y="568"/>
                  </a:cubicBezTo>
                  <a:cubicBezTo>
                    <a:pt x="1161" y="284"/>
                    <a:pt x="1083" y="181"/>
                    <a:pt x="10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40"/>
            <p:cNvSpPr/>
            <p:nvPr/>
          </p:nvSpPr>
          <p:spPr>
            <a:xfrm>
              <a:off x="7258927" y="-192825"/>
              <a:ext cx="1056900" cy="1056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12" name="Google Shape;2412;p40"/>
            <p:cNvGrpSpPr/>
            <p:nvPr/>
          </p:nvGrpSpPr>
          <p:grpSpPr>
            <a:xfrm>
              <a:off x="1955846" y="311161"/>
              <a:ext cx="245138" cy="355926"/>
              <a:chOff x="2563050" y="4097225"/>
              <a:chExt cx="94150" cy="136700"/>
            </a:xfrm>
          </p:grpSpPr>
          <p:sp>
            <p:nvSpPr>
              <p:cNvPr id="2413" name="Google Shape;2413;p40"/>
              <p:cNvSpPr/>
              <p:nvPr/>
            </p:nvSpPr>
            <p:spPr>
              <a:xfrm>
                <a:off x="2563050" y="4140425"/>
                <a:ext cx="94150" cy="93500"/>
              </a:xfrm>
              <a:custGeom>
                <a:avLst/>
                <a:gdLst/>
                <a:ahLst/>
                <a:cxnLst/>
                <a:rect l="l" t="t" r="r" b="b"/>
                <a:pathLst>
                  <a:path w="3766" h="3740" extrusionOk="0">
                    <a:moveTo>
                      <a:pt x="1883" y="0"/>
                    </a:moveTo>
                    <a:lnTo>
                      <a:pt x="0" y="1883"/>
                    </a:lnTo>
                    <a:lnTo>
                      <a:pt x="1883" y="3740"/>
                    </a:lnTo>
                    <a:lnTo>
                      <a:pt x="3766" y="1883"/>
                    </a:lnTo>
                    <a:lnTo>
                      <a:pt x="18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40"/>
              <p:cNvSpPr/>
              <p:nvPr/>
            </p:nvSpPr>
            <p:spPr>
              <a:xfrm>
                <a:off x="2563050" y="4117850"/>
                <a:ext cx="94150" cy="94150"/>
              </a:xfrm>
              <a:custGeom>
                <a:avLst/>
                <a:gdLst/>
                <a:ahLst/>
                <a:cxnLst/>
                <a:rect l="l" t="t" r="r" b="b"/>
                <a:pathLst>
                  <a:path w="3766" h="3766" extrusionOk="0">
                    <a:moveTo>
                      <a:pt x="1883" y="0"/>
                    </a:moveTo>
                    <a:lnTo>
                      <a:pt x="0" y="1883"/>
                    </a:lnTo>
                    <a:lnTo>
                      <a:pt x="1883" y="3766"/>
                    </a:lnTo>
                    <a:lnTo>
                      <a:pt x="3766" y="1883"/>
                    </a:lnTo>
                    <a:lnTo>
                      <a:pt x="18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40"/>
              <p:cNvSpPr/>
              <p:nvPr/>
            </p:nvSpPr>
            <p:spPr>
              <a:xfrm>
                <a:off x="2563050" y="4097225"/>
                <a:ext cx="94150" cy="93500"/>
              </a:xfrm>
              <a:custGeom>
                <a:avLst/>
                <a:gdLst/>
                <a:ahLst/>
                <a:cxnLst/>
                <a:rect l="l" t="t" r="r" b="b"/>
                <a:pathLst>
                  <a:path w="3766" h="3740" extrusionOk="0">
                    <a:moveTo>
                      <a:pt x="1883" y="0"/>
                    </a:moveTo>
                    <a:lnTo>
                      <a:pt x="0" y="1883"/>
                    </a:lnTo>
                    <a:lnTo>
                      <a:pt x="1883" y="3740"/>
                    </a:lnTo>
                    <a:lnTo>
                      <a:pt x="3766" y="1883"/>
                    </a:lnTo>
                    <a:lnTo>
                      <a:pt x="188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16" name="Google Shape;2416;p40"/>
            <p:cNvGrpSpPr/>
            <p:nvPr/>
          </p:nvGrpSpPr>
          <p:grpSpPr>
            <a:xfrm>
              <a:off x="6798430" y="4676484"/>
              <a:ext cx="997772" cy="997772"/>
              <a:chOff x="1189525" y="238125"/>
              <a:chExt cx="5177850" cy="5177850"/>
            </a:xfrm>
          </p:grpSpPr>
          <p:sp>
            <p:nvSpPr>
              <p:cNvPr id="2417" name="Google Shape;2417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Google Shape;2423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Google Shape;2424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2" name="Google Shape;2432;p40"/>
            <p:cNvGrpSpPr/>
            <p:nvPr/>
          </p:nvGrpSpPr>
          <p:grpSpPr>
            <a:xfrm>
              <a:off x="7444184" y="-140542"/>
              <a:ext cx="926317" cy="926317"/>
              <a:chOff x="1189525" y="238125"/>
              <a:chExt cx="5177850" cy="5177850"/>
            </a:xfrm>
          </p:grpSpPr>
          <p:sp>
            <p:nvSpPr>
              <p:cNvPr id="2433" name="Google Shape;2433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Google Shape;2434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Google Shape;2435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Google Shape;2436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Google Shape;2438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Google Shape;2439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Google Shape;2440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Google Shape;2441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Google Shape;2442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444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445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Google Shape;2446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Google Shape;2447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8" name="Google Shape;2448;p40"/>
            <p:cNvGrpSpPr/>
            <p:nvPr/>
          </p:nvGrpSpPr>
          <p:grpSpPr>
            <a:xfrm>
              <a:off x="7721196" y="2290261"/>
              <a:ext cx="245138" cy="355926"/>
              <a:chOff x="2563050" y="4097225"/>
              <a:chExt cx="94150" cy="136700"/>
            </a:xfrm>
          </p:grpSpPr>
          <p:sp>
            <p:nvSpPr>
              <p:cNvPr id="2449" name="Google Shape;2449;p40"/>
              <p:cNvSpPr/>
              <p:nvPr/>
            </p:nvSpPr>
            <p:spPr>
              <a:xfrm>
                <a:off x="2563050" y="4140425"/>
                <a:ext cx="94150" cy="93500"/>
              </a:xfrm>
              <a:custGeom>
                <a:avLst/>
                <a:gdLst/>
                <a:ahLst/>
                <a:cxnLst/>
                <a:rect l="l" t="t" r="r" b="b"/>
                <a:pathLst>
                  <a:path w="3766" h="3740" extrusionOk="0">
                    <a:moveTo>
                      <a:pt x="1883" y="0"/>
                    </a:moveTo>
                    <a:lnTo>
                      <a:pt x="0" y="1883"/>
                    </a:lnTo>
                    <a:lnTo>
                      <a:pt x="1883" y="3740"/>
                    </a:lnTo>
                    <a:lnTo>
                      <a:pt x="3766" y="1883"/>
                    </a:lnTo>
                    <a:lnTo>
                      <a:pt x="18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Google Shape;2450;p40"/>
              <p:cNvSpPr/>
              <p:nvPr/>
            </p:nvSpPr>
            <p:spPr>
              <a:xfrm>
                <a:off x="2563050" y="4117850"/>
                <a:ext cx="94150" cy="94150"/>
              </a:xfrm>
              <a:custGeom>
                <a:avLst/>
                <a:gdLst/>
                <a:ahLst/>
                <a:cxnLst/>
                <a:rect l="l" t="t" r="r" b="b"/>
                <a:pathLst>
                  <a:path w="3766" h="3766" extrusionOk="0">
                    <a:moveTo>
                      <a:pt x="1883" y="0"/>
                    </a:moveTo>
                    <a:lnTo>
                      <a:pt x="0" y="1883"/>
                    </a:lnTo>
                    <a:lnTo>
                      <a:pt x="1883" y="3766"/>
                    </a:lnTo>
                    <a:lnTo>
                      <a:pt x="3766" y="1883"/>
                    </a:lnTo>
                    <a:lnTo>
                      <a:pt x="18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Google Shape;2451;p40"/>
              <p:cNvSpPr/>
              <p:nvPr/>
            </p:nvSpPr>
            <p:spPr>
              <a:xfrm>
                <a:off x="2563050" y="4097225"/>
                <a:ext cx="94150" cy="93500"/>
              </a:xfrm>
              <a:custGeom>
                <a:avLst/>
                <a:gdLst/>
                <a:ahLst/>
                <a:cxnLst/>
                <a:rect l="l" t="t" r="r" b="b"/>
                <a:pathLst>
                  <a:path w="3766" h="3740" extrusionOk="0">
                    <a:moveTo>
                      <a:pt x="1883" y="0"/>
                    </a:moveTo>
                    <a:lnTo>
                      <a:pt x="0" y="1883"/>
                    </a:lnTo>
                    <a:lnTo>
                      <a:pt x="1883" y="3740"/>
                    </a:lnTo>
                    <a:lnTo>
                      <a:pt x="3766" y="1883"/>
                    </a:lnTo>
                    <a:lnTo>
                      <a:pt x="188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52" name="Google Shape;2452;p40"/>
            <p:cNvGrpSpPr/>
            <p:nvPr/>
          </p:nvGrpSpPr>
          <p:grpSpPr>
            <a:xfrm>
              <a:off x="2229812" y="-674888"/>
              <a:ext cx="1041266" cy="1041266"/>
              <a:chOff x="1189525" y="238125"/>
              <a:chExt cx="5177850" cy="5177850"/>
            </a:xfrm>
          </p:grpSpPr>
          <p:sp>
            <p:nvSpPr>
              <p:cNvPr id="2453" name="Google Shape;2453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Google Shape;2454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Google Shape;2455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Google Shape;2456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Google Shape;2457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Google Shape;2458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Google Shape;2459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Google Shape;2460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Google Shape;2461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Google Shape;2462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Google Shape;2463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Google Shape;2464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Google Shape;2465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Google Shape;2466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Google Shape;2467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68" name="Google Shape;2468;p40"/>
            <p:cNvSpPr/>
            <p:nvPr/>
          </p:nvSpPr>
          <p:spPr>
            <a:xfrm rot="5400000">
              <a:off x="5707343" y="37970"/>
              <a:ext cx="88727" cy="504986"/>
            </a:xfrm>
            <a:custGeom>
              <a:avLst/>
              <a:gdLst/>
              <a:ahLst/>
              <a:cxnLst/>
              <a:rect l="l" t="t" r="r" b="b"/>
              <a:pathLst>
                <a:path w="2502" h="14237" extrusionOk="0">
                  <a:moveTo>
                    <a:pt x="0" y="0"/>
                  </a:moveTo>
                  <a:cubicBezTo>
                    <a:pt x="0" y="774"/>
                    <a:pt x="542" y="1161"/>
                    <a:pt x="954" y="1444"/>
                  </a:cubicBezTo>
                  <a:cubicBezTo>
                    <a:pt x="1341" y="1728"/>
                    <a:pt x="1418" y="1831"/>
                    <a:pt x="1418" y="2012"/>
                  </a:cubicBezTo>
                  <a:cubicBezTo>
                    <a:pt x="1418" y="2218"/>
                    <a:pt x="1315" y="2347"/>
                    <a:pt x="928" y="2605"/>
                  </a:cubicBezTo>
                  <a:cubicBezTo>
                    <a:pt x="567" y="2863"/>
                    <a:pt x="0" y="3276"/>
                    <a:pt x="0" y="4049"/>
                  </a:cubicBezTo>
                  <a:cubicBezTo>
                    <a:pt x="0" y="4849"/>
                    <a:pt x="542" y="5236"/>
                    <a:pt x="954" y="5519"/>
                  </a:cubicBezTo>
                  <a:cubicBezTo>
                    <a:pt x="1341" y="5777"/>
                    <a:pt x="1418" y="5880"/>
                    <a:pt x="1418" y="6087"/>
                  </a:cubicBezTo>
                  <a:cubicBezTo>
                    <a:pt x="1418" y="6293"/>
                    <a:pt x="1315" y="6422"/>
                    <a:pt x="928" y="6654"/>
                  </a:cubicBezTo>
                  <a:cubicBezTo>
                    <a:pt x="567" y="6912"/>
                    <a:pt x="0" y="7325"/>
                    <a:pt x="0" y="8124"/>
                  </a:cubicBezTo>
                  <a:cubicBezTo>
                    <a:pt x="0" y="8898"/>
                    <a:pt x="542" y="9285"/>
                    <a:pt x="954" y="9569"/>
                  </a:cubicBezTo>
                  <a:cubicBezTo>
                    <a:pt x="1341" y="9852"/>
                    <a:pt x="1418" y="9955"/>
                    <a:pt x="1418" y="10162"/>
                  </a:cubicBezTo>
                  <a:cubicBezTo>
                    <a:pt x="1418" y="10342"/>
                    <a:pt x="1290" y="10471"/>
                    <a:pt x="928" y="10729"/>
                  </a:cubicBezTo>
                  <a:cubicBezTo>
                    <a:pt x="593" y="10987"/>
                    <a:pt x="0" y="11400"/>
                    <a:pt x="0" y="12199"/>
                  </a:cubicBezTo>
                  <a:cubicBezTo>
                    <a:pt x="0" y="12973"/>
                    <a:pt x="542" y="13360"/>
                    <a:pt x="954" y="13643"/>
                  </a:cubicBezTo>
                  <a:cubicBezTo>
                    <a:pt x="1341" y="13927"/>
                    <a:pt x="1418" y="14005"/>
                    <a:pt x="1418" y="14237"/>
                  </a:cubicBezTo>
                  <a:lnTo>
                    <a:pt x="2502" y="14237"/>
                  </a:lnTo>
                  <a:cubicBezTo>
                    <a:pt x="2502" y="13437"/>
                    <a:pt x="1960" y="13050"/>
                    <a:pt x="1573" y="12767"/>
                  </a:cubicBezTo>
                  <a:cubicBezTo>
                    <a:pt x="1161" y="12483"/>
                    <a:pt x="1083" y="12406"/>
                    <a:pt x="1083" y="12199"/>
                  </a:cubicBezTo>
                  <a:cubicBezTo>
                    <a:pt x="1083" y="11967"/>
                    <a:pt x="1212" y="11864"/>
                    <a:pt x="1573" y="11606"/>
                  </a:cubicBezTo>
                  <a:cubicBezTo>
                    <a:pt x="1909" y="11348"/>
                    <a:pt x="2502" y="10935"/>
                    <a:pt x="2502" y="10162"/>
                  </a:cubicBezTo>
                  <a:cubicBezTo>
                    <a:pt x="2502" y="9362"/>
                    <a:pt x="1960" y="8975"/>
                    <a:pt x="1573" y="8692"/>
                  </a:cubicBezTo>
                  <a:cubicBezTo>
                    <a:pt x="1161" y="8408"/>
                    <a:pt x="1083" y="8331"/>
                    <a:pt x="1083" y="8124"/>
                  </a:cubicBezTo>
                  <a:cubicBezTo>
                    <a:pt x="1083" y="7918"/>
                    <a:pt x="1186" y="7789"/>
                    <a:pt x="1573" y="7531"/>
                  </a:cubicBezTo>
                  <a:cubicBezTo>
                    <a:pt x="1934" y="7273"/>
                    <a:pt x="2502" y="6861"/>
                    <a:pt x="2502" y="6087"/>
                  </a:cubicBezTo>
                  <a:cubicBezTo>
                    <a:pt x="2502" y="5313"/>
                    <a:pt x="1960" y="4926"/>
                    <a:pt x="1573" y="4643"/>
                  </a:cubicBezTo>
                  <a:cubicBezTo>
                    <a:pt x="1161" y="4359"/>
                    <a:pt x="1083" y="4256"/>
                    <a:pt x="1083" y="4049"/>
                  </a:cubicBezTo>
                  <a:cubicBezTo>
                    <a:pt x="1083" y="3843"/>
                    <a:pt x="1186" y="3740"/>
                    <a:pt x="1573" y="3482"/>
                  </a:cubicBezTo>
                  <a:cubicBezTo>
                    <a:pt x="1934" y="3224"/>
                    <a:pt x="2502" y="2811"/>
                    <a:pt x="2502" y="2012"/>
                  </a:cubicBezTo>
                  <a:cubicBezTo>
                    <a:pt x="2502" y="1238"/>
                    <a:pt x="1960" y="851"/>
                    <a:pt x="1573" y="568"/>
                  </a:cubicBezTo>
                  <a:cubicBezTo>
                    <a:pt x="1161" y="284"/>
                    <a:pt x="1083" y="181"/>
                    <a:pt x="10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69" name="Google Shape;2469;p40"/>
          <p:cNvSpPr txBox="1">
            <a:spLocks noGrp="1"/>
          </p:cNvSpPr>
          <p:nvPr>
            <p:ph type="title"/>
          </p:nvPr>
        </p:nvSpPr>
        <p:spPr>
          <a:xfrm>
            <a:off x="2876700" y="539500"/>
            <a:ext cx="3384900" cy="7623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470" name="Google Shape;2470;p40"/>
          <p:cNvSpPr txBox="1">
            <a:spLocks noGrp="1"/>
          </p:cNvSpPr>
          <p:nvPr>
            <p:ph type="title" idx="2"/>
          </p:nvPr>
        </p:nvSpPr>
        <p:spPr>
          <a:xfrm>
            <a:off x="2345825" y="206732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471" name="Google Shape;2471;p40"/>
          <p:cNvSpPr txBox="1">
            <a:spLocks noGrp="1"/>
          </p:cNvSpPr>
          <p:nvPr>
            <p:ph type="subTitle" idx="1"/>
          </p:nvPr>
        </p:nvSpPr>
        <p:spPr>
          <a:xfrm>
            <a:off x="1699475" y="2629138"/>
            <a:ext cx="57447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72" name="Google Shape;2472;p40"/>
          <p:cNvSpPr txBox="1">
            <a:spLocks noGrp="1"/>
          </p:cNvSpPr>
          <p:nvPr>
            <p:ph type="subTitle" idx="3"/>
          </p:nvPr>
        </p:nvSpPr>
        <p:spPr>
          <a:xfrm>
            <a:off x="2345800" y="1641800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6">
  <p:cSld name="CUSTOM_1_1_1_1_1_1_1_1_1_1_1_1_1_1_1_1">
    <p:spTree>
      <p:nvGrpSpPr>
        <p:cNvPr id="1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4" name="Google Shape;2474;p41"/>
          <p:cNvGrpSpPr/>
          <p:nvPr/>
        </p:nvGrpSpPr>
        <p:grpSpPr>
          <a:xfrm>
            <a:off x="-272425" y="0"/>
            <a:ext cx="9688500" cy="5143625"/>
            <a:chOff x="-272425" y="0"/>
            <a:chExt cx="9688500" cy="5143625"/>
          </a:xfrm>
        </p:grpSpPr>
        <p:sp>
          <p:nvSpPr>
            <p:cNvPr id="2475" name="Google Shape;2475;p41"/>
            <p:cNvSpPr/>
            <p:nvPr/>
          </p:nvSpPr>
          <p:spPr>
            <a:xfrm>
              <a:off x="0" y="3973025"/>
              <a:ext cx="1170600" cy="1170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41"/>
            <p:cNvSpPr/>
            <p:nvPr/>
          </p:nvSpPr>
          <p:spPr>
            <a:xfrm>
              <a:off x="8257575" y="0"/>
              <a:ext cx="886500" cy="88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41"/>
            <p:cNvSpPr/>
            <p:nvPr/>
          </p:nvSpPr>
          <p:spPr>
            <a:xfrm>
              <a:off x="713225" y="528675"/>
              <a:ext cx="7717800" cy="40752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41"/>
            <p:cNvSpPr/>
            <p:nvPr/>
          </p:nvSpPr>
          <p:spPr>
            <a:xfrm>
              <a:off x="566225" y="392550"/>
              <a:ext cx="8011800" cy="43584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41"/>
            <p:cNvSpPr/>
            <p:nvPr/>
          </p:nvSpPr>
          <p:spPr>
            <a:xfrm>
              <a:off x="-272425" y="1713500"/>
              <a:ext cx="9688500" cy="1857900"/>
            </a:xfrm>
            <a:prstGeom prst="rect">
              <a:avLst/>
            </a:prstGeom>
            <a:solidFill>
              <a:schemeClr val="accent1"/>
            </a:solidFill>
            <a:ln w="2286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80" name="Google Shape;2480;p41"/>
          <p:cNvSpPr txBox="1">
            <a:spLocks noGrp="1"/>
          </p:cNvSpPr>
          <p:nvPr>
            <p:ph type="title"/>
          </p:nvPr>
        </p:nvSpPr>
        <p:spPr>
          <a:xfrm>
            <a:off x="2879675" y="6086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481" name="Google Shape;2481;p41"/>
          <p:cNvSpPr txBox="1">
            <a:spLocks noGrp="1"/>
          </p:cNvSpPr>
          <p:nvPr>
            <p:ph type="title" idx="2"/>
          </p:nvPr>
        </p:nvSpPr>
        <p:spPr>
          <a:xfrm>
            <a:off x="2345825" y="206022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482" name="Google Shape;2482;p41"/>
          <p:cNvSpPr txBox="1">
            <a:spLocks noGrp="1"/>
          </p:cNvSpPr>
          <p:nvPr>
            <p:ph type="subTitle" idx="1"/>
          </p:nvPr>
        </p:nvSpPr>
        <p:spPr>
          <a:xfrm>
            <a:off x="2481275" y="2698250"/>
            <a:ext cx="41811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83" name="Google Shape;2483;p41"/>
          <p:cNvSpPr txBox="1">
            <a:spLocks noGrp="1"/>
          </p:cNvSpPr>
          <p:nvPr>
            <p:ph type="subTitle" idx="3"/>
          </p:nvPr>
        </p:nvSpPr>
        <p:spPr>
          <a:xfrm>
            <a:off x="2345800" y="1492775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7">
  <p:cSld name="CUSTOM_1_1_1_1_1_1_1_1_1_1_1_1_1_1_1_1_1">
    <p:spTree>
      <p:nvGrpSpPr>
        <p:cNvPr id="1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p42"/>
          <p:cNvSpPr txBox="1">
            <a:spLocks noGrp="1"/>
          </p:cNvSpPr>
          <p:nvPr>
            <p:ph type="title"/>
          </p:nvPr>
        </p:nvSpPr>
        <p:spPr>
          <a:xfrm>
            <a:off x="2879658" y="6919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486" name="Google Shape;2486;p42"/>
          <p:cNvSpPr txBox="1">
            <a:spLocks noGrp="1"/>
          </p:cNvSpPr>
          <p:nvPr>
            <p:ph type="title" idx="2"/>
          </p:nvPr>
        </p:nvSpPr>
        <p:spPr>
          <a:xfrm>
            <a:off x="2345825" y="221972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487" name="Google Shape;2487;p42"/>
          <p:cNvSpPr txBox="1">
            <a:spLocks noGrp="1"/>
          </p:cNvSpPr>
          <p:nvPr>
            <p:ph type="subTitle" idx="1"/>
          </p:nvPr>
        </p:nvSpPr>
        <p:spPr>
          <a:xfrm>
            <a:off x="2345275" y="2781550"/>
            <a:ext cx="44532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88" name="Google Shape;2488;p42"/>
          <p:cNvSpPr txBox="1">
            <a:spLocks noGrp="1"/>
          </p:cNvSpPr>
          <p:nvPr>
            <p:ph type="subTitle" idx="3"/>
          </p:nvPr>
        </p:nvSpPr>
        <p:spPr>
          <a:xfrm>
            <a:off x="2345800" y="1794200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2489" name="Google Shape;2489;p42"/>
          <p:cNvGrpSpPr/>
          <p:nvPr/>
        </p:nvGrpSpPr>
        <p:grpSpPr>
          <a:xfrm>
            <a:off x="-229200" y="-930779"/>
            <a:ext cx="10546786" cy="7208075"/>
            <a:chOff x="-229200" y="-930779"/>
            <a:chExt cx="10546786" cy="7208075"/>
          </a:xfrm>
        </p:grpSpPr>
        <p:grpSp>
          <p:nvGrpSpPr>
            <p:cNvPr id="2490" name="Google Shape;2490;p42"/>
            <p:cNvGrpSpPr/>
            <p:nvPr/>
          </p:nvGrpSpPr>
          <p:grpSpPr>
            <a:xfrm>
              <a:off x="-229200" y="3247989"/>
              <a:ext cx="1356079" cy="1356079"/>
              <a:chOff x="1189525" y="238125"/>
              <a:chExt cx="5177850" cy="5177850"/>
            </a:xfrm>
          </p:grpSpPr>
          <p:sp>
            <p:nvSpPr>
              <p:cNvPr id="2491" name="Google Shape;2491;p42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42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42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42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42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42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Google Shape;2497;p42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42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42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42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42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42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42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42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42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06" name="Google Shape;2506;p42"/>
            <p:cNvGrpSpPr/>
            <p:nvPr/>
          </p:nvGrpSpPr>
          <p:grpSpPr>
            <a:xfrm rot="8100000">
              <a:off x="-306112" y="4100098"/>
              <a:ext cx="2343503" cy="720293"/>
              <a:chOff x="2201100" y="3379525"/>
              <a:chExt cx="2343525" cy="720300"/>
            </a:xfrm>
          </p:grpSpPr>
          <p:sp>
            <p:nvSpPr>
              <p:cNvPr id="2507" name="Google Shape;2507;p42"/>
              <p:cNvSpPr/>
              <p:nvPr/>
            </p:nvSpPr>
            <p:spPr>
              <a:xfrm>
                <a:off x="2668623" y="3601525"/>
                <a:ext cx="1875900" cy="2763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42"/>
              <p:cNvSpPr/>
              <p:nvPr/>
            </p:nvSpPr>
            <p:spPr>
              <a:xfrm>
                <a:off x="2293425" y="3379525"/>
                <a:ext cx="2251200" cy="2763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42"/>
              <p:cNvSpPr/>
              <p:nvPr/>
            </p:nvSpPr>
            <p:spPr>
              <a:xfrm>
                <a:off x="2467924" y="3823525"/>
                <a:ext cx="2076600" cy="2763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42"/>
              <p:cNvSpPr/>
              <p:nvPr/>
            </p:nvSpPr>
            <p:spPr>
              <a:xfrm>
                <a:off x="2201100" y="3655825"/>
                <a:ext cx="730800" cy="1677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11" name="Google Shape;2511;p42"/>
            <p:cNvSpPr/>
            <p:nvPr/>
          </p:nvSpPr>
          <p:spPr>
            <a:xfrm>
              <a:off x="8370250" y="4373462"/>
              <a:ext cx="730800" cy="730800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42"/>
            <p:cNvSpPr/>
            <p:nvPr/>
          </p:nvSpPr>
          <p:spPr>
            <a:xfrm>
              <a:off x="8248325" y="4251537"/>
              <a:ext cx="974700" cy="974700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42"/>
            <p:cNvSpPr/>
            <p:nvPr/>
          </p:nvSpPr>
          <p:spPr>
            <a:xfrm>
              <a:off x="8126400" y="4129612"/>
              <a:ext cx="1218600" cy="1218600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42"/>
            <p:cNvSpPr/>
            <p:nvPr/>
          </p:nvSpPr>
          <p:spPr>
            <a:xfrm>
              <a:off x="8004475" y="4007688"/>
              <a:ext cx="1462200" cy="1462200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15" name="Google Shape;2515;p42"/>
            <p:cNvGrpSpPr/>
            <p:nvPr/>
          </p:nvGrpSpPr>
          <p:grpSpPr>
            <a:xfrm>
              <a:off x="8430783" y="468181"/>
              <a:ext cx="1505719" cy="1505719"/>
              <a:chOff x="1189525" y="238125"/>
              <a:chExt cx="5177850" cy="5177850"/>
            </a:xfrm>
          </p:grpSpPr>
          <p:sp>
            <p:nvSpPr>
              <p:cNvPr id="2516" name="Google Shape;2516;p42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42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42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42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42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42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42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42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Google Shape;2524;p42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Google Shape;2525;p42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Google Shape;2526;p42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Google Shape;2527;p42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Google Shape;2528;p42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Google Shape;2529;p42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Google Shape;2530;p42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31" name="Google Shape;2531;p42"/>
            <p:cNvSpPr/>
            <p:nvPr/>
          </p:nvSpPr>
          <p:spPr>
            <a:xfrm rot="5400000">
              <a:off x="-12" y="0"/>
              <a:ext cx="1151700" cy="11517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42"/>
            <p:cNvSpPr/>
            <p:nvPr/>
          </p:nvSpPr>
          <p:spPr>
            <a:xfrm>
              <a:off x="8491375" y="4494588"/>
              <a:ext cx="488400" cy="488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42"/>
            <p:cNvSpPr/>
            <p:nvPr/>
          </p:nvSpPr>
          <p:spPr>
            <a:xfrm>
              <a:off x="385482" y="3379525"/>
              <a:ext cx="276300" cy="276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42"/>
            <p:cNvSpPr/>
            <p:nvPr/>
          </p:nvSpPr>
          <p:spPr>
            <a:xfrm>
              <a:off x="8370257" y="1151700"/>
              <a:ext cx="276300" cy="276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42"/>
            <p:cNvSpPr/>
            <p:nvPr/>
          </p:nvSpPr>
          <p:spPr>
            <a:xfrm rot="-2700000">
              <a:off x="7860087" y="-193927"/>
              <a:ext cx="2198536" cy="276196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42"/>
            <p:cNvSpPr/>
            <p:nvPr/>
          </p:nvSpPr>
          <p:spPr>
            <a:xfrm rot="-2700000">
              <a:off x="7271412" y="-155552"/>
              <a:ext cx="2198536" cy="276196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42"/>
            <p:cNvSpPr/>
            <p:nvPr/>
          </p:nvSpPr>
          <p:spPr>
            <a:xfrm rot="-2700000">
              <a:off x="769484" y="4676985"/>
              <a:ext cx="1423830" cy="14043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42"/>
            <p:cNvSpPr/>
            <p:nvPr/>
          </p:nvSpPr>
          <p:spPr>
            <a:xfrm rot="-2700000">
              <a:off x="-342632" y="4924181"/>
              <a:ext cx="1620264" cy="15103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42"/>
            <p:cNvSpPr/>
            <p:nvPr/>
          </p:nvSpPr>
          <p:spPr>
            <a:xfrm>
              <a:off x="8286271" y="3164025"/>
              <a:ext cx="444300" cy="444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42"/>
            <p:cNvSpPr/>
            <p:nvPr/>
          </p:nvSpPr>
          <p:spPr>
            <a:xfrm rot="-2700000">
              <a:off x="8366467" y="46749"/>
              <a:ext cx="2198536" cy="21085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42"/>
            <p:cNvSpPr/>
            <p:nvPr/>
          </p:nvSpPr>
          <p:spPr>
            <a:xfrm rot="-2700000">
              <a:off x="7271523" y="-64529"/>
              <a:ext cx="1209153" cy="2375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42"/>
            <p:cNvSpPr/>
            <p:nvPr/>
          </p:nvSpPr>
          <p:spPr>
            <a:xfrm rot="-2700000">
              <a:off x="6790673" y="164071"/>
              <a:ext cx="1209153" cy="2375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42"/>
            <p:cNvSpPr/>
            <p:nvPr/>
          </p:nvSpPr>
          <p:spPr>
            <a:xfrm rot="-2700000">
              <a:off x="573717" y="263900"/>
              <a:ext cx="1209153" cy="23759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42"/>
            <p:cNvSpPr/>
            <p:nvPr/>
          </p:nvSpPr>
          <p:spPr>
            <a:xfrm rot="-2700000">
              <a:off x="-356411" y="1194029"/>
              <a:ext cx="1209153" cy="2375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42"/>
            <p:cNvSpPr/>
            <p:nvPr/>
          </p:nvSpPr>
          <p:spPr>
            <a:xfrm>
              <a:off x="329357" y="1510675"/>
              <a:ext cx="276300" cy="276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42"/>
            <p:cNvSpPr/>
            <p:nvPr/>
          </p:nvSpPr>
          <p:spPr>
            <a:xfrm>
              <a:off x="617153" y="1334125"/>
              <a:ext cx="125100" cy="125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42"/>
            <p:cNvSpPr/>
            <p:nvPr/>
          </p:nvSpPr>
          <p:spPr>
            <a:xfrm rot="-2700000">
              <a:off x="8509939" y="3505804"/>
              <a:ext cx="1209153" cy="2375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42"/>
            <p:cNvSpPr/>
            <p:nvPr/>
          </p:nvSpPr>
          <p:spPr>
            <a:xfrm rot="-2700000">
              <a:off x="7766089" y="3588054"/>
              <a:ext cx="1209153" cy="2375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42"/>
            <p:cNvSpPr/>
            <p:nvPr/>
          </p:nvSpPr>
          <p:spPr>
            <a:xfrm rot="-2700000">
              <a:off x="6790664" y="5028029"/>
              <a:ext cx="1209153" cy="23759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42"/>
            <p:cNvSpPr/>
            <p:nvPr/>
          </p:nvSpPr>
          <p:spPr>
            <a:xfrm rot="-2700000">
              <a:off x="5521512" y="5264248"/>
              <a:ext cx="2198536" cy="276196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8">
  <p:cSld name="CUSTOM_1_1_1_1_1_1_1_1_1_1_1_1_1_1_1_1_1_1">
    <p:spTree>
      <p:nvGrpSpPr>
        <p:cNvPr id="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2" name="Google Shape;2552;p4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553" name="Google Shape;2553;p43"/>
            <p:cNvSpPr/>
            <p:nvPr/>
          </p:nvSpPr>
          <p:spPr>
            <a:xfrm>
              <a:off x="713225" y="528675"/>
              <a:ext cx="7717800" cy="40752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43"/>
            <p:cNvSpPr/>
            <p:nvPr/>
          </p:nvSpPr>
          <p:spPr>
            <a:xfrm>
              <a:off x="656450" y="480675"/>
              <a:ext cx="7831500" cy="41823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43"/>
            <p:cNvSpPr/>
            <p:nvPr/>
          </p:nvSpPr>
          <p:spPr>
            <a:xfrm>
              <a:off x="0" y="0"/>
              <a:ext cx="3410700" cy="289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43"/>
            <p:cNvSpPr/>
            <p:nvPr/>
          </p:nvSpPr>
          <p:spPr>
            <a:xfrm>
              <a:off x="5733300" y="4854000"/>
              <a:ext cx="3410700" cy="289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7" name="Google Shape;2557;p43"/>
          <p:cNvSpPr txBox="1">
            <a:spLocks noGrp="1"/>
          </p:cNvSpPr>
          <p:nvPr>
            <p:ph type="title"/>
          </p:nvPr>
        </p:nvSpPr>
        <p:spPr>
          <a:xfrm>
            <a:off x="2879658" y="6919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558" name="Google Shape;2558;p43"/>
          <p:cNvSpPr txBox="1">
            <a:spLocks noGrp="1"/>
          </p:cNvSpPr>
          <p:nvPr>
            <p:ph type="title" idx="2"/>
          </p:nvPr>
        </p:nvSpPr>
        <p:spPr>
          <a:xfrm>
            <a:off x="2345825" y="221972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559" name="Google Shape;2559;p43"/>
          <p:cNvSpPr txBox="1">
            <a:spLocks noGrp="1"/>
          </p:cNvSpPr>
          <p:nvPr>
            <p:ph type="subTitle" idx="1"/>
          </p:nvPr>
        </p:nvSpPr>
        <p:spPr>
          <a:xfrm>
            <a:off x="1509500" y="2781550"/>
            <a:ext cx="61248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560" name="Google Shape;2560;p43"/>
          <p:cNvSpPr txBox="1">
            <a:spLocks noGrp="1"/>
          </p:cNvSpPr>
          <p:nvPr>
            <p:ph type="subTitle" idx="3"/>
          </p:nvPr>
        </p:nvSpPr>
        <p:spPr>
          <a:xfrm>
            <a:off x="2345800" y="1946600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9">
  <p:cSld name="CUSTOM_1_1_1_1_1_1_1_1_1_1_1_1_1_1_1_1_1_1_1">
    <p:spTree>
      <p:nvGrpSpPr>
        <p:cNvPr id="1" name="Shape 2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2" name="Google Shape;2562;p44"/>
          <p:cNvGrpSpPr/>
          <p:nvPr/>
        </p:nvGrpSpPr>
        <p:grpSpPr>
          <a:xfrm>
            <a:off x="0" y="-10025"/>
            <a:ext cx="9153925" cy="5153475"/>
            <a:chOff x="0" y="-10025"/>
            <a:chExt cx="9153925" cy="5153475"/>
          </a:xfrm>
        </p:grpSpPr>
        <p:sp>
          <p:nvSpPr>
            <p:cNvPr id="2563" name="Google Shape;2563;p44"/>
            <p:cNvSpPr/>
            <p:nvPr/>
          </p:nvSpPr>
          <p:spPr>
            <a:xfrm rot="-5400000" flipH="1">
              <a:off x="3731275" y="-3741275"/>
              <a:ext cx="1691400" cy="9153900"/>
            </a:xfrm>
            <a:prstGeom prst="snip1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44"/>
            <p:cNvSpPr/>
            <p:nvPr/>
          </p:nvSpPr>
          <p:spPr>
            <a:xfrm flipH="1">
              <a:off x="0" y="4361350"/>
              <a:ext cx="9144000" cy="7821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44"/>
            <p:cNvSpPr/>
            <p:nvPr/>
          </p:nvSpPr>
          <p:spPr>
            <a:xfrm flipH="1">
              <a:off x="0" y="4604000"/>
              <a:ext cx="9144000" cy="5394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44"/>
            <p:cNvSpPr/>
            <p:nvPr/>
          </p:nvSpPr>
          <p:spPr>
            <a:xfrm flipH="1">
              <a:off x="878450" y="238700"/>
              <a:ext cx="8272800" cy="14439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67" name="Google Shape;2567;p44"/>
          <p:cNvSpPr txBox="1">
            <a:spLocks noGrp="1"/>
          </p:cNvSpPr>
          <p:nvPr>
            <p:ph type="title"/>
          </p:nvPr>
        </p:nvSpPr>
        <p:spPr>
          <a:xfrm>
            <a:off x="5045883" y="919075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3000" b="1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568" name="Google Shape;2568;p44"/>
          <p:cNvSpPr txBox="1">
            <a:spLocks noGrp="1"/>
          </p:cNvSpPr>
          <p:nvPr>
            <p:ph type="title" idx="2"/>
          </p:nvPr>
        </p:nvSpPr>
        <p:spPr>
          <a:xfrm>
            <a:off x="2345825" y="221972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569" name="Google Shape;2569;p44"/>
          <p:cNvSpPr txBox="1">
            <a:spLocks noGrp="1"/>
          </p:cNvSpPr>
          <p:nvPr>
            <p:ph type="subTitle" idx="1"/>
          </p:nvPr>
        </p:nvSpPr>
        <p:spPr>
          <a:xfrm>
            <a:off x="1666275" y="2781550"/>
            <a:ext cx="58110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570" name="Google Shape;2570;p44"/>
          <p:cNvSpPr txBox="1">
            <a:spLocks noGrp="1"/>
          </p:cNvSpPr>
          <p:nvPr>
            <p:ph type="subTitle" idx="3"/>
          </p:nvPr>
        </p:nvSpPr>
        <p:spPr>
          <a:xfrm>
            <a:off x="2345800" y="1815925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0">
  <p:cSld name="CUSTOM_1_1_1_1_1_1_1_1_1_1_1_1_1_1_1_1_1_1_1_1">
    <p:spTree>
      <p:nvGrpSpPr>
        <p:cNvPr id="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2" name="Google Shape;2572;p45"/>
          <p:cNvGrpSpPr/>
          <p:nvPr/>
        </p:nvGrpSpPr>
        <p:grpSpPr>
          <a:xfrm>
            <a:off x="336500" y="-125"/>
            <a:ext cx="8811100" cy="5143625"/>
            <a:chOff x="336500" y="-125"/>
            <a:chExt cx="8811100" cy="5143625"/>
          </a:xfrm>
        </p:grpSpPr>
        <p:grpSp>
          <p:nvGrpSpPr>
            <p:cNvPr id="2573" name="Google Shape;2573;p45"/>
            <p:cNvGrpSpPr/>
            <p:nvPr/>
          </p:nvGrpSpPr>
          <p:grpSpPr>
            <a:xfrm>
              <a:off x="336500" y="-125"/>
              <a:ext cx="8811100" cy="5143625"/>
              <a:chOff x="336500" y="-125"/>
              <a:chExt cx="8811100" cy="5143625"/>
            </a:xfrm>
          </p:grpSpPr>
          <p:sp>
            <p:nvSpPr>
              <p:cNvPr id="2574" name="Google Shape;2574;p45"/>
              <p:cNvSpPr/>
              <p:nvPr/>
            </p:nvSpPr>
            <p:spPr>
              <a:xfrm>
                <a:off x="336500" y="309025"/>
                <a:ext cx="8094300" cy="45168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Google Shape;2575;p45"/>
              <p:cNvSpPr/>
              <p:nvPr/>
            </p:nvSpPr>
            <p:spPr>
              <a:xfrm rot="10800000">
                <a:off x="6385500" y="-125"/>
                <a:ext cx="2762100" cy="5032500"/>
              </a:xfrm>
              <a:prstGeom prst="rtTriangl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45"/>
              <p:cNvSpPr/>
              <p:nvPr/>
            </p:nvSpPr>
            <p:spPr>
              <a:xfrm rot="-5400000">
                <a:off x="5332350" y="1331550"/>
                <a:ext cx="2910000" cy="47139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45"/>
              <p:cNvSpPr/>
              <p:nvPr/>
            </p:nvSpPr>
            <p:spPr>
              <a:xfrm rot="10800000">
                <a:off x="6394845" y="0"/>
                <a:ext cx="2748000" cy="3380400"/>
              </a:xfrm>
              <a:prstGeom prst="rtTriangl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45"/>
              <p:cNvSpPr/>
              <p:nvPr/>
            </p:nvSpPr>
            <p:spPr>
              <a:xfrm rot="10800000">
                <a:off x="6404445" y="-125"/>
                <a:ext cx="2738400" cy="1447200"/>
              </a:xfrm>
              <a:prstGeom prst="rtTriangl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79" name="Google Shape;2579;p45"/>
            <p:cNvSpPr/>
            <p:nvPr/>
          </p:nvSpPr>
          <p:spPr>
            <a:xfrm rot="10800000">
              <a:off x="7957545" y="200"/>
              <a:ext cx="1185300" cy="14613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80" name="Google Shape;2580;p45"/>
          <p:cNvSpPr txBox="1">
            <a:spLocks noGrp="1"/>
          </p:cNvSpPr>
          <p:nvPr>
            <p:ph type="title"/>
          </p:nvPr>
        </p:nvSpPr>
        <p:spPr>
          <a:xfrm>
            <a:off x="1093347" y="738350"/>
            <a:ext cx="43011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3000" b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581" name="Google Shape;2581;p45"/>
          <p:cNvSpPr txBox="1">
            <a:spLocks noGrp="1"/>
          </p:cNvSpPr>
          <p:nvPr>
            <p:ph type="title" idx="2"/>
          </p:nvPr>
        </p:nvSpPr>
        <p:spPr>
          <a:xfrm>
            <a:off x="336500" y="2039000"/>
            <a:ext cx="48294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582" name="Google Shape;2582;p45"/>
          <p:cNvSpPr txBox="1">
            <a:spLocks noGrp="1"/>
          </p:cNvSpPr>
          <p:nvPr>
            <p:ph type="subTitle" idx="1"/>
          </p:nvPr>
        </p:nvSpPr>
        <p:spPr>
          <a:xfrm>
            <a:off x="1093325" y="2766750"/>
            <a:ext cx="43011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583" name="Google Shape;2583;p45"/>
          <p:cNvSpPr txBox="1">
            <a:spLocks noGrp="1"/>
          </p:cNvSpPr>
          <p:nvPr>
            <p:ph type="subTitle" idx="3"/>
          </p:nvPr>
        </p:nvSpPr>
        <p:spPr>
          <a:xfrm>
            <a:off x="1093325" y="1635200"/>
            <a:ext cx="43011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1">
  <p:cSld name="CUSTOM_1_1_1_1_1_1_1_1_1_1_1_1_1_1_1_1_1_1_1_1_1">
    <p:spTree>
      <p:nvGrpSpPr>
        <p:cNvPr id="1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" name="Google Shape;2585;p46"/>
          <p:cNvSpPr txBox="1">
            <a:spLocks noGrp="1"/>
          </p:cNvSpPr>
          <p:nvPr>
            <p:ph type="title"/>
          </p:nvPr>
        </p:nvSpPr>
        <p:spPr>
          <a:xfrm>
            <a:off x="1181583" y="1342075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586" name="Google Shape;2586;p46"/>
          <p:cNvSpPr txBox="1">
            <a:spLocks noGrp="1"/>
          </p:cNvSpPr>
          <p:nvPr>
            <p:ph type="title" idx="2"/>
          </p:nvPr>
        </p:nvSpPr>
        <p:spPr>
          <a:xfrm>
            <a:off x="1181600" y="224887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587" name="Google Shape;2587;p46"/>
          <p:cNvSpPr txBox="1">
            <a:spLocks noGrp="1"/>
          </p:cNvSpPr>
          <p:nvPr>
            <p:ph type="subTitle" idx="1"/>
          </p:nvPr>
        </p:nvSpPr>
        <p:spPr>
          <a:xfrm>
            <a:off x="1181575" y="2908550"/>
            <a:ext cx="42975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588" name="Google Shape;2588;p46"/>
          <p:cNvSpPr txBox="1">
            <a:spLocks noGrp="1"/>
          </p:cNvSpPr>
          <p:nvPr>
            <p:ph type="subTitle" idx="3"/>
          </p:nvPr>
        </p:nvSpPr>
        <p:spPr>
          <a:xfrm>
            <a:off x="1181575" y="865463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2589" name="Google Shape;2589;p46"/>
          <p:cNvGrpSpPr/>
          <p:nvPr/>
        </p:nvGrpSpPr>
        <p:grpSpPr>
          <a:xfrm>
            <a:off x="-723419" y="-1025011"/>
            <a:ext cx="11100732" cy="7028411"/>
            <a:chOff x="-723419" y="-1025011"/>
            <a:chExt cx="11100732" cy="7028411"/>
          </a:xfrm>
        </p:grpSpPr>
        <p:sp>
          <p:nvSpPr>
            <p:cNvPr id="2590" name="Google Shape;2590;p46"/>
            <p:cNvSpPr/>
            <p:nvPr/>
          </p:nvSpPr>
          <p:spPr>
            <a:xfrm rot="2700000">
              <a:off x="8198021" y="3207133"/>
              <a:ext cx="1797183" cy="182518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46"/>
            <p:cNvSpPr/>
            <p:nvPr/>
          </p:nvSpPr>
          <p:spPr>
            <a:xfrm rot="2700000">
              <a:off x="7248502" y="4633234"/>
              <a:ext cx="1797183" cy="860832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46"/>
            <p:cNvSpPr/>
            <p:nvPr/>
          </p:nvSpPr>
          <p:spPr>
            <a:xfrm rot="10800000">
              <a:off x="7158896" y="52"/>
              <a:ext cx="1985100" cy="19851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46"/>
            <p:cNvSpPr/>
            <p:nvPr/>
          </p:nvSpPr>
          <p:spPr>
            <a:xfrm rot="-2700000">
              <a:off x="6376801" y="-725821"/>
              <a:ext cx="1444619" cy="1444619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46"/>
            <p:cNvSpPr/>
            <p:nvPr/>
          </p:nvSpPr>
          <p:spPr>
            <a:xfrm rot="-2700000">
              <a:off x="6333771" y="-619838"/>
              <a:ext cx="1233760" cy="123376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46"/>
            <p:cNvSpPr/>
            <p:nvPr/>
          </p:nvSpPr>
          <p:spPr>
            <a:xfrm rot="2700000">
              <a:off x="7988658" y="931773"/>
              <a:ext cx="1926159" cy="238012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46"/>
            <p:cNvSpPr/>
            <p:nvPr/>
          </p:nvSpPr>
          <p:spPr>
            <a:xfrm rot="2700000">
              <a:off x="8220502" y="319544"/>
              <a:ext cx="238012" cy="238012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46"/>
            <p:cNvSpPr/>
            <p:nvPr/>
          </p:nvSpPr>
          <p:spPr>
            <a:xfrm rot="-2700000">
              <a:off x="381301" y="-514836"/>
              <a:ext cx="1023749" cy="1023749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46"/>
            <p:cNvSpPr/>
            <p:nvPr/>
          </p:nvSpPr>
          <p:spPr>
            <a:xfrm rot="-8100000">
              <a:off x="-511394" y="4195814"/>
              <a:ext cx="1023749" cy="1023749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46"/>
            <p:cNvSpPr/>
            <p:nvPr/>
          </p:nvSpPr>
          <p:spPr>
            <a:xfrm rot="2700000">
              <a:off x="7720001" y="1498872"/>
              <a:ext cx="1985132" cy="330502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46"/>
            <p:cNvSpPr/>
            <p:nvPr/>
          </p:nvSpPr>
          <p:spPr>
            <a:xfrm rot="2700000">
              <a:off x="7663906" y="1936210"/>
              <a:ext cx="1985132" cy="48917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46"/>
            <p:cNvSpPr/>
            <p:nvPr/>
          </p:nvSpPr>
          <p:spPr>
            <a:xfrm rot="2700000">
              <a:off x="7601642" y="840925"/>
              <a:ext cx="316077" cy="303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46"/>
            <p:cNvSpPr/>
            <p:nvPr/>
          </p:nvSpPr>
          <p:spPr>
            <a:xfrm rot="2700000">
              <a:off x="7184872" y="2166395"/>
              <a:ext cx="888409" cy="238012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46"/>
            <p:cNvSpPr/>
            <p:nvPr/>
          </p:nvSpPr>
          <p:spPr>
            <a:xfrm rot="2700000">
              <a:off x="7264739" y="1921069"/>
              <a:ext cx="238012" cy="2380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46"/>
            <p:cNvSpPr/>
            <p:nvPr/>
          </p:nvSpPr>
          <p:spPr>
            <a:xfrm rot="2700000">
              <a:off x="8033591" y="3436872"/>
              <a:ext cx="440386" cy="13962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46"/>
            <p:cNvSpPr/>
            <p:nvPr/>
          </p:nvSpPr>
          <p:spPr>
            <a:xfrm rot="2700000">
              <a:off x="7551745" y="2973310"/>
              <a:ext cx="841740" cy="166863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46"/>
            <p:cNvSpPr/>
            <p:nvPr/>
          </p:nvSpPr>
          <p:spPr>
            <a:xfrm rot="2700000">
              <a:off x="8003082" y="3408594"/>
              <a:ext cx="565968" cy="238012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46"/>
            <p:cNvSpPr/>
            <p:nvPr/>
          </p:nvSpPr>
          <p:spPr>
            <a:xfrm rot="2700000">
              <a:off x="8035727" y="3277269"/>
              <a:ext cx="238012" cy="238012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46"/>
            <p:cNvSpPr/>
            <p:nvPr/>
          </p:nvSpPr>
          <p:spPr>
            <a:xfrm rot="2700000">
              <a:off x="8588890" y="3061630"/>
              <a:ext cx="275772" cy="26474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09" name="Google Shape;2609;p46"/>
            <p:cNvGrpSpPr/>
            <p:nvPr/>
          </p:nvGrpSpPr>
          <p:grpSpPr>
            <a:xfrm>
              <a:off x="7978667" y="4163944"/>
              <a:ext cx="1103100" cy="400600"/>
              <a:chOff x="5311917" y="4264944"/>
              <a:chExt cx="1103100" cy="400600"/>
            </a:xfrm>
          </p:grpSpPr>
          <p:sp>
            <p:nvSpPr>
              <p:cNvPr id="2610" name="Google Shape;2610;p46"/>
              <p:cNvSpPr/>
              <p:nvPr/>
            </p:nvSpPr>
            <p:spPr>
              <a:xfrm>
                <a:off x="53119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Google Shape;2611;p46"/>
              <p:cNvSpPr/>
              <p:nvPr/>
            </p:nvSpPr>
            <p:spPr>
              <a:xfrm>
                <a:off x="54643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Google Shape;2612;p46"/>
              <p:cNvSpPr/>
              <p:nvPr/>
            </p:nvSpPr>
            <p:spPr>
              <a:xfrm>
                <a:off x="56167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613;p46"/>
              <p:cNvSpPr/>
              <p:nvPr/>
            </p:nvSpPr>
            <p:spPr>
              <a:xfrm>
                <a:off x="57691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Google Shape;2614;p46"/>
              <p:cNvSpPr/>
              <p:nvPr/>
            </p:nvSpPr>
            <p:spPr>
              <a:xfrm>
                <a:off x="59215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Google Shape;2615;p46"/>
              <p:cNvSpPr/>
              <p:nvPr/>
            </p:nvSpPr>
            <p:spPr>
              <a:xfrm>
                <a:off x="60739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46"/>
              <p:cNvSpPr/>
              <p:nvPr/>
            </p:nvSpPr>
            <p:spPr>
              <a:xfrm>
                <a:off x="62263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46"/>
              <p:cNvSpPr/>
              <p:nvPr/>
            </p:nvSpPr>
            <p:spPr>
              <a:xfrm>
                <a:off x="63787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46"/>
              <p:cNvSpPr/>
              <p:nvPr/>
            </p:nvSpPr>
            <p:spPr>
              <a:xfrm>
                <a:off x="53119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46"/>
              <p:cNvSpPr/>
              <p:nvPr/>
            </p:nvSpPr>
            <p:spPr>
              <a:xfrm>
                <a:off x="54643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46"/>
              <p:cNvSpPr/>
              <p:nvPr/>
            </p:nvSpPr>
            <p:spPr>
              <a:xfrm>
                <a:off x="56167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46"/>
              <p:cNvSpPr/>
              <p:nvPr/>
            </p:nvSpPr>
            <p:spPr>
              <a:xfrm>
                <a:off x="57691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46"/>
              <p:cNvSpPr/>
              <p:nvPr/>
            </p:nvSpPr>
            <p:spPr>
              <a:xfrm>
                <a:off x="59215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46"/>
              <p:cNvSpPr/>
              <p:nvPr/>
            </p:nvSpPr>
            <p:spPr>
              <a:xfrm>
                <a:off x="60739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46"/>
              <p:cNvSpPr/>
              <p:nvPr/>
            </p:nvSpPr>
            <p:spPr>
              <a:xfrm>
                <a:off x="62263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46"/>
              <p:cNvSpPr/>
              <p:nvPr/>
            </p:nvSpPr>
            <p:spPr>
              <a:xfrm>
                <a:off x="63787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46"/>
              <p:cNvSpPr/>
              <p:nvPr/>
            </p:nvSpPr>
            <p:spPr>
              <a:xfrm>
                <a:off x="53119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46"/>
              <p:cNvSpPr/>
              <p:nvPr/>
            </p:nvSpPr>
            <p:spPr>
              <a:xfrm>
                <a:off x="54643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46"/>
              <p:cNvSpPr/>
              <p:nvPr/>
            </p:nvSpPr>
            <p:spPr>
              <a:xfrm>
                <a:off x="56167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46"/>
              <p:cNvSpPr/>
              <p:nvPr/>
            </p:nvSpPr>
            <p:spPr>
              <a:xfrm>
                <a:off x="57691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46"/>
              <p:cNvSpPr/>
              <p:nvPr/>
            </p:nvSpPr>
            <p:spPr>
              <a:xfrm>
                <a:off x="59215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46"/>
              <p:cNvSpPr/>
              <p:nvPr/>
            </p:nvSpPr>
            <p:spPr>
              <a:xfrm>
                <a:off x="60739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46"/>
              <p:cNvSpPr/>
              <p:nvPr/>
            </p:nvSpPr>
            <p:spPr>
              <a:xfrm>
                <a:off x="62263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46"/>
              <p:cNvSpPr/>
              <p:nvPr/>
            </p:nvSpPr>
            <p:spPr>
              <a:xfrm>
                <a:off x="63787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4" name="Google Shape;2634;p46"/>
            <p:cNvGrpSpPr/>
            <p:nvPr/>
          </p:nvGrpSpPr>
          <p:grpSpPr>
            <a:xfrm>
              <a:off x="8323017" y="1717106"/>
              <a:ext cx="1103100" cy="400600"/>
              <a:chOff x="5311917" y="4264944"/>
              <a:chExt cx="1103100" cy="400600"/>
            </a:xfrm>
          </p:grpSpPr>
          <p:sp>
            <p:nvSpPr>
              <p:cNvPr id="2635" name="Google Shape;2635;p46"/>
              <p:cNvSpPr/>
              <p:nvPr/>
            </p:nvSpPr>
            <p:spPr>
              <a:xfrm>
                <a:off x="5311917" y="42649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46"/>
              <p:cNvSpPr/>
              <p:nvPr/>
            </p:nvSpPr>
            <p:spPr>
              <a:xfrm>
                <a:off x="5464317" y="42649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46"/>
              <p:cNvSpPr/>
              <p:nvPr/>
            </p:nvSpPr>
            <p:spPr>
              <a:xfrm>
                <a:off x="5616717" y="42649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46"/>
              <p:cNvSpPr/>
              <p:nvPr/>
            </p:nvSpPr>
            <p:spPr>
              <a:xfrm>
                <a:off x="5769117" y="42649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46"/>
              <p:cNvSpPr/>
              <p:nvPr/>
            </p:nvSpPr>
            <p:spPr>
              <a:xfrm>
                <a:off x="5921517" y="42649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46"/>
              <p:cNvSpPr/>
              <p:nvPr/>
            </p:nvSpPr>
            <p:spPr>
              <a:xfrm>
                <a:off x="6073917" y="42649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46"/>
              <p:cNvSpPr/>
              <p:nvPr/>
            </p:nvSpPr>
            <p:spPr>
              <a:xfrm>
                <a:off x="6226317" y="42649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46"/>
              <p:cNvSpPr/>
              <p:nvPr/>
            </p:nvSpPr>
            <p:spPr>
              <a:xfrm>
                <a:off x="6378717" y="42649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46"/>
              <p:cNvSpPr/>
              <p:nvPr/>
            </p:nvSpPr>
            <p:spPr>
              <a:xfrm>
                <a:off x="5311917" y="444709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46"/>
              <p:cNvSpPr/>
              <p:nvPr/>
            </p:nvSpPr>
            <p:spPr>
              <a:xfrm>
                <a:off x="5464317" y="444709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46"/>
              <p:cNvSpPr/>
              <p:nvPr/>
            </p:nvSpPr>
            <p:spPr>
              <a:xfrm>
                <a:off x="5616717" y="444709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46"/>
              <p:cNvSpPr/>
              <p:nvPr/>
            </p:nvSpPr>
            <p:spPr>
              <a:xfrm>
                <a:off x="5769117" y="444709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Google Shape;2647;p46"/>
              <p:cNvSpPr/>
              <p:nvPr/>
            </p:nvSpPr>
            <p:spPr>
              <a:xfrm>
                <a:off x="5921517" y="444709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Google Shape;2648;p46"/>
              <p:cNvSpPr/>
              <p:nvPr/>
            </p:nvSpPr>
            <p:spPr>
              <a:xfrm>
                <a:off x="6073917" y="444709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46"/>
              <p:cNvSpPr/>
              <p:nvPr/>
            </p:nvSpPr>
            <p:spPr>
              <a:xfrm>
                <a:off x="6226317" y="444709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46"/>
              <p:cNvSpPr/>
              <p:nvPr/>
            </p:nvSpPr>
            <p:spPr>
              <a:xfrm>
                <a:off x="6378717" y="444709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46"/>
              <p:cNvSpPr/>
              <p:nvPr/>
            </p:nvSpPr>
            <p:spPr>
              <a:xfrm>
                <a:off x="5311917" y="46292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46"/>
              <p:cNvSpPr/>
              <p:nvPr/>
            </p:nvSpPr>
            <p:spPr>
              <a:xfrm>
                <a:off x="5464317" y="46292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46"/>
              <p:cNvSpPr/>
              <p:nvPr/>
            </p:nvSpPr>
            <p:spPr>
              <a:xfrm>
                <a:off x="5616717" y="46292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46"/>
              <p:cNvSpPr/>
              <p:nvPr/>
            </p:nvSpPr>
            <p:spPr>
              <a:xfrm>
                <a:off x="5769117" y="46292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46"/>
              <p:cNvSpPr/>
              <p:nvPr/>
            </p:nvSpPr>
            <p:spPr>
              <a:xfrm>
                <a:off x="5921517" y="46292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46"/>
              <p:cNvSpPr/>
              <p:nvPr/>
            </p:nvSpPr>
            <p:spPr>
              <a:xfrm>
                <a:off x="6073917" y="46292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46"/>
              <p:cNvSpPr/>
              <p:nvPr/>
            </p:nvSpPr>
            <p:spPr>
              <a:xfrm>
                <a:off x="6226317" y="46292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46"/>
              <p:cNvSpPr/>
              <p:nvPr/>
            </p:nvSpPr>
            <p:spPr>
              <a:xfrm>
                <a:off x="6378717" y="46292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59" name="Google Shape;2659;p46"/>
            <p:cNvGrpSpPr/>
            <p:nvPr/>
          </p:nvGrpSpPr>
          <p:grpSpPr>
            <a:xfrm>
              <a:off x="5928017" y="238256"/>
              <a:ext cx="1103100" cy="400600"/>
              <a:chOff x="5311917" y="4264944"/>
              <a:chExt cx="1103100" cy="400600"/>
            </a:xfrm>
          </p:grpSpPr>
          <p:sp>
            <p:nvSpPr>
              <p:cNvPr id="2660" name="Google Shape;2660;p46"/>
              <p:cNvSpPr/>
              <p:nvPr/>
            </p:nvSpPr>
            <p:spPr>
              <a:xfrm>
                <a:off x="53119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46"/>
              <p:cNvSpPr/>
              <p:nvPr/>
            </p:nvSpPr>
            <p:spPr>
              <a:xfrm>
                <a:off x="54643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46"/>
              <p:cNvSpPr/>
              <p:nvPr/>
            </p:nvSpPr>
            <p:spPr>
              <a:xfrm>
                <a:off x="56167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46"/>
              <p:cNvSpPr/>
              <p:nvPr/>
            </p:nvSpPr>
            <p:spPr>
              <a:xfrm>
                <a:off x="57691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46"/>
              <p:cNvSpPr/>
              <p:nvPr/>
            </p:nvSpPr>
            <p:spPr>
              <a:xfrm>
                <a:off x="59215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46"/>
              <p:cNvSpPr/>
              <p:nvPr/>
            </p:nvSpPr>
            <p:spPr>
              <a:xfrm>
                <a:off x="60739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46"/>
              <p:cNvSpPr/>
              <p:nvPr/>
            </p:nvSpPr>
            <p:spPr>
              <a:xfrm>
                <a:off x="62263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46"/>
              <p:cNvSpPr/>
              <p:nvPr/>
            </p:nvSpPr>
            <p:spPr>
              <a:xfrm>
                <a:off x="63787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46"/>
              <p:cNvSpPr/>
              <p:nvPr/>
            </p:nvSpPr>
            <p:spPr>
              <a:xfrm>
                <a:off x="53119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46"/>
              <p:cNvSpPr/>
              <p:nvPr/>
            </p:nvSpPr>
            <p:spPr>
              <a:xfrm>
                <a:off x="54643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46"/>
              <p:cNvSpPr/>
              <p:nvPr/>
            </p:nvSpPr>
            <p:spPr>
              <a:xfrm>
                <a:off x="56167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46"/>
              <p:cNvSpPr/>
              <p:nvPr/>
            </p:nvSpPr>
            <p:spPr>
              <a:xfrm>
                <a:off x="57691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46"/>
              <p:cNvSpPr/>
              <p:nvPr/>
            </p:nvSpPr>
            <p:spPr>
              <a:xfrm>
                <a:off x="59215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46"/>
              <p:cNvSpPr/>
              <p:nvPr/>
            </p:nvSpPr>
            <p:spPr>
              <a:xfrm>
                <a:off x="60739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46"/>
              <p:cNvSpPr/>
              <p:nvPr/>
            </p:nvSpPr>
            <p:spPr>
              <a:xfrm>
                <a:off x="62263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46"/>
              <p:cNvSpPr/>
              <p:nvPr/>
            </p:nvSpPr>
            <p:spPr>
              <a:xfrm>
                <a:off x="63787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46"/>
              <p:cNvSpPr/>
              <p:nvPr/>
            </p:nvSpPr>
            <p:spPr>
              <a:xfrm>
                <a:off x="53119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46"/>
              <p:cNvSpPr/>
              <p:nvPr/>
            </p:nvSpPr>
            <p:spPr>
              <a:xfrm>
                <a:off x="54643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46"/>
              <p:cNvSpPr/>
              <p:nvPr/>
            </p:nvSpPr>
            <p:spPr>
              <a:xfrm>
                <a:off x="56167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46"/>
              <p:cNvSpPr/>
              <p:nvPr/>
            </p:nvSpPr>
            <p:spPr>
              <a:xfrm>
                <a:off x="57691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46"/>
              <p:cNvSpPr/>
              <p:nvPr/>
            </p:nvSpPr>
            <p:spPr>
              <a:xfrm>
                <a:off x="59215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46"/>
              <p:cNvSpPr/>
              <p:nvPr/>
            </p:nvSpPr>
            <p:spPr>
              <a:xfrm>
                <a:off x="60739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46"/>
              <p:cNvSpPr/>
              <p:nvPr/>
            </p:nvSpPr>
            <p:spPr>
              <a:xfrm>
                <a:off x="62263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46"/>
              <p:cNvSpPr/>
              <p:nvPr/>
            </p:nvSpPr>
            <p:spPr>
              <a:xfrm>
                <a:off x="63787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84" name="Google Shape;2684;p46"/>
            <p:cNvGrpSpPr/>
            <p:nvPr/>
          </p:nvGrpSpPr>
          <p:grpSpPr>
            <a:xfrm rot="5400000">
              <a:off x="-98683" y="4679744"/>
              <a:ext cx="1103100" cy="400600"/>
              <a:chOff x="5311917" y="4264944"/>
              <a:chExt cx="1103100" cy="400600"/>
            </a:xfrm>
          </p:grpSpPr>
          <p:sp>
            <p:nvSpPr>
              <p:cNvPr id="2685" name="Google Shape;2685;p46"/>
              <p:cNvSpPr/>
              <p:nvPr/>
            </p:nvSpPr>
            <p:spPr>
              <a:xfrm>
                <a:off x="53119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46"/>
              <p:cNvSpPr/>
              <p:nvPr/>
            </p:nvSpPr>
            <p:spPr>
              <a:xfrm>
                <a:off x="54643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46"/>
              <p:cNvSpPr/>
              <p:nvPr/>
            </p:nvSpPr>
            <p:spPr>
              <a:xfrm>
                <a:off x="56167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46"/>
              <p:cNvSpPr/>
              <p:nvPr/>
            </p:nvSpPr>
            <p:spPr>
              <a:xfrm>
                <a:off x="57691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46"/>
              <p:cNvSpPr/>
              <p:nvPr/>
            </p:nvSpPr>
            <p:spPr>
              <a:xfrm>
                <a:off x="59215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46"/>
              <p:cNvSpPr/>
              <p:nvPr/>
            </p:nvSpPr>
            <p:spPr>
              <a:xfrm>
                <a:off x="60739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46"/>
              <p:cNvSpPr/>
              <p:nvPr/>
            </p:nvSpPr>
            <p:spPr>
              <a:xfrm>
                <a:off x="62263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46"/>
              <p:cNvSpPr/>
              <p:nvPr/>
            </p:nvSpPr>
            <p:spPr>
              <a:xfrm>
                <a:off x="63787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46"/>
              <p:cNvSpPr/>
              <p:nvPr/>
            </p:nvSpPr>
            <p:spPr>
              <a:xfrm>
                <a:off x="53119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46"/>
              <p:cNvSpPr/>
              <p:nvPr/>
            </p:nvSpPr>
            <p:spPr>
              <a:xfrm>
                <a:off x="54643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46"/>
              <p:cNvSpPr/>
              <p:nvPr/>
            </p:nvSpPr>
            <p:spPr>
              <a:xfrm>
                <a:off x="56167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46"/>
              <p:cNvSpPr/>
              <p:nvPr/>
            </p:nvSpPr>
            <p:spPr>
              <a:xfrm>
                <a:off x="57691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46"/>
              <p:cNvSpPr/>
              <p:nvPr/>
            </p:nvSpPr>
            <p:spPr>
              <a:xfrm>
                <a:off x="59215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46"/>
              <p:cNvSpPr/>
              <p:nvPr/>
            </p:nvSpPr>
            <p:spPr>
              <a:xfrm>
                <a:off x="60739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46"/>
              <p:cNvSpPr/>
              <p:nvPr/>
            </p:nvSpPr>
            <p:spPr>
              <a:xfrm>
                <a:off x="62263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46"/>
              <p:cNvSpPr/>
              <p:nvPr/>
            </p:nvSpPr>
            <p:spPr>
              <a:xfrm>
                <a:off x="63787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46"/>
              <p:cNvSpPr/>
              <p:nvPr/>
            </p:nvSpPr>
            <p:spPr>
              <a:xfrm>
                <a:off x="53119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46"/>
              <p:cNvSpPr/>
              <p:nvPr/>
            </p:nvSpPr>
            <p:spPr>
              <a:xfrm>
                <a:off x="54643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46"/>
              <p:cNvSpPr/>
              <p:nvPr/>
            </p:nvSpPr>
            <p:spPr>
              <a:xfrm>
                <a:off x="56167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46"/>
              <p:cNvSpPr/>
              <p:nvPr/>
            </p:nvSpPr>
            <p:spPr>
              <a:xfrm>
                <a:off x="57691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46"/>
              <p:cNvSpPr/>
              <p:nvPr/>
            </p:nvSpPr>
            <p:spPr>
              <a:xfrm>
                <a:off x="59215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46"/>
              <p:cNvSpPr/>
              <p:nvPr/>
            </p:nvSpPr>
            <p:spPr>
              <a:xfrm>
                <a:off x="60739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46"/>
              <p:cNvSpPr/>
              <p:nvPr/>
            </p:nvSpPr>
            <p:spPr>
              <a:xfrm>
                <a:off x="62263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46"/>
              <p:cNvSpPr/>
              <p:nvPr/>
            </p:nvSpPr>
            <p:spPr>
              <a:xfrm>
                <a:off x="63787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2">
  <p:cSld name="CUSTOM_1_1_1_1_1_1_1_1_1_1_1_1_1_1_1_1_1_1_1_1_1_1">
    <p:spTree>
      <p:nvGrpSpPr>
        <p:cNvPr id="1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0" name="Google Shape;2710;p47"/>
          <p:cNvGrpSpPr/>
          <p:nvPr/>
        </p:nvGrpSpPr>
        <p:grpSpPr>
          <a:xfrm>
            <a:off x="0" y="0"/>
            <a:ext cx="9144028" cy="5155446"/>
            <a:chOff x="0" y="0"/>
            <a:chExt cx="9144028" cy="5155446"/>
          </a:xfrm>
        </p:grpSpPr>
        <p:sp>
          <p:nvSpPr>
            <p:cNvPr id="2711" name="Google Shape;2711;p47"/>
            <p:cNvSpPr/>
            <p:nvPr/>
          </p:nvSpPr>
          <p:spPr>
            <a:xfrm>
              <a:off x="0" y="0"/>
              <a:ext cx="4535981" cy="5143525"/>
            </a:xfrm>
            <a:custGeom>
              <a:avLst/>
              <a:gdLst/>
              <a:ahLst/>
              <a:cxnLst/>
              <a:rect l="l" t="t" r="r" b="b"/>
              <a:pathLst>
                <a:path w="162828" h="184637" extrusionOk="0">
                  <a:moveTo>
                    <a:pt x="48942" y="0"/>
                  </a:moveTo>
                  <a:cubicBezTo>
                    <a:pt x="48966" y="602"/>
                    <a:pt x="49015" y="1205"/>
                    <a:pt x="49039" y="1807"/>
                  </a:cubicBezTo>
                  <a:cubicBezTo>
                    <a:pt x="49448" y="11808"/>
                    <a:pt x="47400" y="21616"/>
                    <a:pt x="46123" y="31472"/>
                  </a:cubicBezTo>
                  <a:cubicBezTo>
                    <a:pt x="45207" y="38388"/>
                    <a:pt x="40243" y="42605"/>
                    <a:pt x="34243" y="44605"/>
                  </a:cubicBezTo>
                  <a:cubicBezTo>
                    <a:pt x="27590" y="46837"/>
                    <a:pt x="20870" y="48507"/>
                    <a:pt x="14118" y="48507"/>
                  </a:cubicBezTo>
                  <a:cubicBezTo>
                    <a:pt x="9423" y="48507"/>
                    <a:pt x="4714" y="47700"/>
                    <a:pt x="0" y="45713"/>
                  </a:cubicBezTo>
                  <a:lnTo>
                    <a:pt x="0" y="108777"/>
                  </a:lnTo>
                  <a:cubicBezTo>
                    <a:pt x="2847" y="108409"/>
                    <a:pt x="5706" y="108242"/>
                    <a:pt x="8573" y="108242"/>
                  </a:cubicBezTo>
                  <a:cubicBezTo>
                    <a:pt x="17161" y="108242"/>
                    <a:pt x="25824" y="109741"/>
                    <a:pt x="34460" y="111837"/>
                  </a:cubicBezTo>
                  <a:cubicBezTo>
                    <a:pt x="44051" y="114150"/>
                    <a:pt x="52340" y="120030"/>
                    <a:pt x="54653" y="130657"/>
                  </a:cubicBezTo>
                  <a:cubicBezTo>
                    <a:pt x="57979" y="145767"/>
                    <a:pt x="62437" y="160683"/>
                    <a:pt x="63136" y="176274"/>
                  </a:cubicBezTo>
                  <a:cubicBezTo>
                    <a:pt x="63256" y="179094"/>
                    <a:pt x="63256" y="181889"/>
                    <a:pt x="63136" y="184636"/>
                  </a:cubicBezTo>
                  <a:lnTo>
                    <a:pt x="142200" y="184636"/>
                  </a:lnTo>
                  <a:cubicBezTo>
                    <a:pt x="144297" y="182347"/>
                    <a:pt x="146200" y="179889"/>
                    <a:pt x="147911" y="177286"/>
                  </a:cubicBezTo>
                  <a:cubicBezTo>
                    <a:pt x="162828" y="154538"/>
                    <a:pt x="143815" y="112440"/>
                    <a:pt x="136345" y="89306"/>
                  </a:cubicBezTo>
                  <a:cubicBezTo>
                    <a:pt x="129163" y="67016"/>
                    <a:pt x="119621" y="44701"/>
                    <a:pt x="107066" y="24893"/>
                  </a:cubicBezTo>
                  <a:cubicBezTo>
                    <a:pt x="101837" y="16651"/>
                    <a:pt x="95427" y="7808"/>
                    <a:pt x="879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47"/>
            <p:cNvSpPr/>
            <p:nvPr/>
          </p:nvSpPr>
          <p:spPr>
            <a:xfrm>
              <a:off x="0" y="0"/>
              <a:ext cx="1376857" cy="1351284"/>
            </a:xfrm>
            <a:custGeom>
              <a:avLst/>
              <a:gdLst/>
              <a:ahLst/>
              <a:cxnLst/>
              <a:rect l="l" t="t" r="r" b="b"/>
              <a:pathLst>
                <a:path w="49425" h="48507" extrusionOk="0">
                  <a:moveTo>
                    <a:pt x="0" y="0"/>
                  </a:moveTo>
                  <a:lnTo>
                    <a:pt x="0" y="45713"/>
                  </a:lnTo>
                  <a:cubicBezTo>
                    <a:pt x="4714" y="47700"/>
                    <a:pt x="9423" y="48507"/>
                    <a:pt x="14116" y="48507"/>
                  </a:cubicBezTo>
                  <a:cubicBezTo>
                    <a:pt x="20866" y="48507"/>
                    <a:pt x="27580" y="46837"/>
                    <a:pt x="34219" y="44605"/>
                  </a:cubicBezTo>
                  <a:cubicBezTo>
                    <a:pt x="40219" y="42605"/>
                    <a:pt x="45207" y="38388"/>
                    <a:pt x="46123" y="31472"/>
                  </a:cubicBezTo>
                  <a:cubicBezTo>
                    <a:pt x="47400" y="21616"/>
                    <a:pt x="49424" y="11808"/>
                    <a:pt x="49039" y="1807"/>
                  </a:cubicBezTo>
                  <a:cubicBezTo>
                    <a:pt x="49015" y="1205"/>
                    <a:pt x="48966" y="602"/>
                    <a:pt x="489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47"/>
            <p:cNvSpPr/>
            <p:nvPr/>
          </p:nvSpPr>
          <p:spPr>
            <a:xfrm>
              <a:off x="0" y="3758571"/>
              <a:ext cx="1278854" cy="1384936"/>
            </a:xfrm>
            <a:custGeom>
              <a:avLst/>
              <a:gdLst/>
              <a:ahLst/>
              <a:cxnLst/>
              <a:rect l="l" t="t" r="r" b="b"/>
              <a:pathLst>
                <a:path w="45907" h="49715" extrusionOk="0">
                  <a:moveTo>
                    <a:pt x="0" y="1"/>
                  </a:moveTo>
                  <a:lnTo>
                    <a:pt x="0" y="49714"/>
                  </a:lnTo>
                  <a:lnTo>
                    <a:pt x="45906" y="49714"/>
                  </a:lnTo>
                  <a:cubicBezTo>
                    <a:pt x="27616" y="36774"/>
                    <a:pt x="12097" y="19423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47"/>
            <p:cNvSpPr/>
            <p:nvPr/>
          </p:nvSpPr>
          <p:spPr>
            <a:xfrm>
              <a:off x="0" y="3015309"/>
              <a:ext cx="1762182" cy="2128202"/>
            </a:xfrm>
            <a:custGeom>
              <a:avLst/>
              <a:gdLst/>
              <a:ahLst/>
              <a:cxnLst/>
              <a:rect l="l" t="t" r="r" b="b"/>
              <a:pathLst>
                <a:path w="63257" h="76396" extrusionOk="0">
                  <a:moveTo>
                    <a:pt x="8573" y="1"/>
                  </a:moveTo>
                  <a:cubicBezTo>
                    <a:pt x="5706" y="1"/>
                    <a:pt x="2847" y="168"/>
                    <a:pt x="0" y="536"/>
                  </a:cubicBezTo>
                  <a:lnTo>
                    <a:pt x="0" y="26682"/>
                  </a:lnTo>
                  <a:cubicBezTo>
                    <a:pt x="12097" y="46104"/>
                    <a:pt x="27616" y="63455"/>
                    <a:pt x="45906" y="76395"/>
                  </a:cubicBezTo>
                  <a:lnTo>
                    <a:pt x="63136" y="76395"/>
                  </a:lnTo>
                  <a:cubicBezTo>
                    <a:pt x="63256" y="73648"/>
                    <a:pt x="63256" y="70853"/>
                    <a:pt x="63136" y="68033"/>
                  </a:cubicBezTo>
                  <a:cubicBezTo>
                    <a:pt x="62437" y="52442"/>
                    <a:pt x="57955" y="37526"/>
                    <a:pt x="54653" y="22416"/>
                  </a:cubicBezTo>
                  <a:cubicBezTo>
                    <a:pt x="52340" y="11789"/>
                    <a:pt x="44051" y="5909"/>
                    <a:pt x="34460" y="3596"/>
                  </a:cubicBezTo>
                  <a:cubicBezTo>
                    <a:pt x="25824" y="1500"/>
                    <a:pt x="17161" y="1"/>
                    <a:pt x="857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47"/>
            <p:cNvSpPr/>
            <p:nvPr/>
          </p:nvSpPr>
          <p:spPr>
            <a:xfrm>
              <a:off x="5997029" y="0"/>
              <a:ext cx="3146363" cy="3124193"/>
            </a:xfrm>
            <a:custGeom>
              <a:avLst/>
              <a:gdLst/>
              <a:ahLst/>
              <a:cxnLst/>
              <a:rect l="l" t="t" r="r" b="b"/>
              <a:pathLst>
                <a:path w="112682" h="111888" extrusionOk="0">
                  <a:moveTo>
                    <a:pt x="42629" y="0"/>
                  </a:moveTo>
                  <a:cubicBezTo>
                    <a:pt x="35521" y="5253"/>
                    <a:pt x="28822" y="11061"/>
                    <a:pt x="22628" y="17374"/>
                  </a:cubicBezTo>
                  <a:cubicBezTo>
                    <a:pt x="12050" y="28194"/>
                    <a:pt x="314" y="43496"/>
                    <a:pt x="73" y="59280"/>
                  </a:cubicBezTo>
                  <a:cubicBezTo>
                    <a:pt x="1" y="64702"/>
                    <a:pt x="989" y="70172"/>
                    <a:pt x="2097" y="76221"/>
                  </a:cubicBezTo>
                  <a:cubicBezTo>
                    <a:pt x="4507" y="89450"/>
                    <a:pt x="9037" y="102174"/>
                    <a:pt x="21665" y="108777"/>
                  </a:cubicBezTo>
                  <a:cubicBezTo>
                    <a:pt x="26403" y="110984"/>
                    <a:pt x="31089" y="111887"/>
                    <a:pt x="35722" y="111887"/>
                  </a:cubicBezTo>
                  <a:cubicBezTo>
                    <a:pt x="44851" y="111887"/>
                    <a:pt x="53774" y="108379"/>
                    <a:pt x="62486" y="104415"/>
                  </a:cubicBezTo>
                  <a:cubicBezTo>
                    <a:pt x="61426" y="101017"/>
                    <a:pt x="61739" y="97306"/>
                    <a:pt x="62920" y="93764"/>
                  </a:cubicBezTo>
                  <a:cubicBezTo>
                    <a:pt x="66679" y="82438"/>
                    <a:pt x="71956" y="71931"/>
                    <a:pt x="83451" y="66100"/>
                  </a:cubicBezTo>
                  <a:cubicBezTo>
                    <a:pt x="85762" y="64938"/>
                    <a:pt x="87930" y="64205"/>
                    <a:pt x="90082" y="64205"/>
                  </a:cubicBezTo>
                  <a:cubicBezTo>
                    <a:pt x="92170" y="64205"/>
                    <a:pt x="94243" y="64896"/>
                    <a:pt x="96415" y="66558"/>
                  </a:cubicBezTo>
                  <a:cubicBezTo>
                    <a:pt x="100319" y="69522"/>
                    <a:pt x="104054" y="72582"/>
                    <a:pt x="106561" y="76775"/>
                  </a:cubicBezTo>
                  <a:lnTo>
                    <a:pt x="106970" y="77450"/>
                  </a:lnTo>
                  <a:cubicBezTo>
                    <a:pt x="108946" y="75715"/>
                    <a:pt x="110850" y="73932"/>
                    <a:pt x="112681" y="72076"/>
                  </a:cubicBezTo>
                  <a:lnTo>
                    <a:pt x="112681" y="41352"/>
                  </a:lnTo>
                  <a:cubicBezTo>
                    <a:pt x="110770" y="42668"/>
                    <a:pt x="108706" y="43220"/>
                    <a:pt x="106581" y="43220"/>
                  </a:cubicBezTo>
                  <a:cubicBezTo>
                    <a:pt x="105438" y="43220"/>
                    <a:pt x="104278" y="43060"/>
                    <a:pt x="103115" y="42773"/>
                  </a:cubicBezTo>
                  <a:cubicBezTo>
                    <a:pt x="92873" y="40243"/>
                    <a:pt x="83186" y="36291"/>
                    <a:pt x="76679" y="31929"/>
                  </a:cubicBezTo>
                  <a:cubicBezTo>
                    <a:pt x="63884" y="22580"/>
                    <a:pt x="61908" y="10386"/>
                    <a:pt x="69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47"/>
            <p:cNvSpPr/>
            <p:nvPr/>
          </p:nvSpPr>
          <p:spPr>
            <a:xfrm>
              <a:off x="7725593" y="0"/>
              <a:ext cx="1418435" cy="1207146"/>
            </a:xfrm>
            <a:custGeom>
              <a:avLst/>
              <a:gdLst/>
              <a:ahLst/>
              <a:cxnLst/>
              <a:rect l="l" t="t" r="r" b="b"/>
              <a:pathLst>
                <a:path w="50799" h="43232" extrusionOk="0">
                  <a:moveTo>
                    <a:pt x="7134" y="0"/>
                  </a:moveTo>
                  <a:cubicBezTo>
                    <a:pt x="1" y="10386"/>
                    <a:pt x="1977" y="22580"/>
                    <a:pt x="14797" y="31929"/>
                  </a:cubicBezTo>
                  <a:cubicBezTo>
                    <a:pt x="21303" y="36291"/>
                    <a:pt x="30966" y="40243"/>
                    <a:pt x="41232" y="42773"/>
                  </a:cubicBezTo>
                  <a:cubicBezTo>
                    <a:pt x="42389" y="43069"/>
                    <a:pt x="43550" y="43231"/>
                    <a:pt x="44696" y="43231"/>
                  </a:cubicBezTo>
                  <a:cubicBezTo>
                    <a:pt x="46818" y="43231"/>
                    <a:pt x="48889" y="42674"/>
                    <a:pt x="50798" y="41376"/>
                  </a:cubicBezTo>
                  <a:lnTo>
                    <a:pt x="507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47"/>
            <p:cNvSpPr/>
            <p:nvPr/>
          </p:nvSpPr>
          <p:spPr>
            <a:xfrm>
              <a:off x="7741732" y="2161857"/>
              <a:ext cx="1402296" cy="1742755"/>
            </a:xfrm>
            <a:custGeom>
              <a:avLst/>
              <a:gdLst/>
              <a:ahLst/>
              <a:cxnLst/>
              <a:rect l="l" t="t" r="r" b="b"/>
              <a:pathLst>
                <a:path w="50221" h="62414" extrusionOk="0">
                  <a:moveTo>
                    <a:pt x="44509" y="1"/>
                  </a:moveTo>
                  <a:cubicBezTo>
                    <a:pt x="34099" y="9278"/>
                    <a:pt x="22339" y="16893"/>
                    <a:pt x="10291" y="22267"/>
                  </a:cubicBezTo>
                  <a:cubicBezTo>
                    <a:pt x="6893" y="23785"/>
                    <a:pt x="3471" y="25424"/>
                    <a:pt x="1" y="26990"/>
                  </a:cubicBezTo>
                  <a:cubicBezTo>
                    <a:pt x="700" y="29255"/>
                    <a:pt x="1953" y="31279"/>
                    <a:pt x="3664" y="32918"/>
                  </a:cubicBezTo>
                  <a:cubicBezTo>
                    <a:pt x="10435" y="39521"/>
                    <a:pt x="16725" y="46678"/>
                    <a:pt x="24556" y="52100"/>
                  </a:cubicBezTo>
                  <a:cubicBezTo>
                    <a:pt x="32485" y="57522"/>
                    <a:pt x="41136" y="60679"/>
                    <a:pt x="50220" y="62414"/>
                  </a:cubicBezTo>
                  <a:lnTo>
                    <a:pt x="50220" y="9110"/>
                  </a:lnTo>
                  <a:cubicBezTo>
                    <a:pt x="48293" y="6097"/>
                    <a:pt x="46365" y="3085"/>
                    <a:pt x="44509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47"/>
            <p:cNvSpPr/>
            <p:nvPr/>
          </p:nvSpPr>
          <p:spPr>
            <a:xfrm>
              <a:off x="7712805" y="1792701"/>
              <a:ext cx="1271758" cy="1122820"/>
            </a:xfrm>
            <a:custGeom>
              <a:avLst/>
              <a:gdLst/>
              <a:ahLst/>
              <a:cxnLst/>
              <a:rect l="l" t="t" r="r" b="b"/>
              <a:pathLst>
                <a:path w="45546" h="40212" extrusionOk="0">
                  <a:moveTo>
                    <a:pt x="28657" y="1"/>
                  </a:moveTo>
                  <a:cubicBezTo>
                    <a:pt x="26505" y="1"/>
                    <a:pt x="24337" y="734"/>
                    <a:pt x="22026" y="1896"/>
                  </a:cubicBezTo>
                  <a:cubicBezTo>
                    <a:pt x="10531" y="7727"/>
                    <a:pt x="5254" y="18234"/>
                    <a:pt x="1495" y="29584"/>
                  </a:cubicBezTo>
                  <a:cubicBezTo>
                    <a:pt x="314" y="33102"/>
                    <a:pt x="1" y="36813"/>
                    <a:pt x="1061" y="40211"/>
                  </a:cubicBezTo>
                  <a:cubicBezTo>
                    <a:pt x="4507" y="38645"/>
                    <a:pt x="7953" y="37006"/>
                    <a:pt x="11351" y="35488"/>
                  </a:cubicBezTo>
                  <a:cubicBezTo>
                    <a:pt x="23375" y="30114"/>
                    <a:pt x="35135" y="22499"/>
                    <a:pt x="45545" y="13246"/>
                  </a:cubicBezTo>
                  <a:lnTo>
                    <a:pt x="45136" y="12571"/>
                  </a:lnTo>
                  <a:cubicBezTo>
                    <a:pt x="42630" y="8378"/>
                    <a:pt x="38894" y="5318"/>
                    <a:pt x="34991" y="2354"/>
                  </a:cubicBezTo>
                  <a:cubicBezTo>
                    <a:pt x="32818" y="692"/>
                    <a:pt x="30746" y="1"/>
                    <a:pt x="2865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47"/>
            <p:cNvSpPr/>
            <p:nvPr/>
          </p:nvSpPr>
          <p:spPr>
            <a:xfrm>
              <a:off x="6599249" y="4100338"/>
              <a:ext cx="2544131" cy="1055108"/>
            </a:xfrm>
            <a:custGeom>
              <a:avLst/>
              <a:gdLst/>
              <a:ahLst/>
              <a:cxnLst/>
              <a:rect l="l" t="t" r="r" b="b"/>
              <a:pathLst>
                <a:path w="91114" h="37787" extrusionOk="0">
                  <a:moveTo>
                    <a:pt x="91113" y="1"/>
                  </a:moveTo>
                  <a:cubicBezTo>
                    <a:pt x="87619" y="868"/>
                    <a:pt x="84294" y="2242"/>
                    <a:pt x="81185" y="4049"/>
                  </a:cubicBezTo>
                  <a:cubicBezTo>
                    <a:pt x="53160" y="20002"/>
                    <a:pt x="61305" y="20604"/>
                    <a:pt x="24242" y="24219"/>
                  </a:cubicBezTo>
                  <a:cubicBezTo>
                    <a:pt x="14386" y="25183"/>
                    <a:pt x="6000" y="30436"/>
                    <a:pt x="0" y="37786"/>
                  </a:cubicBezTo>
                  <a:lnTo>
                    <a:pt x="91113" y="37786"/>
                  </a:lnTo>
                  <a:lnTo>
                    <a:pt x="911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47"/>
            <p:cNvSpPr/>
            <p:nvPr/>
          </p:nvSpPr>
          <p:spPr>
            <a:xfrm>
              <a:off x="777325" y="454725"/>
              <a:ext cx="1114550" cy="856300"/>
            </a:xfrm>
            <a:custGeom>
              <a:avLst/>
              <a:gdLst/>
              <a:ahLst/>
              <a:cxnLst/>
              <a:rect l="l" t="t" r="r" b="b"/>
              <a:pathLst>
                <a:path w="44582" h="34252" extrusionOk="0">
                  <a:moveTo>
                    <a:pt x="24364" y="3888"/>
                  </a:moveTo>
                  <a:cubicBezTo>
                    <a:pt x="25859" y="5343"/>
                    <a:pt x="26670" y="7751"/>
                    <a:pt x="26965" y="9831"/>
                  </a:cubicBezTo>
                  <a:lnTo>
                    <a:pt x="26965" y="9831"/>
                  </a:lnTo>
                  <a:cubicBezTo>
                    <a:pt x="24880" y="8864"/>
                    <a:pt x="23526" y="6380"/>
                    <a:pt x="24291" y="4084"/>
                  </a:cubicBezTo>
                  <a:cubicBezTo>
                    <a:pt x="24314" y="4018"/>
                    <a:pt x="24338" y="3953"/>
                    <a:pt x="24364" y="3888"/>
                  </a:cubicBezTo>
                  <a:close/>
                  <a:moveTo>
                    <a:pt x="32915" y="3605"/>
                  </a:moveTo>
                  <a:cubicBezTo>
                    <a:pt x="33521" y="4562"/>
                    <a:pt x="33928" y="5669"/>
                    <a:pt x="34147" y="6686"/>
                  </a:cubicBezTo>
                  <a:cubicBezTo>
                    <a:pt x="34412" y="7699"/>
                    <a:pt x="34412" y="8759"/>
                    <a:pt x="34123" y="9747"/>
                  </a:cubicBezTo>
                  <a:cubicBezTo>
                    <a:pt x="33850" y="10567"/>
                    <a:pt x="33365" y="10958"/>
                    <a:pt x="32841" y="10958"/>
                  </a:cubicBezTo>
                  <a:cubicBezTo>
                    <a:pt x="32394" y="10958"/>
                    <a:pt x="31919" y="10675"/>
                    <a:pt x="31521" y="10132"/>
                  </a:cubicBezTo>
                  <a:cubicBezTo>
                    <a:pt x="30412" y="8638"/>
                    <a:pt x="30557" y="6301"/>
                    <a:pt x="31593" y="4807"/>
                  </a:cubicBezTo>
                  <a:cubicBezTo>
                    <a:pt x="31950" y="4291"/>
                    <a:pt x="32403" y="3895"/>
                    <a:pt x="32915" y="3605"/>
                  </a:cubicBezTo>
                  <a:close/>
                  <a:moveTo>
                    <a:pt x="28690" y="0"/>
                  </a:moveTo>
                  <a:cubicBezTo>
                    <a:pt x="28100" y="0"/>
                    <a:pt x="27483" y="95"/>
                    <a:pt x="26846" y="301"/>
                  </a:cubicBezTo>
                  <a:cubicBezTo>
                    <a:pt x="25660" y="680"/>
                    <a:pt x="24761" y="1339"/>
                    <a:pt x="24132" y="2153"/>
                  </a:cubicBezTo>
                  <a:lnTo>
                    <a:pt x="24132" y="2153"/>
                  </a:lnTo>
                  <a:cubicBezTo>
                    <a:pt x="23306" y="1654"/>
                    <a:pt x="22345" y="1362"/>
                    <a:pt x="21236" y="1362"/>
                  </a:cubicBezTo>
                  <a:cubicBezTo>
                    <a:pt x="20925" y="1362"/>
                    <a:pt x="20602" y="1385"/>
                    <a:pt x="20267" y="1433"/>
                  </a:cubicBezTo>
                  <a:cubicBezTo>
                    <a:pt x="18002" y="1746"/>
                    <a:pt x="16484" y="3530"/>
                    <a:pt x="16194" y="5771"/>
                  </a:cubicBezTo>
                  <a:cubicBezTo>
                    <a:pt x="16155" y="6065"/>
                    <a:pt x="16136" y="6356"/>
                    <a:pt x="16133" y="6644"/>
                  </a:cubicBezTo>
                  <a:lnTo>
                    <a:pt x="16133" y="6644"/>
                  </a:lnTo>
                  <a:cubicBezTo>
                    <a:pt x="15972" y="6556"/>
                    <a:pt x="15808" y="6473"/>
                    <a:pt x="15640" y="6397"/>
                  </a:cubicBezTo>
                  <a:cubicBezTo>
                    <a:pt x="14665" y="5962"/>
                    <a:pt x="13633" y="5766"/>
                    <a:pt x="12597" y="5766"/>
                  </a:cubicBezTo>
                  <a:cubicBezTo>
                    <a:pt x="10071" y="5766"/>
                    <a:pt x="7516" y="6930"/>
                    <a:pt x="5688" y="8638"/>
                  </a:cubicBezTo>
                  <a:cubicBezTo>
                    <a:pt x="2531" y="11578"/>
                    <a:pt x="1230" y="16036"/>
                    <a:pt x="651" y="20181"/>
                  </a:cubicBezTo>
                  <a:cubicBezTo>
                    <a:pt x="1" y="24808"/>
                    <a:pt x="483" y="29507"/>
                    <a:pt x="2001" y="33941"/>
                  </a:cubicBezTo>
                  <a:cubicBezTo>
                    <a:pt x="2079" y="34156"/>
                    <a:pt x="2264" y="34252"/>
                    <a:pt x="2448" y="34252"/>
                  </a:cubicBezTo>
                  <a:cubicBezTo>
                    <a:pt x="2719" y="34252"/>
                    <a:pt x="2988" y="34044"/>
                    <a:pt x="2917" y="33700"/>
                  </a:cubicBezTo>
                  <a:cubicBezTo>
                    <a:pt x="1206" y="26953"/>
                    <a:pt x="917" y="18398"/>
                    <a:pt x="4579" y="12205"/>
                  </a:cubicBezTo>
                  <a:cubicBezTo>
                    <a:pt x="6264" y="9381"/>
                    <a:pt x="9188" y="7094"/>
                    <a:pt x="12590" y="7094"/>
                  </a:cubicBezTo>
                  <a:cubicBezTo>
                    <a:pt x="12643" y="7094"/>
                    <a:pt x="12696" y="7095"/>
                    <a:pt x="12748" y="7096"/>
                  </a:cubicBezTo>
                  <a:cubicBezTo>
                    <a:pt x="14050" y="7123"/>
                    <a:pt x="15297" y="7595"/>
                    <a:pt x="16300" y="8359"/>
                  </a:cubicBezTo>
                  <a:lnTo>
                    <a:pt x="16300" y="8359"/>
                  </a:lnTo>
                  <a:cubicBezTo>
                    <a:pt x="16707" y="10445"/>
                    <a:pt x="17755" y="12427"/>
                    <a:pt x="18339" y="14470"/>
                  </a:cubicBezTo>
                  <a:cubicBezTo>
                    <a:pt x="18423" y="14783"/>
                    <a:pt x="18689" y="14940"/>
                    <a:pt x="18957" y="14940"/>
                  </a:cubicBezTo>
                  <a:cubicBezTo>
                    <a:pt x="19225" y="14940"/>
                    <a:pt x="19496" y="14783"/>
                    <a:pt x="19592" y="14470"/>
                  </a:cubicBezTo>
                  <a:cubicBezTo>
                    <a:pt x="20351" y="11992"/>
                    <a:pt x="19405" y="9371"/>
                    <a:pt x="17552" y="7666"/>
                  </a:cubicBezTo>
                  <a:lnTo>
                    <a:pt x="17552" y="7666"/>
                  </a:lnTo>
                  <a:cubicBezTo>
                    <a:pt x="17141" y="5328"/>
                    <a:pt x="17522" y="3228"/>
                    <a:pt x="20243" y="2662"/>
                  </a:cubicBezTo>
                  <a:cubicBezTo>
                    <a:pt x="20582" y="2599"/>
                    <a:pt x="20906" y="2568"/>
                    <a:pt x="21216" y="2568"/>
                  </a:cubicBezTo>
                  <a:cubicBezTo>
                    <a:pt x="22085" y="2568"/>
                    <a:pt x="22844" y="2806"/>
                    <a:pt x="23501" y="3211"/>
                  </a:cubicBezTo>
                  <a:lnTo>
                    <a:pt x="23501" y="3211"/>
                  </a:lnTo>
                  <a:cubicBezTo>
                    <a:pt x="22149" y="6236"/>
                    <a:pt x="23663" y="10401"/>
                    <a:pt x="27496" y="11313"/>
                  </a:cubicBezTo>
                  <a:cubicBezTo>
                    <a:pt x="27560" y="11332"/>
                    <a:pt x="27623" y="11341"/>
                    <a:pt x="27683" y="11341"/>
                  </a:cubicBezTo>
                  <a:cubicBezTo>
                    <a:pt x="28016" y="11341"/>
                    <a:pt x="28291" y="11077"/>
                    <a:pt x="28291" y="10711"/>
                  </a:cubicBezTo>
                  <a:cubicBezTo>
                    <a:pt x="28093" y="7951"/>
                    <a:pt x="27094" y="4661"/>
                    <a:pt x="25020" y="2811"/>
                  </a:cubicBezTo>
                  <a:lnTo>
                    <a:pt x="25020" y="2811"/>
                  </a:lnTo>
                  <a:cubicBezTo>
                    <a:pt x="25943" y="1727"/>
                    <a:pt x="27420" y="1108"/>
                    <a:pt x="28849" y="1108"/>
                  </a:cubicBezTo>
                  <a:cubicBezTo>
                    <a:pt x="29191" y="1108"/>
                    <a:pt x="29530" y="1143"/>
                    <a:pt x="29858" y="1216"/>
                  </a:cubicBezTo>
                  <a:cubicBezTo>
                    <a:pt x="30915" y="1459"/>
                    <a:pt x="31777" y="2111"/>
                    <a:pt x="32453" y="2954"/>
                  </a:cubicBezTo>
                  <a:lnTo>
                    <a:pt x="32453" y="2954"/>
                  </a:lnTo>
                  <a:cubicBezTo>
                    <a:pt x="30711" y="3920"/>
                    <a:pt x="29556" y="5755"/>
                    <a:pt x="29786" y="8205"/>
                  </a:cubicBezTo>
                  <a:cubicBezTo>
                    <a:pt x="29930" y="9747"/>
                    <a:pt x="30870" y="11795"/>
                    <a:pt x="32557" y="12181"/>
                  </a:cubicBezTo>
                  <a:cubicBezTo>
                    <a:pt x="32689" y="12209"/>
                    <a:pt x="32816" y="12223"/>
                    <a:pt x="32938" y="12223"/>
                  </a:cubicBezTo>
                  <a:cubicBezTo>
                    <a:pt x="34580" y="12223"/>
                    <a:pt x="35355" y="9793"/>
                    <a:pt x="35400" y="8470"/>
                  </a:cubicBezTo>
                  <a:cubicBezTo>
                    <a:pt x="35467" y="6651"/>
                    <a:pt x="34922" y="4734"/>
                    <a:pt x="33926" y="3184"/>
                  </a:cubicBezTo>
                  <a:lnTo>
                    <a:pt x="33926" y="3184"/>
                  </a:lnTo>
                  <a:cubicBezTo>
                    <a:pt x="34443" y="3035"/>
                    <a:pt x="34988" y="2966"/>
                    <a:pt x="35535" y="2966"/>
                  </a:cubicBezTo>
                  <a:cubicBezTo>
                    <a:pt x="36212" y="2966"/>
                    <a:pt x="36891" y="3072"/>
                    <a:pt x="37521" y="3265"/>
                  </a:cubicBezTo>
                  <a:cubicBezTo>
                    <a:pt x="42702" y="4807"/>
                    <a:pt x="43979" y="10638"/>
                    <a:pt x="44124" y="15386"/>
                  </a:cubicBezTo>
                  <a:cubicBezTo>
                    <a:pt x="44136" y="15506"/>
                    <a:pt x="44226" y="15566"/>
                    <a:pt x="44316" y="15566"/>
                  </a:cubicBezTo>
                  <a:cubicBezTo>
                    <a:pt x="44407" y="15566"/>
                    <a:pt x="44497" y="15506"/>
                    <a:pt x="44509" y="15386"/>
                  </a:cubicBezTo>
                  <a:lnTo>
                    <a:pt x="44509" y="15410"/>
                  </a:lnTo>
                  <a:cubicBezTo>
                    <a:pt x="44581" y="10373"/>
                    <a:pt x="43208" y="4518"/>
                    <a:pt x="37931" y="2614"/>
                  </a:cubicBezTo>
                  <a:cubicBezTo>
                    <a:pt x="37129" y="2325"/>
                    <a:pt x="36311" y="2187"/>
                    <a:pt x="35517" y="2187"/>
                  </a:cubicBezTo>
                  <a:cubicBezTo>
                    <a:pt x="34799" y="2187"/>
                    <a:pt x="34100" y="2300"/>
                    <a:pt x="33451" y="2516"/>
                  </a:cubicBezTo>
                  <a:lnTo>
                    <a:pt x="33451" y="2516"/>
                  </a:lnTo>
                  <a:cubicBezTo>
                    <a:pt x="32271" y="1018"/>
                    <a:pt x="30621" y="0"/>
                    <a:pt x="28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21" name="Google Shape;2721;p47"/>
            <p:cNvGrpSpPr/>
            <p:nvPr/>
          </p:nvGrpSpPr>
          <p:grpSpPr>
            <a:xfrm>
              <a:off x="7505336" y="3829280"/>
              <a:ext cx="764775" cy="618775"/>
              <a:chOff x="5718100" y="4101175"/>
              <a:chExt cx="764775" cy="618775"/>
            </a:xfrm>
          </p:grpSpPr>
          <p:sp>
            <p:nvSpPr>
              <p:cNvPr id="2722" name="Google Shape;2722;p47"/>
              <p:cNvSpPr/>
              <p:nvPr/>
            </p:nvSpPr>
            <p:spPr>
              <a:xfrm>
                <a:off x="6096250" y="4322625"/>
                <a:ext cx="146525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5861" h="5628" extrusionOk="0">
                    <a:moveTo>
                      <a:pt x="5815" y="0"/>
                    </a:moveTo>
                    <a:cubicBezTo>
                      <a:pt x="5697" y="0"/>
                      <a:pt x="5370" y="165"/>
                      <a:pt x="5278" y="200"/>
                    </a:cubicBezTo>
                    <a:lnTo>
                      <a:pt x="5278" y="200"/>
                    </a:lnTo>
                    <a:cubicBezTo>
                      <a:pt x="5308" y="186"/>
                      <a:pt x="5345" y="172"/>
                      <a:pt x="5374" y="157"/>
                    </a:cubicBezTo>
                    <a:lnTo>
                      <a:pt x="5374" y="157"/>
                    </a:lnTo>
                    <a:cubicBezTo>
                      <a:pt x="5326" y="181"/>
                      <a:pt x="5302" y="181"/>
                      <a:pt x="5254" y="205"/>
                    </a:cubicBezTo>
                    <a:cubicBezTo>
                      <a:pt x="5254" y="206"/>
                      <a:pt x="5255" y="207"/>
                      <a:pt x="5256" y="207"/>
                    </a:cubicBezTo>
                    <a:cubicBezTo>
                      <a:pt x="5260" y="207"/>
                      <a:pt x="5267" y="204"/>
                      <a:pt x="5278" y="200"/>
                    </a:cubicBezTo>
                    <a:lnTo>
                      <a:pt x="5278" y="200"/>
                    </a:lnTo>
                    <a:cubicBezTo>
                      <a:pt x="5257" y="210"/>
                      <a:pt x="5240" y="220"/>
                      <a:pt x="5230" y="229"/>
                    </a:cubicBezTo>
                    <a:cubicBezTo>
                      <a:pt x="5183" y="257"/>
                      <a:pt x="5165" y="264"/>
                      <a:pt x="5156" y="264"/>
                    </a:cubicBezTo>
                    <a:cubicBezTo>
                      <a:pt x="5148" y="264"/>
                      <a:pt x="5145" y="260"/>
                      <a:pt x="5136" y="260"/>
                    </a:cubicBezTo>
                    <a:cubicBezTo>
                      <a:pt x="5128" y="260"/>
                      <a:pt x="5114" y="263"/>
                      <a:pt x="5085" y="278"/>
                    </a:cubicBezTo>
                    <a:cubicBezTo>
                      <a:pt x="5085" y="278"/>
                      <a:pt x="5182" y="229"/>
                      <a:pt x="5254" y="181"/>
                    </a:cubicBezTo>
                    <a:lnTo>
                      <a:pt x="5254" y="181"/>
                    </a:lnTo>
                    <a:cubicBezTo>
                      <a:pt x="5182" y="205"/>
                      <a:pt x="5133" y="229"/>
                      <a:pt x="5061" y="278"/>
                    </a:cubicBezTo>
                    <a:cubicBezTo>
                      <a:pt x="5046" y="283"/>
                      <a:pt x="5037" y="285"/>
                      <a:pt x="5032" y="285"/>
                    </a:cubicBezTo>
                    <a:cubicBezTo>
                      <a:pt x="5018" y="285"/>
                      <a:pt x="5032" y="271"/>
                      <a:pt x="5018" y="271"/>
                    </a:cubicBezTo>
                    <a:cubicBezTo>
                      <a:pt x="5013" y="271"/>
                      <a:pt x="5004" y="272"/>
                      <a:pt x="4989" y="278"/>
                    </a:cubicBezTo>
                    <a:cubicBezTo>
                      <a:pt x="4917" y="326"/>
                      <a:pt x="4844" y="350"/>
                      <a:pt x="4796" y="374"/>
                    </a:cubicBezTo>
                    <a:cubicBezTo>
                      <a:pt x="4603" y="422"/>
                      <a:pt x="4531" y="494"/>
                      <a:pt x="4386" y="543"/>
                    </a:cubicBezTo>
                    <a:cubicBezTo>
                      <a:pt x="4314" y="543"/>
                      <a:pt x="4218" y="615"/>
                      <a:pt x="4121" y="663"/>
                    </a:cubicBezTo>
                    <a:cubicBezTo>
                      <a:pt x="4001" y="711"/>
                      <a:pt x="3929" y="760"/>
                      <a:pt x="3832" y="784"/>
                    </a:cubicBezTo>
                    <a:lnTo>
                      <a:pt x="3760" y="832"/>
                    </a:lnTo>
                    <a:cubicBezTo>
                      <a:pt x="3374" y="976"/>
                      <a:pt x="1832" y="1651"/>
                      <a:pt x="1446" y="1820"/>
                    </a:cubicBezTo>
                    <a:lnTo>
                      <a:pt x="1" y="2446"/>
                    </a:lnTo>
                    <a:lnTo>
                      <a:pt x="1205" y="3290"/>
                    </a:lnTo>
                    <a:cubicBezTo>
                      <a:pt x="1446" y="3458"/>
                      <a:pt x="1663" y="3603"/>
                      <a:pt x="1808" y="3699"/>
                    </a:cubicBezTo>
                    <a:cubicBezTo>
                      <a:pt x="1904" y="3772"/>
                      <a:pt x="2000" y="3868"/>
                      <a:pt x="2096" y="3916"/>
                    </a:cubicBezTo>
                    <a:lnTo>
                      <a:pt x="2096" y="3916"/>
                    </a:lnTo>
                    <a:cubicBezTo>
                      <a:pt x="2073" y="3904"/>
                      <a:pt x="2067" y="3898"/>
                      <a:pt x="2070" y="3898"/>
                    </a:cubicBezTo>
                    <a:lnTo>
                      <a:pt x="2070" y="3898"/>
                    </a:lnTo>
                    <a:cubicBezTo>
                      <a:pt x="2073" y="3898"/>
                      <a:pt x="2085" y="3904"/>
                      <a:pt x="2097" y="3916"/>
                    </a:cubicBezTo>
                    <a:cubicBezTo>
                      <a:pt x="2230" y="4013"/>
                      <a:pt x="2236" y="4013"/>
                      <a:pt x="2245" y="4013"/>
                    </a:cubicBezTo>
                    <a:cubicBezTo>
                      <a:pt x="2254" y="4013"/>
                      <a:pt x="2266" y="4013"/>
                      <a:pt x="2410" y="4109"/>
                    </a:cubicBezTo>
                    <a:cubicBezTo>
                      <a:pt x="2555" y="4205"/>
                      <a:pt x="2916" y="4471"/>
                      <a:pt x="3254" y="4712"/>
                    </a:cubicBezTo>
                    <a:lnTo>
                      <a:pt x="4507" y="5627"/>
                    </a:lnTo>
                    <a:lnTo>
                      <a:pt x="4531" y="5507"/>
                    </a:lnTo>
                    <a:cubicBezTo>
                      <a:pt x="4579" y="5338"/>
                      <a:pt x="4627" y="5145"/>
                      <a:pt x="4676" y="4977"/>
                    </a:cubicBezTo>
                    <a:cubicBezTo>
                      <a:pt x="4676" y="4880"/>
                      <a:pt x="4700" y="4808"/>
                      <a:pt x="4724" y="4712"/>
                    </a:cubicBezTo>
                    <a:lnTo>
                      <a:pt x="4748" y="4615"/>
                    </a:lnTo>
                    <a:lnTo>
                      <a:pt x="4748" y="4567"/>
                    </a:lnTo>
                    <a:cubicBezTo>
                      <a:pt x="4796" y="4374"/>
                      <a:pt x="5109" y="3314"/>
                      <a:pt x="5158" y="3097"/>
                    </a:cubicBezTo>
                    <a:lnTo>
                      <a:pt x="5158" y="3121"/>
                    </a:lnTo>
                    <a:cubicBezTo>
                      <a:pt x="5182" y="3025"/>
                      <a:pt x="5206" y="2928"/>
                      <a:pt x="5254" y="2832"/>
                    </a:cubicBezTo>
                    <a:cubicBezTo>
                      <a:pt x="5230" y="2832"/>
                      <a:pt x="5254" y="2687"/>
                      <a:pt x="5254" y="2615"/>
                    </a:cubicBezTo>
                    <a:cubicBezTo>
                      <a:pt x="5278" y="2519"/>
                      <a:pt x="5302" y="2302"/>
                      <a:pt x="5350" y="2157"/>
                    </a:cubicBezTo>
                    <a:cubicBezTo>
                      <a:pt x="5374" y="2013"/>
                      <a:pt x="5447" y="1772"/>
                      <a:pt x="5471" y="1675"/>
                    </a:cubicBezTo>
                    <a:cubicBezTo>
                      <a:pt x="5543" y="1410"/>
                      <a:pt x="5615" y="1145"/>
                      <a:pt x="5688" y="856"/>
                    </a:cubicBezTo>
                    <a:lnTo>
                      <a:pt x="5784" y="687"/>
                    </a:lnTo>
                    <a:lnTo>
                      <a:pt x="5784" y="663"/>
                    </a:lnTo>
                    <a:lnTo>
                      <a:pt x="5856" y="37"/>
                    </a:lnTo>
                    <a:cubicBezTo>
                      <a:pt x="5861" y="11"/>
                      <a:pt x="5844" y="0"/>
                      <a:pt x="58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47"/>
              <p:cNvSpPr/>
              <p:nvPr/>
            </p:nvSpPr>
            <p:spPr>
              <a:xfrm>
                <a:off x="6057250" y="4101175"/>
                <a:ext cx="122175" cy="159725"/>
              </a:xfrm>
              <a:custGeom>
                <a:avLst/>
                <a:gdLst/>
                <a:ahLst/>
                <a:cxnLst/>
                <a:rect l="l" t="t" r="r" b="b"/>
                <a:pathLst>
                  <a:path w="4887" h="6389" extrusionOk="0">
                    <a:moveTo>
                      <a:pt x="59" y="569"/>
                    </a:moveTo>
                    <a:cubicBezTo>
                      <a:pt x="63" y="606"/>
                      <a:pt x="67" y="629"/>
                      <a:pt x="67" y="629"/>
                    </a:cubicBezTo>
                    <a:cubicBezTo>
                      <a:pt x="53" y="629"/>
                      <a:pt x="55" y="599"/>
                      <a:pt x="59" y="569"/>
                    </a:cubicBezTo>
                    <a:close/>
                    <a:moveTo>
                      <a:pt x="79" y="0"/>
                    </a:moveTo>
                    <a:cubicBezTo>
                      <a:pt x="0" y="0"/>
                      <a:pt x="36" y="375"/>
                      <a:pt x="56" y="546"/>
                    </a:cubicBezTo>
                    <a:lnTo>
                      <a:pt x="56" y="546"/>
                    </a:lnTo>
                    <a:cubicBezTo>
                      <a:pt x="43" y="598"/>
                      <a:pt x="47" y="638"/>
                      <a:pt x="67" y="677"/>
                    </a:cubicBezTo>
                    <a:lnTo>
                      <a:pt x="91" y="677"/>
                    </a:lnTo>
                    <a:lnTo>
                      <a:pt x="91" y="822"/>
                    </a:lnTo>
                    <a:cubicBezTo>
                      <a:pt x="67" y="822"/>
                      <a:pt x="42" y="726"/>
                      <a:pt x="42" y="629"/>
                    </a:cubicBezTo>
                    <a:lnTo>
                      <a:pt x="42" y="629"/>
                    </a:lnTo>
                    <a:cubicBezTo>
                      <a:pt x="42" y="701"/>
                      <a:pt x="42" y="750"/>
                      <a:pt x="67" y="822"/>
                    </a:cubicBezTo>
                    <a:cubicBezTo>
                      <a:pt x="67" y="858"/>
                      <a:pt x="61" y="858"/>
                      <a:pt x="55" y="858"/>
                    </a:cubicBezTo>
                    <a:cubicBezTo>
                      <a:pt x="48" y="858"/>
                      <a:pt x="42" y="858"/>
                      <a:pt x="42" y="894"/>
                    </a:cubicBezTo>
                    <a:cubicBezTo>
                      <a:pt x="42" y="991"/>
                      <a:pt x="67" y="1063"/>
                      <a:pt x="67" y="1135"/>
                    </a:cubicBezTo>
                    <a:cubicBezTo>
                      <a:pt x="67" y="1304"/>
                      <a:pt x="91" y="1400"/>
                      <a:pt x="91" y="1569"/>
                    </a:cubicBezTo>
                    <a:cubicBezTo>
                      <a:pt x="91" y="1613"/>
                      <a:pt x="110" y="1716"/>
                      <a:pt x="96" y="1806"/>
                    </a:cubicBezTo>
                    <a:lnTo>
                      <a:pt x="96" y="1806"/>
                    </a:lnTo>
                    <a:cubicBezTo>
                      <a:pt x="96" y="1806"/>
                      <a:pt x="96" y="1806"/>
                      <a:pt x="95" y="1806"/>
                    </a:cubicBezTo>
                    <a:cubicBezTo>
                      <a:pt x="91" y="1806"/>
                      <a:pt x="91" y="1820"/>
                      <a:pt x="91" y="1834"/>
                    </a:cubicBezTo>
                    <a:cubicBezTo>
                      <a:pt x="93" y="1825"/>
                      <a:pt x="95" y="1816"/>
                      <a:pt x="96" y="1806"/>
                    </a:cubicBezTo>
                    <a:lnTo>
                      <a:pt x="96" y="1806"/>
                    </a:lnTo>
                    <a:cubicBezTo>
                      <a:pt x="100" y="1808"/>
                      <a:pt x="105" y="1815"/>
                      <a:pt x="115" y="1834"/>
                    </a:cubicBezTo>
                    <a:lnTo>
                      <a:pt x="115" y="2147"/>
                    </a:lnTo>
                    <a:lnTo>
                      <a:pt x="139" y="2220"/>
                    </a:lnTo>
                    <a:cubicBezTo>
                      <a:pt x="139" y="2653"/>
                      <a:pt x="259" y="4340"/>
                      <a:pt x="283" y="4750"/>
                    </a:cubicBezTo>
                    <a:lnTo>
                      <a:pt x="283" y="4726"/>
                    </a:lnTo>
                    <a:cubicBezTo>
                      <a:pt x="332" y="5135"/>
                      <a:pt x="356" y="5738"/>
                      <a:pt x="380" y="6388"/>
                    </a:cubicBezTo>
                    <a:lnTo>
                      <a:pt x="1585" y="5545"/>
                    </a:lnTo>
                    <a:cubicBezTo>
                      <a:pt x="1802" y="5376"/>
                      <a:pt x="2018" y="5232"/>
                      <a:pt x="2187" y="5111"/>
                    </a:cubicBezTo>
                    <a:cubicBezTo>
                      <a:pt x="2284" y="5063"/>
                      <a:pt x="2404" y="4967"/>
                      <a:pt x="2500" y="4918"/>
                    </a:cubicBezTo>
                    <a:lnTo>
                      <a:pt x="2500" y="4918"/>
                    </a:lnTo>
                    <a:cubicBezTo>
                      <a:pt x="2479" y="4926"/>
                      <a:pt x="2466" y="4928"/>
                      <a:pt x="2460" y="4928"/>
                    </a:cubicBezTo>
                    <a:cubicBezTo>
                      <a:pt x="2444" y="4928"/>
                      <a:pt x="2466" y="4911"/>
                      <a:pt x="2500" y="4894"/>
                    </a:cubicBezTo>
                    <a:cubicBezTo>
                      <a:pt x="2765" y="4702"/>
                      <a:pt x="2500" y="4870"/>
                      <a:pt x="2765" y="4678"/>
                    </a:cubicBezTo>
                    <a:cubicBezTo>
                      <a:pt x="2910" y="4557"/>
                      <a:pt x="3272" y="4316"/>
                      <a:pt x="3633" y="4075"/>
                    </a:cubicBezTo>
                    <a:cubicBezTo>
                      <a:pt x="4139" y="3714"/>
                      <a:pt x="4645" y="3376"/>
                      <a:pt x="4886" y="3208"/>
                    </a:cubicBezTo>
                    <a:lnTo>
                      <a:pt x="4790" y="3135"/>
                    </a:lnTo>
                    <a:cubicBezTo>
                      <a:pt x="4645" y="3039"/>
                      <a:pt x="4476" y="2942"/>
                      <a:pt x="4332" y="2822"/>
                    </a:cubicBezTo>
                    <a:lnTo>
                      <a:pt x="4115" y="2677"/>
                    </a:lnTo>
                    <a:lnTo>
                      <a:pt x="4019" y="2629"/>
                    </a:lnTo>
                    <a:lnTo>
                      <a:pt x="3970" y="2581"/>
                    </a:lnTo>
                    <a:lnTo>
                      <a:pt x="3994" y="2581"/>
                    </a:lnTo>
                    <a:cubicBezTo>
                      <a:pt x="3826" y="2485"/>
                      <a:pt x="2934" y="1834"/>
                      <a:pt x="2741" y="1713"/>
                    </a:cubicBezTo>
                    <a:lnTo>
                      <a:pt x="2741" y="1713"/>
                    </a:lnTo>
                    <a:lnTo>
                      <a:pt x="2765" y="1738"/>
                    </a:lnTo>
                    <a:cubicBezTo>
                      <a:pt x="2669" y="1689"/>
                      <a:pt x="2597" y="1617"/>
                      <a:pt x="2525" y="1545"/>
                    </a:cubicBezTo>
                    <a:cubicBezTo>
                      <a:pt x="2525" y="1548"/>
                      <a:pt x="2522" y="1550"/>
                      <a:pt x="2517" y="1550"/>
                    </a:cubicBezTo>
                    <a:cubicBezTo>
                      <a:pt x="2486" y="1550"/>
                      <a:pt x="2370" y="1490"/>
                      <a:pt x="2308" y="1448"/>
                    </a:cubicBezTo>
                    <a:cubicBezTo>
                      <a:pt x="2235" y="1400"/>
                      <a:pt x="2043" y="1304"/>
                      <a:pt x="1898" y="1207"/>
                    </a:cubicBezTo>
                    <a:cubicBezTo>
                      <a:pt x="1802" y="1159"/>
                      <a:pt x="1585" y="991"/>
                      <a:pt x="1512" y="942"/>
                    </a:cubicBezTo>
                    <a:cubicBezTo>
                      <a:pt x="1344" y="822"/>
                      <a:pt x="1079" y="605"/>
                      <a:pt x="814" y="460"/>
                    </a:cubicBezTo>
                    <a:lnTo>
                      <a:pt x="693" y="316"/>
                    </a:lnTo>
                    <a:lnTo>
                      <a:pt x="669" y="316"/>
                    </a:lnTo>
                    <a:lnTo>
                      <a:pt x="91" y="3"/>
                    </a:lnTo>
                    <a:cubicBezTo>
                      <a:pt x="86" y="1"/>
                      <a:pt x="83" y="0"/>
                      <a:pt x="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47"/>
              <p:cNvSpPr/>
              <p:nvPr/>
            </p:nvSpPr>
            <p:spPr>
              <a:xfrm>
                <a:off x="6055900" y="4576500"/>
                <a:ext cx="133150" cy="143450"/>
              </a:xfrm>
              <a:custGeom>
                <a:avLst/>
                <a:gdLst/>
                <a:ahLst/>
                <a:cxnLst/>
                <a:rect l="l" t="t" r="r" b="b"/>
                <a:pathLst>
                  <a:path w="5326" h="5738" extrusionOk="0">
                    <a:moveTo>
                      <a:pt x="4264" y="371"/>
                    </a:moveTo>
                    <a:lnTo>
                      <a:pt x="4264" y="371"/>
                    </a:lnTo>
                    <a:cubicBezTo>
                      <a:pt x="4252" y="382"/>
                      <a:pt x="4244" y="388"/>
                      <a:pt x="4241" y="388"/>
                    </a:cubicBezTo>
                    <a:lnTo>
                      <a:pt x="4264" y="371"/>
                    </a:lnTo>
                    <a:close/>
                    <a:moveTo>
                      <a:pt x="3314" y="1174"/>
                    </a:moveTo>
                    <a:lnTo>
                      <a:pt x="3314" y="1174"/>
                    </a:lnTo>
                    <a:cubicBezTo>
                      <a:pt x="3309" y="1177"/>
                      <a:pt x="3305" y="1180"/>
                      <a:pt x="3301" y="1183"/>
                    </a:cubicBezTo>
                    <a:cubicBezTo>
                      <a:pt x="3306" y="1180"/>
                      <a:pt x="3310" y="1177"/>
                      <a:pt x="3314" y="1174"/>
                    </a:cubicBezTo>
                    <a:close/>
                    <a:moveTo>
                      <a:pt x="4720" y="1"/>
                    </a:moveTo>
                    <a:cubicBezTo>
                      <a:pt x="4640" y="1"/>
                      <a:pt x="4417" y="225"/>
                      <a:pt x="4305" y="333"/>
                    </a:cubicBezTo>
                    <a:lnTo>
                      <a:pt x="4305" y="333"/>
                    </a:lnTo>
                    <a:cubicBezTo>
                      <a:pt x="4269" y="352"/>
                      <a:pt x="4236" y="375"/>
                      <a:pt x="4217" y="412"/>
                    </a:cubicBezTo>
                    <a:lnTo>
                      <a:pt x="4217" y="436"/>
                    </a:lnTo>
                    <a:cubicBezTo>
                      <a:pt x="4169" y="472"/>
                      <a:pt x="4163" y="472"/>
                      <a:pt x="4157" y="472"/>
                    </a:cubicBezTo>
                    <a:cubicBezTo>
                      <a:pt x="4151" y="472"/>
                      <a:pt x="4145" y="472"/>
                      <a:pt x="4097" y="509"/>
                    </a:cubicBezTo>
                    <a:cubicBezTo>
                      <a:pt x="4097" y="509"/>
                      <a:pt x="4169" y="436"/>
                      <a:pt x="4217" y="364"/>
                    </a:cubicBezTo>
                    <a:lnTo>
                      <a:pt x="4217" y="364"/>
                    </a:lnTo>
                    <a:cubicBezTo>
                      <a:pt x="4169" y="436"/>
                      <a:pt x="4097" y="485"/>
                      <a:pt x="4073" y="509"/>
                    </a:cubicBezTo>
                    <a:cubicBezTo>
                      <a:pt x="4058" y="523"/>
                      <a:pt x="4052" y="527"/>
                      <a:pt x="4049" y="527"/>
                    </a:cubicBezTo>
                    <a:cubicBezTo>
                      <a:pt x="4046" y="527"/>
                      <a:pt x="4046" y="523"/>
                      <a:pt x="4043" y="523"/>
                    </a:cubicBezTo>
                    <a:cubicBezTo>
                      <a:pt x="4038" y="523"/>
                      <a:pt x="4028" y="529"/>
                      <a:pt x="4000" y="557"/>
                    </a:cubicBezTo>
                    <a:cubicBezTo>
                      <a:pt x="3952" y="605"/>
                      <a:pt x="3904" y="653"/>
                      <a:pt x="3856" y="701"/>
                    </a:cubicBezTo>
                    <a:cubicBezTo>
                      <a:pt x="3687" y="822"/>
                      <a:pt x="3663" y="918"/>
                      <a:pt x="3518" y="1015"/>
                    </a:cubicBezTo>
                    <a:lnTo>
                      <a:pt x="3518" y="991"/>
                    </a:lnTo>
                    <a:cubicBezTo>
                      <a:pt x="3472" y="1037"/>
                      <a:pt x="3404" y="1105"/>
                      <a:pt x="3314" y="1174"/>
                    </a:cubicBezTo>
                    <a:lnTo>
                      <a:pt x="3314" y="1174"/>
                    </a:lnTo>
                    <a:cubicBezTo>
                      <a:pt x="3321" y="1170"/>
                      <a:pt x="3329" y="1168"/>
                      <a:pt x="3334" y="1168"/>
                    </a:cubicBezTo>
                    <a:cubicBezTo>
                      <a:pt x="3345" y="1168"/>
                      <a:pt x="3344" y="1179"/>
                      <a:pt x="3301" y="1207"/>
                    </a:cubicBezTo>
                    <a:cubicBezTo>
                      <a:pt x="3205" y="1280"/>
                      <a:pt x="3157" y="1328"/>
                      <a:pt x="3085" y="1376"/>
                    </a:cubicBezTo>
                    <a:lnTo>
                      <a:pt x="3036" y="1448"/>
                    </a:lnTo>
                    <a:cubicBezTo>
                      <a:pt x="2723" y="1762"/>
                      <a:pt x="1518" y="2894"/>
                      <a:pt x="1205" y="3183"/>
                    </a:cubicBezTo>
                    <a:lnTo>
                      <a:pt x="0" y="4316"/>
                    </a:lnTo>
                    <a:lnTo>
                      <a:pt x="1446" y="4702"/>
                    </a:lnTo>
                    <a:lnTo>
                      <a:pt x="2145" y="4870"/>
                    </a:lnTo>
                    <a:cubicBezTo>
                      <a:pt x="2241" y="4919"/>
                      <a:pt x="2386" y="4967"/>
                      <a:pt x="2482" y="4991"/>
                    </a:cubicBezTo>
                    <a:cubicBezTo>
                      <a:pt x="2458" y="4979"/>
                      <a:pt x="2452" y="4973"/>
                      <a:pt x="2455" y="4973"/>
                    </a:cubicBezTo>
                    <a:lnTo>
                      <a:pt x="2455" y="4973"/>
                    </a:lnTo>
                    <a:cubicBezTo>
                      <a:pt x="2458" y="4973"/>
                      <a:pt x="2470" y="4979"/>
                      <a:pt x="2482" y="4991"/>
                    </a:cubicBezTo>
                    <a:cubicBezTo>
                      <a:pt x="2639" y="5027"/>
                      <a:pt x="2645" y="5027"/>
                      <a:pt x="2654" y="5027"/>
                    </a:cubicBezTo>
                    <a:cubicBezTo>
                      <a:pt x="2663" y="5027"/>
                      <a:pt x="2675" y="5027"/>
                      <a:pt x="2844" y="5063"/>
                    </a:cubicBezTo>
                    <a:cubicBezTo>
                      <a:pt x="3012" y="5111"/>
                      <a:pt x="3446" y="5208"/>
                      <a:pt x="3856" y="5328"/>
                    </a:cubicBezTo>
                    <a:lnTo>
                      <a:pt x="5326" y="5738"/>
                    </a:lnTo>
                    <a:lnTo>
                      <a:pt x="5326" y="5617"/>
                    </a:lnTo>
                    <a:cubicBezTo>
                      <a:pt x="5302" y="5449"/>
                      <a:pt x="5277" y="5256"/>
                      <a:pt x="5253" y="5087"/>
                    </a:cubicBezTo>
                    <a:cubicBezTo>
                      <a:pt x="5253" y="4991"/>
                      <a:pt x="5253" y="4894"/>
                      <a:pt x="5229" y="4822"/>
                    </a:cubicBezTo>
                    <a:lnTo>
                      <a:pt x="5229" y="4702"/>
                    </a:lnTo>
                    <a:lnTo>
                      <a:pt x="5229" y="4653"/>
                    </a:lnTo>
                    <a:cubicBezTo>
                      <a:pt x="5205" y="4461"/>
                      <a:pt x="5133" y="3376"/>
                      <a:pt x="5109" y="3159"/>
                    </a:cubicBezTo>
                    <a:lnTo>
                      <a:pt x="5109" y="3183"/>
                    </a:lnTo>
                    <a:cubicBezTo>
                      <a:pt x="5085" y="3087"/>
                      <a:pt x="5085" y="2967"/>
                      <a:pt x="5109" y="2870"/>
                    </a:cubicBezTo>
                    <a:lnTo>
                      <a:pt x="5109" y="2870"/>
                    </a:lnTo>
                    <a:cubicBezTo>
                      <a:pt x="5107" y="2872"/>
                      <a:pt x="5106" y="2873"/>
                      <a:pt x="5104" y="2873"/>
                    </a:cubicBezTo>
                    <a:cubicBezTo>
                      <a:pt x="5082" y="2873"/>
                      <a:pt x="5059" y="2721"/>
                      <a:pt x="5036" y="2653"/>
                    </a:cubicBezTo>
                    <a:cubicBezTo>
                      <a:pt x="5036" y="2557"/>
                      <a:pt x="4988" y="2340"/>
                      <a:pt x="4964" y="2171"/>
                    </a:cubicBezTo>
                    <a:cubicBezTo>
                      <a:pt x="4940" y="2051"/>
                      <a:pt x="4940" y="1810"/>
                      <a:pt x="4916" y="1714"/>
                    </a:cubicBezTo>
                    <a:cubicBezTo>
                      <a:pt x="4916" y="1497"/>
                      <a:pt x="4892" y="1159"/>
                      <a:pt x="4868" y="870"/>
                    </a:cubicBezTo>
                    <a:lnTo>
                      <a:pt x="4892" y="677"/>
                    </a:lnTo>
                    <a:lnTo>
                      <a:pt x="4892" y="653"/>
                    </a:lnTo>
                    <a:lnTo>
                      <a:pt x="4747" y="27"/>
                    </a:lnTo>
                    <a:cubicBezTo>
                      <a:pt x="4744" y="9"/>
                      <a:pt x="4735" y="1"/>
                      <a:pt x="472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47"/>
              <p:cNvSpPr/>
              <p:nvPr/>
            </p:nvSpPr>
            <p:spPr>
              <a:xfrm>
                <a:off x="6325175" y="4385775"/>
                <a:ext cx="157700" cy="129350"/>
              </a:xfrm>
              <a:custGeom>
                <a:avLst/>
                <a:gdLst/>
                <a:ahLst/>
                <a:cxnLst/>
                <a:rect l="l" t="t" r="r" b="b"/>
                <a:pathLst>
                  <a:path w="6308" h="5174" extrusionOk="0">
                    <a:moveTo>
                      <a:pt x="5688" y="89"/>
                    </a:moveTo>
                    <a:cubicBezTo>
                      <a:pt x="5688" y="90"/>
                      <a:pt x="5690" y="91"/>
                      <a:pt x="5695" y="91"/>
                    </a:cubicBezTo>
                    <a:cubicBezTo>
                      <a:pt x="5700" y="91"/>
                      <a:pt x="5707" y="90"/>
                      <a:pt x="5716" y="89"/>
                    </a:cubicBezTo>
                    <a:close/>
                    <a:moveTo>
                      <a:pt x="6232" y="1"/>
                    </a:moveTo>
                    <a:cubicBezTo>
                      <a:pt x="6101" y="1"/>
                      <a:pt x="5808" y="75"/>
                      <a:pt x="5716" y="89"/>
                    </a:cubicBezTo>
                    <a:lnTo>
                      <a:pt x="5808" y="89"/>
                    </a:lnTo>
                    <a:cubicBezTo>
                      <a:pt x="5760" y="89"/>
                      <a:pt x="5688" y="89"/>
                      <a:pt x="5640" y="113"/>
                    </a:cubicBezTo>
                    <a:cubicBezTo>
                      <a:pt x="5607" y="121"/>
                      <a:pt x="5594" y="124"/>
                      <a:pt x="5587" y="124"/>
                    </a:cubicBezTo>
                    <a:cubicBezTo>
                      <a:pt x="5573" y="124"/>
                      <a:pt x="5583" y="113"/>
                      <a:pt x="5519" y="113"/>
                    </a:cubicBezTo>
                    <a:cubicBezTo>
                      <a:pt x="5519" y="113"/>
                      <a:pt x="5615" y="89"/>
                      <a:pt x="5688" y="65"/>
                    </a:cubicBezTo>
                    <a:cubicBezTo>
                      <a:pt x="5615" y="65"/>
                      <a:pt x="5567" y="89"/>
                      <a:pt x="5495" y="113"/>
                    </a:cubicBezTo>
                    <a:cubicBezTo>
                      <a:pt x="5447" y="113"/>
                      <a:pt x="5463" y="102"/>
                      <a:pt x="5458" y="102"/>
                    </a:cubicBezTo>
                    <a:cubicBezTo>
                      <a:pt x="5455" y="102"/>
                      <a:pt x="5447" y="105"/>
                      <a:pt x="5423" y="113"/>
                    </a:cubicBezTo>
                    <a:cubicBezTo>
                      <a:pt x="5350" y="137"/>
                      <a:pt x="5278" y="137"/>
                      <a:pt x="5182" y="161"/>
                    </a:cubicBezTo>
                    <a:cubicBezTo>
                      <a:pt x="5013" y="161"/>
                      <a:pt x="4917" y="234"/>
                      <a:pt x="4748" y="234"/>
                    </a:cubicBezTo>
                    <a:lnTo>
                      <a:pt x="4772" y="234"/>
                    </a:lnTo>
                    <a:cubicBezTo>
                      <a:pt x="4700" y="234"/>
                      <a:pt x="4603" y="282"/>
                      <a:pt x="4483" y="282"/>
                    </a:cubicBezTo>
                    <a:cubicBezTo>
                      <a:pt x="4531" y="282"/>
                      <a:pt x="4555" y="282"/>
                      <a:pt x="4483" y="306"/>
                    </a:cubicBezTo>
                    <a:cubicBezTo>
                      <a:pt x="4362" y="306"/>
                      <a:pt x="4290" y="330"/>
                      <a:pt x="4194" y="330"/>
                    </a:cubicBezTo>
                    <a:lnTo>
                      <a:pt x="4121" y="354"/>
                    </a:lnTo>
                    <a:cubicBezTo>
                      <a:pt x="3688" y="426"/>
                      <a:pt x="2049" y="740"/>
                      <a:pt x="1615" y="812"/>
                    </a:cubicBezTo>
                    <a:lnTo>
                      <a:pt x="1" y="1077"/>
                    </a:lnTo>
                    <a:lnTo>
                      <a:pt x="989" y="2186"/>
                    </a:lnTo>
                    <a:lnTo>
                      <a:pt x="1471" y="2716"/>
                    </a:lnTo>
                    <a:cubicBezTo>
                      <a:pt x="1543" y="2812"/>
                      <a:pt x="1639" y="2908"/>
                      <a:pt x="1712" y="2981"/>
                    </a:cubicBezTo>
                    <a:cubicBezTo>
                      <a:pt x="1691" y="2960"/>
                      <a:pt x="1688" y="2953"/>
                      <a:pt x="1691" y="2953"/>
                    </a:cubicBezTo>
                    <a:lnTo>
                      <a:pt x="1691" y="2953"/>
                    </a:lnTo>
                    <a:cubicBezTo>
                      <a:pt x="1696" y="2953"/>
                      <a:pt x="1712" y="2967"/>
                      <a:pt x="1712" y="2981"/>
                    </a:cubicBezTo>
                    <a:cubicBezTo>
                      <a:pt x="1820" y="3113"/>
                      <a:pt x="1826" y="3113"/>
                      <a:pt x="1835" y="3113"/>
                    </a:cubicBezTo>
                    <a:cubicBezTo>
                      <a:pt x="1844" y="3113"/>
                      <a:pt x="1856" y="3113"/>
                      <a:pt x="1977" y="3246"/>
                    </a:cubicBezTo>
                    <a:cubicBezTo>
                      <a:pt x="2097" y="3390"/>
                      <a:pt x="2386" y="3704"/>
                      <a:pt x="2676" y="4017"/>
                    </a:cubicBezTo>
                    <a:lnTo>
                      <a:pt x="3688" y="5174"/>
                    </a:lnTo>
                    <a:lnTo>
                      <a:pt x="3736" y="5077"/>
                    </a:lnTo>
                    <a:cubicBezTo>
                      <a:pt x="3808" y="4909"/>
                      <a:pt x="3905" y="4740"/>
                      <a:pt x="3977" y="4595"/>
                    </a:cubicBezTo>
                    <a:lnTo>
                      <a:pt x="4097" y="4354"/>
                    </a:lnTo>
                    <a:cubicBezTo>
                      <a:pt x="4097" y="4306"/>
                      <a:pt x="4146" y="4282"/>
                      <a:pt x="4146" y="4258"/>
                    </a:cubicBezTo>
                    <a:lnTo>
                      <a:pt x="4194" y="4186"/>
                    </a:lnTo>
                    <a:lnTo>
                      <a:pt x="4194" y="4210"/>
                    </a:lnTo>
                    <a:cubicBezTo>
                      <a:pt x="4266" y="4041"/>
                      <a:pt x="4796" y="3077"/>
                      <a:pt x="4893" y="2884"/>
                    </a:cubicBezTo>
                    <a:lnTo>
                      <a:pt x="4893" y="2908"/>
                    </a:lnTo>
                    <a:cubicBezTo>
                      <a:pt x="4941" y="2812"/>
                      <a:pt x="4989" y="2716"/>
                      <a:pt x="5061" y="2619"/>
                    </a:cubicBezTo>
                    <a:cubicBezTo>
                      <a:pt x="5013" y="2619"/>
                      <a:pt x="5085" y="2475"/>
                      <a:pt x="5109" y="2427"/>
                    </a:cubicBezTo>
                    <a:cubicBezTo>
                      <a:pt x="5158" y="2330"/>
                      <a:pt x="5254" y="2113"/>
                      <a:pt x="5326" y="1993"/>
                    </a:cubicBezTo>
                    <a:cubicBezTo>
                      <a:pt x="5374" y="1848"/>
                      <a:pt x="5447" y="1704"/>
                      <a:pt x="5543" y="1559"/>
                    </a:cubicBezTo>
                    <a:cubicBezTo>
                      <a:pt x="5640" y="1366"/>
                      <a:pt x="5832" y="1101"/>
                      <a:pt x="5953" y="836"/>
                    </a:cubicBezTo>
                    <a:lnTo>
                      <a:pt x="6073" y="667"/>
                    </a:lnTo>
                    <a:lnTo>
                      <a:pt x="6073" y="643"/>
                    </a:lnTo>
                    <a:lnTo>
                      <a:pt x="6290" y="41"/>
                    </a:lnTo>
                    <a:cubicBezTo>
                      <a:pt x="6308" y="12"/>
                      <a:pt x="6281" y="1"/>
                      <a:pt x="6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47"/>
              <p:cNvSpPr/>
              <p:nvPr/>
            </p:nvSpPr>
            <p:spPr>
              <a:xfrm>
                <a:off x="6266150" y="4137375"/>
                <a:ext cx="133750" cy="143400"/>
              </a:xfrm>
              <a:custGeom>
                <a:avLst/>
                <a:gdLst/>
                <a:ahLst/>
                <a:cxnLst/>
                <a:rect l="l" t="t" r="r" b="b"/>
                <a:pathLst>
                  <a:path w="5350" h="5736" extrusionOk="0">
                    <a:moveTo>
                      <a:pt x="4507" y="0"/>
                    </a:moveTo>
                    <a:cubicBezTo>
                      <a:pt x="4418" y="0"/>
                      <a:pt x="4113" y="378"/>
                      <a:pt x="4056" y="409"/>
                    </a:cubicBezTo>
                    <a:lnTo>
                      <a:pt x="4056" y="409"/>
                    </a:lnTo>
                    <a:cubicBezTo>
                      <a:pt x="4079" y="380"/>
                      <a:pt x="4104" y="354"/>
                      <a:pt x="4120" y="339"/>
                    </a:cubicBezTo>
                    <a:lnTo>
                      <a:pt x="4120" y="339"/>
                    </a:lnTo>
                    <a:lnTo>
                      <a:pt x="4049" y="410"/>
                    </a:lnTo>
                    <a:cubicBezTo>
                      <a:pt x="4049" y="411"/>
                      <a:pt x="4050" y="411"/>
                      <a:pt x="4051" y="411"/>
                    </a:cubicBezTo>
                    <a:cubicBezTo>
                      <a:pt x="4052" y="411"/>
                      <a:pt x="4054" y="410"/>
                      <a:pt x="4056" y="409"/>
                    </a:cubicBezTo>
                    <a:lnTo>
                      <a:pt x="4056" y="409"/>
                    </a:lnTo>
                    <a:cubicBezTo>
                      <a:pt x="4044" y="425"/>
                      <a:pt x="4033" y="441"/>
                      <a:pt x="4024" y="458"/>
                    </a:cubicBezTo>
                    <a:cubicBezTo>
                      <a:pt x="3988" y="506"/>
                      <a:pt x="3976" y="506"/>
                      <a:pt x="3964" y="506"/>
                    </a:cubicBezTo>
                    <a:cubicBezTo>
                      <a:pt x="3952" y="506"/>
                      <a:pt x="3940" y="506"/>
                      <a:pt x="3904" y="555"/>
                    </a:cubicBezTo>
                    <a:cubicBezTo>
                      <a:pt x="3904" y="555"/>
                      <a:pt x="3952" y="482"/>
                      <a:pt x="4024" y="410"/>
                    </a:cubicBezTo>
                    <a:lnTo>
                      <a:pt x="4024" y="410"/>
                    </a:lnTo>
                    <a:cubicBezTo>
                      <a:pt x="3976" y="458"/>
                      <a:pt x="3904" y="506"/>
                      <a:pt x="3880" y="555"/>
                    </a:cubicBezTo>
                    <a:cubicBezTo>
                      <a:pt x="3867" y="568"/>
                      <a:pt x="3861" y="572"/>
                      <a:pt x="3857" y="572"/>
                    </a:cubicBezTo>
                    <a:cubicBezTo>
                      <a:pt x="3852" y="572"/>
                      <a:pt x="3854" y="561"/>
                      <a:pt x="3844" y="561"/>
                    </a:cubicBezTo>
                    <a:cubicBezTo>
                      <a:pt x="3838" y="561"/>
                      <a:pt x="3828" y="565"/>
                      <a:pt x="3808" y="579"/>
                    </a:cubicBezTo>
                    <a:cubicBezTo>
                      <a:pt x="3759" y="651"/>
                      <a:pt x="3711" y="699"/>
                      <a:pt x="3663" y="747"/>
                    </a:cubicBezTo>
                    <a:cubicBezTo>
                      <a:pt x="3518" y="868"/>
                      <a:pt x="3494" y="964"/>
                      <a:pt x="3350" y="1085"/>
                    </a:cubicBezTo>
                    <a:cubicBezTo>
                      <a:pt x="3302" y="1109"/>
                      <a:pt x="3229" y="1205"/>
                      <a:pt x="3157" y="1278"/>
                    </a:cubicBezTo>
                    <a:cubicBezTo>
                      <a:pt x="3167" y="1268"/>
                      <a:pt x="3177" y="1262"/>
                      <a:pt x="3182" y="1262"/>
                    </a:cubicBezTo>
                    <a:cubicBezTo>
                      <a:pt x="3189" y="1262"/>
                      <a:pt x="3185" y="1273"/>
                      <a:pt x="3157" y="1302"/>
                    </a:cubicBezTo>
                    <a:cubicBezTo>
                      <a:pt x="3061" y="1374"/>
                      <a:pt x="3012" y="1446"/>
                      <a:pt x="2940" y="1494"/>
                    </a:cubicBezTo>
                    <a:lnTo>
                      <a:pt x="2892" y="1567"/>
                    </a:lnTo>
                    <a:cubicBezTo>
                      <a:pt x="2603" y="1856"/>
                      <a:pt x="1422" y="3061"/>
                      <a:pt x="1133" y="3374"/>
                    </a:cubicBezTo>
                    <a:lnTo>
                      <a:pt x="0" y="4555"/>
                    </a:lnTo>
                    <a:lnTo>
                      <a:pt x="1446" y="4868"/>
                    </a:lnTo>
                    <a:cubicBezTo>
                      <a:pt x="1711" y="4916"/>
                      <a:pt x="1952" y="4989"/>
                      <a:pt x="2145" y="5013"/>
                    </a:cubicBezTo>
                    <a:cubicBezTo>
                      <a:pt x="2241" y="5061"/>
                      <a:pt x="2386" y="5085"/>
                      <a:pt x="2506" y="5109"/>
                    </a:cubicBezTo>
                    <a:cubicBezTo>
                      <a:pt x="2434" y="5085"/>
                      <a:pt x="2458" y="5085"/>
                      <a:pt x="2506" y="5085"/>
                    </a:cubicBezTo>
                    <a:cubicBezTo>
                      <a:pt x="2663" y="5121"/>
                      <a:pt x="2669" y="5121"/>
                      <a:pt x="2675" y="5121"/>
                    </a:cubicBezTo>
                    <a:cubicBezTo>
                      <a:pt x="2681" y="5121"/>
                      <a:pt x="2687" y="5121"/>
                      <a:pt x="2844" y="5157"/>
                    </a:cubicBezTo>
                    <a:cubicBezTo>
                      <a:pt x="3036" y="5181"/>
                      <a:pt x="3446" y="5278"/>
                      <a:pt x="3880" y="5374"/>
                    </a:cubicBezTo>
                    <a:lnTo>
                      <a:pt x="5350" y="5736"/>
                    </a:lnTo>
                    <a:lnTo>
                      <a:pt x="5350" y="5615"/>
                    </a:lnTo>
                    <a:cubicBezTo>
                      <a:pt x="5326" y="5446"/>
                      <a:pt x="5302" y="5254"/>
                      <a:pt x="5278" y="5085"/>
                    </a:cubicBezTo>
                    <a:lnTo>
                      <a:pt x="5229" y="4820"/>
                    </a:lnTo>
                    <a:cubicBezTo>
                      <a:pt x="5229" y="4772"/>
                      <a:pt x="5229" y="4748"/>
                      <a:pt x="5229" y="4699"/>
                    </a:cubicBezTo>
                    <a:cubicBezTo>
                      <a:pt x="5205" y="4675"/>
                      <a:pt x="5229" y="4651"/>
                      <a:pt x="5229" y="4651"/>
                    </a:cubicBezTo>
                    <a:cubicBezTo>
                      <a:pt x="5181" y="4458"/>
                      <a:pt x="5061" y="3374"/>
                      <a:pt x="5037" y="3157"/>
                    </a:cubicBezTo>
                    <a:lnTo>
                      <a:pt x="5037" y="3181"/>
                    </a:lnTo>
                    <a:cubicBezTo>
                      <a:pt x="5012" y="3061"/>
                      <a:pt x="5012" y="2964"/>
                      <a:pt x="5012" y="2844"/>
                    </a:cubicBezTo>
                    <a:cubicBezTo>
                      <a:pt x="5011" y="2846"/>
                      <a:pt x="5009" y="2847"/>
                      <a:pt x="5007" y="2847"/>
                    </a:cubicBezTo>
                    <a:cubicBezTo>
                      <a:pt x="4981" y="2847"/>
                      <a:pt x="4940" y="2718"/>
                      <a:pt x="4940" y="2651"/>
                    </a:cubicBezTo>
                    <a:cubicBezTo>
                      <a:pt x="4916" y="2555"/>
                      <a:pt x="4868" y="2362"/>
                      <a:pt x="4844" y="2193"/>
                    </a:cubicBezTo>
                    <a:cubicBezTo>
                      <a:pt x="4820" y="2049"/>
                      <a:pt x="4796" y="1808"/>
                      <a:pt x="4771" y="1711"/>
                    </a:cubicBezTo>
                    <a:cubicBezTo>
                      <a:pt x="4747" y="1494"/>
                      <a:pt x="4747" y="1157"/>
                      <a:pt x="4675" y="868"/>
                    </a:cubicBezTo>
                    <a:lnTo>
                      <a:pt x="4699" y="675"/>
                    </a:lnTo>
                    <a:lnTo>
                      <a:pt x="4699" y="651"/>
                    </a:lnTo>
                    <a:lnTo>
                      <a:pt x="4531" y="25"/>
                    </a:lnTo>
                    <a:cubicBezTo>
                      <a:pt x="4528" y="8"/>
                      <a:pt x="4519" y="0"/>
                      <a:pt x="450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47"/>
              <p:cNvSpPr/>
              <p:nvPr/>
            </p:nvSpPr>
            <p:spPr>
              <a:xfrm>
                <a:off x="5922150" y="4411525"/>
                <a:ext cx="136175" cy="139750"/>
              </a:xfrm>
              <a:custGeom>
                <a:avLst/>
                <a:gdLst/>
                <a:ahLst/>
                <a:cxnLst/>
                <a:rect l="l" t="t" r="r" b="b"/>
                <a:pathLst>
                  <a:path w="5447" h="5590" extrusionOk="0">
                    <a:moveTo>
                      <a:pt x="3498" y="453"/>
                    </a:moveTo>
                    <a:lnTo>
                      <a:pt x="3495" y="457"/>
                    </a:lnTo>
                    <a:cubicBezTo>
                      <a:pt x="3495" y="457"/>
                      <a:pt x="3495" y="457"/>
                      <a:pt x="3496" y="457"/>
                    </a:cubicBezTo>
                    <a:lnTo>
                      <a:pt x="3496" y="457"/>
                    </a:lnTo>
                    <a:cubicBezTo>
                      <a:pt x="3496" y="456"/>
                      <a:pt x="3497" y="455"/>
                      <a:pt x="3498" y="453"/>
                    </a:cubicBezTo>
                    <a:close/>
                    <a:moveTo>
                      <a:pt x="2509" y="5315"/>
                    </a:moveTo>
                    <a:cubicBezTo>
                      <a:pt x="2511" y="5320"/>
                      <a:pt x="2525" y="5324"/>
                      <a:pt x="2555" y="5324"/>
                    </a:cubicBezTo>
                    <a:cubicBezTo>
                      <a:pt x="2540" y="5321"/>
                      <a:pt x="2524" y="5318"/>
                      <a:pt x="2509" y="5315"/>
                    </a:cubicBezTo>
                    <a:close/>
                    <a:moveTo>
                      <a:pt x="3903" y="1"/>
                    </a:moveTo>
                    <a:cubicBezTo>
                      <a:pt x="3831" y="1"/>
                      <a:pt x="3654" y="262"/>
                      <a:pt x="3558" y="389"/>
                    </a:cubicBezTo>
                    <a:lnTo>
                      <a:pt x="3558" y="389"/>
                    </a:lnTo>
                    <a:cubicBezTo>
                      <a:pt x="3532" y="405"/>
                      <a:pt x="3514" y="428"/>
                      <a:pt x="3498" y="453"/>
                    </a:cubicBezTo>
                    <a:lnTo>
                      <a:pt x="3498" y="453"/>
                    </a:lnTo>
                    <a:lnTo>
                      <a:pt x="3544" y="407"/>
                    </a:lnTo>
                    <a:lnTo>
                      <a:pt x="3544" y="407"/>
                    </a:lnTo>
                    <a:cubicBezTo>
                      <a:pt x="3520" y="438"/>
                      <a:pt x="3503" y="457"/>
                      <a:pt x="3496" y="457"/>
                    </a:cubicBezTo>
                    <a:cubicBezTo>
                      <a:pt x="3496" y="457"/>
                      <a:pt x="3496" y="457"/>
                      <a:pt x="3496" y="457"/>
                    </a:cubicBezTo>
                    <a:lnTo>
                      <a:pt x="3496" y="457"/>
                    </a:lnTo>
                    <a:cubicBezTo>
                      <a:pt x="3487" y="473"/>
                      <a:pt x="3479" y="489"/>
                      <a:pt x="3470" y="505"/>
                    </a:cubicBezTo>
                    <a:lnTo>
                      <a:pt x="3470" y="529"/>
                    </a:lnTo>
                    <a:cubicBezTo>
                      <a:pt x="3398" y="601"/>
                      <a:pt x="3446" y="529"/>
                      <a:pt x="3374" y="625"/>
                    </a:cubicBezTo>
                    <a:cubicBezTo>
                      <a:pt x="3350" y="625"/>
                      <a:pt x="3422" y="529"/>
                      <a:pt x="3470" y="457"/>
                    </a:cubicBezTo>
                    <a:lnTo>
                      <a:pt x="3470" y="457"/>
                    </a:lnTo>
                    <a:cubicBezTo>
                      <a:pt x="3422" y="529"/>
                      <a:pt x="3350" y="577"/>
                      <a:pt x="3350" y="625"/>
                    </a:cubicBezTo>
                    <a:cubicBezTo>
                      <a:pt x="3350" y="631"/>
                      <a:pt x="3350" y="633"/>
                      <a:pt x="3349" y="633"/>
                    </a:cubicBezTo>
                    <a:cubicBezTo>
                      <a:pt x="3348" y="633"/>
                      <a:pt x="3345" y="631"/>
                      <a:pt x="3341" y="631"/>
                    </a:cubicBezTo>
                    <a:cubicBezTo>
                      <a:pt x="3332" y="631"/>
                      <a:pt x="3314" y="637"/>
                      <a:pt x="3278" y="674"/>
                    </a:cubicBezTo>
                    <a:cubicBezTo>
                      <a:pt x="3254" y="746"/>
                      <a:pt x="3205" y="794"/>
                      <a:pt x="3157" y="866"/>
                    </a:cubicBezTo>
                    <a:cubicBezTo>
                      <a:pt x="3037" y="987"/>
                      <a:pt x="2988" y="1083"/>
                      <a:pt x="2892" y="1204"/>
                    </a:cubicBezTo>
                    <a:cubicBezTo>
                      <a:pt x="2844" y="1228"/>
                      <a:pt x="2772" y="1324"/>
                      <a:pt x="2699" y="1421"/>
                    </a:cubicBezTo>
                    <a:cubicBezTo>
                      <a:pt x="2627" y="1517"/>
                      <a:pt x="2579" y="1589"/>
                      <a:pt x="2531" y="1662"/>
                    </a:cubicBezTo>
                    <a:lnTo>
                      <a:pt x="2482" y="1734"/>
                    </a:lnTo>
                    <a:cubicBezTo>
                      <a:pt x="2217" y="2071"/>
                      <a:pt x="1205" y="3421"/>
                      <a:pt x="940" y="3758"/>
                    </a:cubicBezTo>
                    <a:lnTo>
                      <a:pt x="0" y="5083"/>
                    </a:lnTo>
                    <a:lnTo>
                      <a:pt x="1470" y="5204"/>
                    </a:lnTo>
                    <a:cubicBezTo>
                      <a:pt x="1735" y="5228"/>
                      <a:pt x="2000" y="5252"/>
                      <a:pt x="2193" y="5276"/>
                    </a:cubicBezTo>
                    <a:cubicBezTo>
                      <a:pt x="2299" y="5276"/>
                      <a:pt x="2404" y="5295"/>
                      <a:pt x="2509" y="5315"/>
                    </a:cubicBezTo>
                    <a:lnTo>
                      <a:pt x="2509" y="5315"/>
                    </a:lnTo>
                    <a:cubicBezTo>
                      <a:pt x="2507" y="5309"/>
                      <a:pt x="2527" y="5300"/>
                      <a:pt x="2555" y="5300"/>
                    </a:cubicBezTo>
                    <a:cubicBezTo>
                      <a:pt x="2675" y="5300"/>
                      <a:pt x="2796" y="5324"/>
                      <a:pt x="2916" y="5324"/>
                    </a:cubicBezTo>
                    <a:cubicBezTo>
                      <a:pt x="3085" y="5324"/>
                      <a:pt x="3519" y="5373"/>
                      <a:pt x="3952" y="5421"/>
                    </a:cubicBezTo>
                    <a:lnTo>
                      <a:pt x="5446" y="5589"/>
                    </a:lnTo>
                    <a:cubicBezTo>
                      <a:pt x="5446" y="5517"/>
                      <a:pt x="5422" y="5493"/>
                      <a:pt x="5422" y="5469"/>
                    </a:cubicBezTo>
                    <a:cubicBezTo>
                      <a:pt x="5374" y="5300"/>
                      <a:pt x="5326" y="5108"/>
                      <a:pt x="5278" y="4939"/>
                    </a:cubicBezTo>
                    <a:cubicBezTo>
                      <a:pt x="5254" y="4842"/>
                      <a:pt x="5230" y="4770"/>
                      <a:pt x="5205" y="4674"/>
                    </a:cubicBezTo>
                    <a:lnTo>
                      <a:pt x="5181" y="4577"/>
                    </a:lnTo>
                    <a:cubicBezTo>
                      <a:pt x="5181" y="4553"/>
                      <a:pt x="5157" y="4529"/>
                      <a:pt x="5157" y="4505"/>
                    </a:cubicBezTo>
                    <a:lnTo>
                      <a:pt x="5157" y="4529"/>
                    </a:lnTo>
                    <a:cubicBezTo>
                      <a:pt x="5109" y="4336"/>
                      <a:pt x="4844" y="3276"/>
                      <a:pt x="4772" y="3059"/>
                    </a:cubicBezTo>
                    <a:lnTo>
                      <a:pt x="4772" y="3083"/>
                    </a:lnTo>
                    <a:cubicBezTo>
                      <a:pt x="4748" y="2987"/>
                      <a:pt x="4724" y="2891"/>
                      <a:pt x="4724" y="2770"/>
                    </a:cubicBezTo>
                    <a:cubicBezTo>
                      <a:pt x="4722" y="2772"/>
                      <a:pt x="4720" y="2773"/>
                      <a:pt x="4718" y="2773"/>
                    </a:cubicBezTo>
                    <a:cubicBezTo>
                      <a:pt x="4692" y="2773"/>
                      <a:pt x="4649" y="2644"/>
                      <a:pt x="4627" y="2577"/>
                    </a:cubicBezTo>
                    <a:cubicBezTo>
                      <a:pt x="4603" y="2481"/>
                      <a:pt x="4507" y="2288"/>
                      <a:pt x="4483" y="2119"/>
                    </a:cubicBezTo>
                    <a:cubicBezTo>
                      <a:pt x="4434" y="1999"/>
                      <a:pt x="4386" y="1758"/>
                      <a:pt x="4362" y="1662"/>
                    </a:cubicBezTo>
                    <a:cubicBezTo>
                      <a:pt x="4314" y="1445"/>
                      <a:pt x="4242" y="1131"/>
                      <a:pt x="4169" y="842"/>
                    </a:cubicBezTo>
                    <a:lnTo>
                      <a:pt x="4169" y="649"/>
                    </a:lnTo>
                    <a:lnTo>
                      <a:pt x="4169" y="625"/>
                    </a:lnTo>
                    <a:lnTo>
                      <a:pt x="3928" y="23"/>
                    </a:lnTo>
                    <a:cubicBezTo>
                      <a:pt x="3923" y="7"/>
                      <a:pt x="3914" y="1"/>
                      <a:pt x="390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47"/>
              <p:cNvSpPr/>
              <p:nvPr/>
            </p:nvSpPr>
            <p:spPr>
              <a:xfrm>
                <a:off x="5718100" y="4560275"/>
                <a:ext cx="146225" cy="140400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5616" extrusionOk="0">
                    <a:moveTo>
                      <a:pt x="138" y="1"/>
                    </a:moveTo>
                    <a:cubicBezTo>
                      <a:pt x="1" y="1"/>
                      <a:pt x="245" y="366"/>
                      <a:pt x="329" y="504"/>
                    </a:cubicBezTo>
                    <a:lnTo>
                      <a:pt x="329" y="504"/>
                    </a:lnTo>
                    <a:cubicBezTo>
                      <a:pt x="338" y="521"/>
                      <a:pt x="346" y="538"/>
                      <a:pt x="355" y="555"/>
                    </a:cubicBezTo>
                    <a:lnTo>
                      <a:pt x="355" y="555"/>
                    </a:lnTo>
                    <a:cubicBezTo>
                      <a:pt x="355" y="553"/>
                      <a:pt x="355" y="551"/>
                      <a:pt x="354" y="548"/>
                    </a:cubicBezTo>
                    <a:lnTo>
                      <a:pt x="354" y="548"/>
                    </a:lnTo>
                    <a:cubicBezTo>
                      <a:pt x="356" y="553"/>
                      <a:pt x="356" y="555"/>
                      <a:pt x="355" y="555"/>
                    </a:cubicBezTo>
                    <a:lnTo>
                      <a:pt x="355" y="555"/>
                    </a:lnTo>
                    <a:cubicBezTo>
                      <a:pt x="363" y="571"/>
                      <a:pt x="371" y="587"/>
                      <a:pt x="379" y="603"/>
                    </a:cubicBezTo>
                    <a:lnTo>
                      <a:pt x="403" y="603"/>
                    </a:lnTo>
                    <a:cubicBezTo>
                      <a:pt x="475" y="700"/>
                      <a:pt x="403" y="627"/>
                      <a:pt x="475" y="724"/>
                    </a:cubicBezTo>
                    <a:cubicBezTo>
                      <a:pt x="475" y="726"/>
                      <a:pt x="474" y="728"/>
                      <a:pt x="473" y="728"/>
                    </a:cubicBezTo>
                    <a:cubicBezTo>
                      <a:pt x="460" y="728"/>
                      <a:pt x="398" y="644"/>
                      <a:pt x="355" y="579"/>
                    </a:cubicBezTo>
                    <a:lnTo>
                      <a:pt x="355" y="579"/>
                    </a:lnTo>
                    <a:cubicBezTo>
                      <a:pt x="403" y="652"/>
                      <a:pt x="427" y="724"/>
                      <a:pt x="451" y="748"/>
                    </a:cubicBezTo>
                    <a:cubicBezTo>
                      <a:pt x="475" y="820"/>
                      <a:pt x="427" y="748"/>
                      <a:pt x="475" y="844"/>
                    </a:cubicBezTo>
                    <a:cubicBezTo>
                      <a:pt x="523" y="893"/>
                      <a:pt x="548" y="965"/>
                      <a:pt x="596" y="1037"/>
                    </a:cubicBezTo>
                    <a:cubicBezTo>
                      <a:pt x="668" y="1182"/>
                      <a:pt x="740" y="1254"/>
                      <a:pt x="813" y="1423"/>
                    </a:cubicBezTo>
                    <a:lnTo>
                      <a:pt x="813" y="1399"/>
                    </a:lnTo>
                    <a:cubicBezTo>
                      <a:pt x="837" y="1447"/>
                      <a:pt x="909" y="1543"/>
                      <a:pt x="933" y="1640"/>
                    </a:cubicBezTo>
                    <a:cubicBezTo>
                      <a:pt x="933" y="1626"/>
                      <a:pt x="933" y="1612"/>
                      <a:pt x="938" y="1612"/>
                    </a:cubicBezTo>
                    <a:cubicBezTo>
                      <a:pt x="941" y="1612"/>
                      <a:pt x="947" y="1619"/>
                      <a:pt x="957" y="1640"/>
                    </a:cubicBezTo>
                    <a:cubicBezTo>
                      <a:pt x="1005" y="1760"/>
                      <a:pt x="1054" y="1832"/>
                      <a:pt x="1102" y="1905"/>
                    </a:cubicBezTo>
                    <a:lnTo>
                      <a:pt x="1150" y="1977"/>
                    </a:lnTo>
                    <a:cubicBezTo>
                      <a:pt x="1343" y="2363"/>
                      <a:pt x="2186" y="3808"/>
                      <a:pt x="2403" y="4170"/>
                    </a:cubicBezTo>
                    <a:lnTo>
                      <a:pt x="3222" y="5616"/>
                    </a:lnTo>
                    <a:lnTo>
                      <a:pt x="3921" y="4314"/>
                    </a:lnTo>
                    <a:cubicBezTo>
                      <a:pt x="4042" y="4073"/>
                      <a:pt x="4162" y="3832"/>
                      <a:pt x="4259" y="3664"/>
                    </a:cubicBezTo>
                    <a:cubicBezTo>
                      <a:pt x="4331" y="3567"/>
                      <a:pt x="4379" y="3447"/>
                      <a:pt x="4451" y="3351"/>
                    </a:cubicBezTo>
                    <a:cubicBezTo>
                      <a:pt x="4500" y="3254"/>
                      <a:pt x="4548" y="3158"/>
                      <a:pt x="4596" y="3037"/>
                    </a:cubicBezTo>
                    <a:cubicBezTo>
                      <a:pt x="4692" y="2869"/>
                      <a:pt x="4909" y="2507"/>
                      <a:pt x="5102" y="2122"/>
                    </a:cubicBezTo>
                    <a:cubicBezTo>
                      <a:pt x="5415" y="1591"/>
                      <a:pt x="5704" y="1037"/>
                      <a:pt x="5849" y="796"/>
                    </a:cubicBezTo>
                    <a:lnTo>
                      <a:pt x="5729" y="772"/>
                    </a:lnTo>
                    <a:cubicBezTo>
                      <a:pt x="5560" y="772"/>
                      <a:pt x="5367" y="724"/>
                      <a:pt x="5198" y="700"/>
                    </a:cubicBezTo>
                    <a:lnTo>
                      <a:pt x="4909" y="627"/>
                    </a:lnTo>
                    <a:lnTo>
                      <a:pt x="4765" y="627"/>
                    </a:lnTo>
                    <a:cubicBezTo>
                      <a:pt x="4572" y="603"/>
                      <a:pt x="3487" y="411"/>
                      <a:pt x="3246" y="387"/>
                    </a:cubicBezTo>
                    <a:lnTo>
                      <a:pt x="3271" y="387"/>
                    </a:lnTo>
                    <a:cubicBezTo>
                      <a:pt x="3174" y="387"/>
                      <a:pt x="3078" y="362"/>
                      <a:pt x="2981" y="314"/>
                    </a:cubicBezTo>
                    <a:cubicBezTo>
                      <a:pt x="2981" y="335"/>
                      <a:pt x="2956" y="342"/>
                      <a:pt x="2920" y="342"/>
                    </a:cubicBezTo>
                    <a:cubicBezTo>
                      <a:pt x="2872" y="342"/>
                      <a:pt x="2806" y="328"/>
                      <a:pt x="2765" y="314"/>
                    </a:cubicBezTo>
                    <a:cubicBezTo>
                      <a:pt x="2668" y="314"/>
                      <a:pt x="2451" y="314"/>
                      <a:pt x="2283" y="290"/>
                    </a:cubicBezTo>
                    <a:cubicBezTo>
                      <a:pt x="2162" y="290"/>
                      <a:pt x="1921" y="242"/>
                      <a:pt x="1801" y="218"/>
                    </a:cubicBezTo>
                    <a:cubicBezTo>
                      <a:pt x="1608" y="194"/>
                      <a:pt x="1270" y="121"/>
                      <a:pt x="981" y="73"/>
                    </a:cubicBezTo>
                    <a:lnTo>
                      <a:pt x="78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47"/>
              <p:cNvSpPr/>
              <p:nvPr/>
            </p:nvSpPr>
            <p:spPr>
              <a:xfrm>
                <a:off x="5760400" y="4274125"/>
                <a:ext cx="160575" cy="118275"/>
              </a:xfrm>
              <a:custGeom>
                <a:avLst/>
                <a:gdLst/>
                <a:ahLst/>
                <a:cxnLst/>
                <a:rect l="l" t="t" r="r" b="b"/>
                <a:pathLst>
                  <a:path w="6423" h="4731" extrusionOk="0">
                    <a:moveTo>
                      <a:pt x="832" y="4676"/>
                    </a:moveTo>
                    <a:cubicBezTo>
                      <a:pt x="832" y="4696"/>
                      <a:pt x="765" y="4699"/>
                      <a:pt x="687" y="4700"/>
                    </a:cubicBezTo>
                    <a:lnTo>
                      <a:pt x="687" y="4700"/>
                    </a:lnTo>
                    <a:lnTo>
                      <a:pt x="687" y="4676"/>
                    </a:lnTo>
                    <a:close/>
                    <a:moveTo>
                      <a:pt x="3458" y="1"/>
                    </a:moveTo>
                    <a:lnTo>
                      <a:pt x="3386" y="97"/>
                    </a:lnTo>
                    <a:cubicBezTo>
                      <a:pt x="3289" y="242"/>
                      <a:pt x="3169" y="410"/>
                      <a:pt x="3073" y="531"/>
                    </a:cubicBezTo>
                    <a:lnTo>
                      <a:pt x="2904" y="748"/>
                    </a:lnTo>
                    <a:lnTo>
                      <a:pt x="2832" y="844"/>
                    </a:lnTo>
                    <a:lnTo>
                      <a:pt x="2808" y="892"/>
                    </a:lnTo>
                    <a:lnTo>
                      <a:pt x="2808" y="868"/>
                    </a:lnTo>
                    <a:cubicBezTo>
                      <a:pt x="2687" y="1037"/>
                      <a:pt x="2012" y="1880"/>
                      <a:pt x="1868" y="2073"/>
                    </a:cubicBezTo>
                    <a:lnTo>
                      <a:pt x="1892" y="2049"/>
                    </a:lnTo>
                    <a:lnTo>
                      <a:pt x="1892" y="2049"/>
                    </a:lnTo>
                    <a:cubicBezTo>
                      <a:pt x="1844" y="2145"/>
                      <a:pt x="1771" y="2218"/>
                      <a:pt x="1675" y="2314"/>
                    </a:cubicBezTo>
                    <a:cubicBezTo>
                      <a:pt x="1723" y="2314"/>
                      <a:pt x="1627" y="2434"/>
                      <a:pt x="1579" y="2507"/>
                    </a:cubicBezTo>
                    <a:cubicBezTo>
                      <a:pt x="1530" y="2579"/>
                      <a:pt x="1410" y="2772"/>
                      <a:pt x="1313" y="2892"/>
                    </a:cubicBezTo>
                    <a:lnTo>
                      <a:pt x="1313" y="2868"/>
                    </a:lnTo>
                    <a:cubicBezTo>
                      <a:pt x="1265" y="2989"/>
                      <a:pt x="1097" y="3181"/>
                      <a:pt x="1048" y="3254"/>
                    </a:cubicBezTo>
                    <a:cubicBezTo>
                      <a:pt x="904" y="3422"/>
                      <a:pt x="687" y="3688"/>
                      <a:pt x="518" y="3928"/>
                    </a:cubicBezTo>
                    <a:lnTo>
                      <a:pt x="374" y="4049"/>
                    </a:lnTo>
                    <a:lnTo>
                      <a:pt x="374" y="4073"/>
                    </a:lnTo>
                    <a:lnTo>
                      <a:pt x="36" y="4627"/>
                    </a:lnTo>
                    <a:cubicBezTo>
                      <a:pt x="0" y="4688"/>
                      <a:pt x="151" y="4700"/>
                      <a:pt x="310" y="4700"/>
                    </a:cubicBezTo>
                    <a:cubicBezTo>
                      <a:pt x="417" y="4700"/>
                      <a:pt x="527" y="4694"/>
                      <a:pt x="589" y="4694"/>
                    </a:cubicBezTo>
                    <a:cubicBezTo>
                      <a:pt x="620" y="4694"/>
                      <a:pt x="639" y="4696"/>
                      <a:pt x="639" y="4700"/>
                    </a:cubicBezTo>
                    <a:lnTo>
                      <a:pt x="832" y="4700"/>
                    </a:lnTo>
                    <a:cubicBezTo>
                      <a:pt x="904" y="4700"/>
                      <a:pt x="832" y="4724"/>
                      <a:pt x="904" y="4724"/>
                    </a:cubicBezTo>
                    <a:lnTo>
                      <a:pt x="1145" y="4724"/>
                    </a:lnTo>
                    <a:cubicBezTo>
                      <a:pt x="1180" y="4729"/>
                      <a:pt x="1213" y="4731"/>
                      <a:pt x="1243" y="4731"/>
                    </a:cubicBezTo>
                    <a:cubicBezTo>
                      <a:pt x="1327" y="4731"/>
                      <a:pt x="1396" y="4717"/>
                      <a:pt x="1480" y="4717"/>
                    </a:cubicBezTo>
                    <a:cubicBezTo>
                      <a:pt x="1510" y="4717"/>
                      <a:pt x="1543" y="4719"/>
                      <a:pt x="1579" y="4724"/>
                    </a:cubicBezTo>
                    <a:lnTo>
                      <a:pt x="1844" y="4724"/>
                    </a:lnTo>
                    <a:cubicBezTo>
                      <a:pt x="1820" y="4724"/>
                      <a:pt x="1795" y="4724"/>
                      <a:pt x="1844" y="4700"/>
                    </a:cubicBezTo>
                    <a:lnTo>
                      <a:pt x="2229" y="4700"/>
                    </a:lnTo>
                    <a:cubicBezTo>
                      <a:pt x="2663" y="4700"/>
                      <a:pt x="4350" y="4676"/>
                      <a:pt x="4759" y="4676"/>
                    </a:cubicBezTo>
                    <a:lnTo>
                      <a:pt x="6422" y="4651"/>
                    </a:lnTo>
                    <a:lnTo>
                      <a:pt x="5627" y="3398"/>
                    </a:lnTo>
                    <a:cubicBezTo>
                      <a:pt x="5482" y="3157"/>
                      <a:pt x="5338" y="2940"/>
                      <a:pt x="5217" y="2796"/>
                    </a:cubicBezTo>
                    <a:cubicBezTo>
                      <a:pt x="5193" y="2700"/>
                      <a:pt x="5097" y="2579"/>
                      <a:pt x="5049" y="2483"/>
                    </a:cubicBezTo>
                    <a:lnTo>
                      <a:pt x="5049" y="2483"/>
                    </a:lnTo>
                    <a:cubicBezTo>
                      <a:pt x="5060" y="2515"/>
                      <a:pt x="5061" y="2528"/>
                      <a:pt x="5056" y="2528"/>
                    </a:cubicBezTo>
                    <a:cubicBezTo>
                      <a:pt x="5051" y="2528"/>
                      <a:pt x="5038" y="2509"/>
                      <a:pt x="5025" y="2483"/>
                    </a:cubicBezTo>
                    <a:cubicBezTo>
                      <a:pt x="4856" y="2218"/>
                      <a:pt x="5000" y="2483"/>
                      <a:pt x="4832" y="2193"/>
                    </a:cubicBezTo>
                    <a:cubicBezTo>
                      <a:pt x="4711" y="2049"/>
                      <a:pt x="4494" y="1687"/>
                      <a:pt x="4253" y="1302"/>
                    </a:cubicBezTo>
                    <a:lnTo>
                      <a:pt x="345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30" name="Google Shape;2730;p47"/>
            <p:cNvSpPr/>
            <p:nvPr/>
          </p:nvSpPr>
          <p:spPr>
            <a:xfrm>
              <a:off x="7555761" y="2169880"/>
              <a:ext cx="859700" cy="1359325"/>
            </a:xfrm>
            <a:custGeom>
              <a:avLst/>
              <a:gdLst/>
              <a:ahLst/>
              <a:cxnLst/>
              <a:rect l="l" t="t" r="r" b="b"/>
              <a:pathLst>
                <a:path w="34388" h="54373" extrusionOk="0">
                  <a:moveTo>
                    <a:pt x="25993" y="17481"/>
                  </a:moveTo>
                  <a:cubicBezTo>
                    <a:pt x="27444" y="17481"/>
                    <a:pt x="28904" y="17638"/>
                    <a:pt x="30195" y="18087"/>
                  </a:cubicBezTo>
                  <a:cubicBezTo>
                    <a:pt x="31424" y="18521"/>
                    <a:pt x="32701" y="19340"/>
                    <a:pt x="33014" y="20689"/>
                  </a:cubicBezTo>
                  <a:cubicBezTo>
                    <a:pt x="33255" y="21726"/>
                    <a:pt x="32894" y="23244"/>
                    <a:pt x="31833" y="23726"/>
                  </a:cubicBezTo>
                  <a:cubicBezTo>
                    <a:pt x="31633" y="23818"/>
                    <a:pt x="31411" y="23860"/>
                    <a:pt x="31175" y="23860"/>
                  </a:cubicBezTo>
                  <a:cubicBezTo>
                    <a:pt x="29261" y="23860"/>
                    <a:pt x="26362" y="21093"/>
                    <a:pt x="25183" y="20063"/>
                  </a:cubicBezTo>
                  <a:cubicBezTo>
                    <a:pt x="24323" y="19318"/>
                    <a:pt x="23507" y="18530"/>
                    <a:pt x="22735" y="17700"/>
                  </a:cubicBezTo>
                  <a:lnTo>
                    <a:pt x="22735" y="17700"/>
                  </a:lnTo>
                  <a:cubicBezTo>
                    <a:pt x="23762" y="17575"/>
                    <a:pt x="24875" y="17481"/>
                    <a:pt x="25993" y="17481"/>
                  </a:cubicBezTo>
                  <a:close/>
                  <a:moveTo>
                    <a:pt x="8754" y="43998"/>
                  </a:moveTo>
                  <a:cubicBezTo>
                    <a:pt x="11325" y="43998"/>
                    <a:pt x="13931" y="44931"/>
                    <a:pt x="14239" y="47524"/>
                  </a:cubicBezTo>
                  <a:lnTo>
                    <a:pt x="14239" y="47524"/>
                  </a:lnTo>
                  <a:cubicBezTo>
                    <a:pt x="11901" y="47391"/>
                    <a:pt x="9643" y="46007"/>
                    <a:pt x="8463" y="44002"/>
                  </a:cubicBezTo>
                  <a:lnTo>
                    <a:pt x="8463" y="44002"/>
                  </a:lnTo>
                  <a:cubicBezTo>
                    <a:pt x="8560" y="43999"/>
                    <a:pt x="8657" y="43998"/>
                    <a:pt x="8754" y="43998"/>
                  </a:cubicBezTo>
                  <a:close/>
                  <a:moveTo>
                    <a:pt x="13578" y="1"/>
                  </a:moveTo>
                  <a:cubicBezTo>
                    <a:pt x="13302" y="1"/>
                    <a:pt x="13020" y="209"/>
                    <a:pt x="13061" y="568"/>
                  </a:cubicBezTo>
                  <a:cubicBezTo>
                    <a:pt x="14201" y="6746"/>
                    <a:pt x="16960" y="12460"/>
                    <a:pt x="21005" y="17142"/>
                  </a:cubicBezTo>
                  <a:lnTo>
                    <a:pt x="21005" y="17142"/>
                  </a:lnTo>
                  <a:cubicBezTo>
                    <a:pt x="17007" y="17955"/>
                    <a:pt x="13089" y="19916"/>
                    <a:pt x="11350" y="23702"/>
                  </a:cubicBezTo>
                  <a:cubicBezTo>
                    <a:pt x="9719" y="27227"/>
                    <a:pt x="10437" y="32036"/>
                    <a:pt x="13356" y="34484"/>
                  </a:cubicBezTo>
                  <a:lnTo>
                    <a:pt x="13356" y="34484"/>
                  </a:lnTo>
                  <a:cubicBezTo>
                    <a:pt x="10289" y="34640"/>
                    <a:pt x="7316" y="36922"/>
                    <a:pt x="6892" y="40136"/>
                  </a:cubicBezTo>
                  <a:cubicBezTo>
                    <a:pt x="6739" y="41292"/>
                    <a:pt x="6914" y="42409"/>
                    <a:pt x="7332" y="43425"/>
                  </a:cubicBezTo>
                  <a:lnTo>
                    <a:pt x="7332" y="43425"/>
                  </a:lnTo>
                  <a:cubicBezTo>
                    <a:pt x="5934" y="43613"/>
                    <a:pt x="4613" y="44046"/>
                    <a:pt x="3639" y="44643"/>
                  </a:cubicBezTo>
                  <a:cubicBezTo>
                    <a:pt x="1470" y="45968"/>
                    <a:pt x="0" y="48305"/>
                    <a:pt x="699" y="50884"/>
                  </a:cubicBezTo>
                  <a:cubicBezTo>
                    <a:pt x="1228" y="52779"/>
                    <a:pt x="2806" y="54372"/>
                    <a:pt x="4786" y="54372"/>
                  </a:cubicBezTo>
                  <a:cubicBezTo>
                    <a:pt x="4971" y="54372"/>
                    <a:pt x="5159" y="54359"/>
                    <a:pt x="5350" y="54330"/>
                  </a:cubicBezTo>
                  <a:cubicBezTo>
                    <a:pt x="5558" y="54283"/>
                    <a:pt x="5500" y="54015"/>
                    <a:pt x="5324" y="54015"/>
                  </a:cubicBezTo>
                  <a:cubicBezTo>
                    <a:pt x="5317" y="54015"/>
                    <a:pt x="5310" y="54016"/>
                    <a:pt x="5302" y="54016"/>
                  </a:cubicBezTo>
                  <a:lnTo>
                    <a:pt x="5302" y="53992"/>
                  </a:lnTo>
                  <a:cubicBezTo>
                    <a:pt x="5212" y="53999"/>
                    <a:pt x="5124" y="54002"/>
                    <a:pt x="5036" y="54002"/>
                  </a:cubicBezTo>
                  <a:cubicBezTo>
                    <a:pt x="2885" y="54002"/>
                    <a:pt x="1342" y="52053"/>
                    <a:pt x="1157" y="49992"/>
                  </a:cubicBezTo>
                  <a:cubicBezTo>
                    <a:pt x="940" y="47631"/>
                    <a:pt x="2796" y="45727"/>
                    <a:pt x="4796" y="44787"/>
                  </a:cubicBezTo>
                  <a:cubicBezTo>
                    <a:pt x="5548" y="44430"/>
                    <a:pt x="6554" y="44167"/>
                    <a:pt x="7629" y="44056"/>
                  </a:cubicBezTo>
                  <a:lnTo>
                    <a:pt x="7629" y="44056"/>
                  </a:lnTo>
                  <a:cubicBezTo>
                    <a:pt x="8948" y="46536"/>
                    <a:pt x="11731" y="48281"/>
                    <a:pt x="14564" y="48281"/>
                  </a:cubicBezTo>
                  <a:cubicBezTo>
                    <a:pt x="14577" y="48281"/>
                    <a:pt x="14590" y="48281"/>
                    <a:pt x="14604" y="48281"/>
                  </a:cubicBezTo>
                  <a:cubicBezTo>
                    <a:pt x="14772" y="48281"/>
                    <a:pt x="15013" y="48161"/>
                    <a:pt x="15013" y="47944"/>
                  </a:cubicBezTo>
                  <a:cubicBezTo>
                    <a:pt x="14866" y="44593"/>
                    <a:pt x="11915" y="43322"/>
                    <a:pt x="8864" y="43322"/>
                  </a:cubicBezTo>
                  <a:cubicBezTo>
                    <a:pt x="8618" y="43322"/>
                    <a:pt x="8372" y="43330"/>
                    <a:pt x="8126" y="43346"/>
                  </a:cubicBezTo>
                  <a:lnTo>
                    <a:pt x="8126" y="43346"/>
                  </a:lnTo>
                  <a:cubicBezTo>
                    <a:pt x="7799" y="42607"/>
                    <a:pt x="7615" y="41802"/>
                    <a:pt x="7615" y="40956"/>
                  </a:cubicBezTo>
                  <a:cubicBezTo>
                    <a:pt x="7597" y="37742"/>
                    <a:pt x="10627" y="35231"/>
                    <a:pt x="13665" y="35231"/>
                  </a:cubicBezTo>
                  <a:cubicBezTo>
                    <a:pt x="13982" y="35231"/>
                    <a:pt x="14298" y="35258"/>
                    <a:pt x="14612" y="35315"/>
                  </a:cubicBezTo>
                  <a:lnTo>
                    <a:pt x="14612" y="35315"/>
                  </a:lnTo>
                  <a:cubicBezTo>
                    <a:pt x="15151" y="35589"/>
                    <a:pt x="15743" y="35795"/>
                    <a:pt x="16387" y="35919"/>
                  </a:cubicBezTo>
                  <a:cubicBezTo>
                    <a:pt x="16396" y="35920"/>
                    <a:pt x="16405" y="35920"/>
                    <a:pt x="16415" y="35920"/>
                  </a:cubicBezTo>
                  <a:cubicBezTo>
                    <a:pt x="16780" y="35920"/>
                    <a:pt x="16934" y="35455"/>
                    <a:pt x="16628" y="35220"/>
                  </a:cubicBezTo>
                  <a:cubicBezTo>
                    <a:pt x="16064" y="34908"/>
                    <a:pt x="15467" y="34699"/>
                    <a:pt x="14858" y="34584"/>
                  </a:cubicBezTo>
                  <a:lnTo>
                    <a:pt x="14858" y="34584"/>
                  </a:lnTo>
                  <a:cubicBezTo>
                    <a:pt x="11616" y="32856"/>
                    <a:pt x="10626" y="28262"/>
                    <a:pt x="11760" y="24858"/>
                  </a:cubicBezTo>
                  <a:cubicBezTo>
                    <a:pt x="13132" y="20720"/>
                    <a:pt x="17554" y="18593"/>
                    <a:pt x="21645" y="17863"/>
                  </a:cubicBezTo>
                  <a:lnTo>
                    <a:pt x="21645" y="17863"/>
                  </a:lnTo>
                  <a:cubicBezTo>
                    <a:pt x="23345" y="19725"/>
                    <a:pt x="25254" y="21410"/>
                    <a:pt x="27351" y="22882"/>
                  </a:cubicBezTo>
                  <a:cubicBezTo>
                    <a:pt x="28436" y="23638"/>
                    <a:pt x="29913" y="24708"/>
                    <a:pt x="31278" y="24708"/>
                  </a:cubicBezTo>
                  <a:cubicBezTo>
                    <a:pt x="31914" y="24708"/>
                    <a:pt x="32526" y="24476"/>
                    <a:pt x="33062" y="23870"/>
                  </a:cubicBezTo>
                  <a:cubicBezTo>
                    <a:pt x="34388" y="22376"/>
                    <a:pt x="34171" y="19991"/>
                    <a:pt x="32797" y="18641"/>
                  </a:cubicBezTo>
                  <a:cubicBezTo>
                    <a:pt x="31092" y="16957"/>
                    <a:pt x="28419" y="16672"/>
                    <a:pt x="26030" y="16672"/>
                  </a:cubicBezTo>
                  <a:cubicBezTo>
                    <a:pt x="25650" y="16672"/>
                    <a:pt x="25278" y="16679"/>
                    <a:pt x="24917" y="16689"/>
                  </a:cubicBezTo>
                  <a:cubicBezTo>
                    <a:pt x="23992" y="16720"/>
                    <a:pt x="23030" y="16805"/>
                    <a:pt x="22062" y="16954"/>
                  </a:cubicBezTo>
                  <a:lnTo>
                    <a:pt x="22062" y="16954"/>
                  </a:lnTo>
                  <a:cubicBezTo>
                    <a:pt x="21459" y="16265"/>
                    <a:pt x="20885" y="15550"/>
                    <a:pt x="20339" y="14810"/>
                  </a:cubicBezTo>
                  <a:cubicBezTo>
                    <a:pt x="17158" y="10544"/>
                    <a:pt x="15013" y="5604"/>
                    <a:pt x="14049" y="375"/>
                  </a:cubicBezTo>
                  <a:cubicBezTo>
                    <a:pt x="13988" y="117"/>
                    <a:pt x="13785" y="1"/>
                    <a:pt x="13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1" name="Google Shape;2731;p47"/>
          <p:cNvSpPr txBox="1">
            <a:spLocks noGrp="1"/>
          </p:cNvSpPr>
          <p:nvPr>
            <p:ph type="title"/>
          </p:nvPr>
        </p:nvSpPr>
        <p:spPr>
          <a:xfrm>
            <a:off x="3125250" y="761850"/>
            <a:ext cx="2893500" cy="844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732" name="Google Shape;2732;p47"/>
          <p:cNvSpPr txBox="1">
            <a:spLocks noGrp="1"/>
          </p:cNvSpPr>
          <p:nvPr>
            <p:ph type="title" idx="2"/>
          </p:nvPr>
        </p:nvSpPr>
        <p:spPr>
          <a:xfrm>
            <a:off x="2345837" y="2124463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733" name="Google Shape;2733;p47"/>
          <p:cNvSpPr txBox="1">
            <a:spLocks noGrp="1"/>
          </p:cNvSpPr>
          <p:nvPr>
            <p:ph type="subTitle" idx="1"/>
          </p:nvPr>
        </p:nvSpPr>
        <p:spPr>
          <a:xfrm>
            <a:off x="2345813" y="2925763"/>
            <a:ext cx="42975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34" name="Google Shape;2734;p47"/>
          <p:cNvSpPr txBox="1">
            <a:spLocks noGrp="1"/>
          </p:cNvSpPr>
          <p:nvPr>
            <p:ph type="subTitle" idx="3"/>
          </p:nvPr>
        </p:nvSpPr>
        <p:spPr>
          <a:xfrm>
            <a:off x="2345688" y="1702350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3">
  <p:cSld name="CUSTOM_1_1_1_1_1_1_1_1_1_1_1_1_1_1_1_1_1_1_1_1_1_1_1">
    <p:spTree>
      <p:nvGrpSpPr>
        <p:cNvPr id="1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6" name="Google Shape;2736;p48"/>
          <p:cNvGrpSpPr/>
          <p:nvPr/>
        </p:nvGrpSpPr>
        <p:grpSpPr>
          <a:xfrm>
            <a:off x="-1458924" y="-908100"/>
            <a:ext cx="11991031" cy="7036400"/>
            <a:chOff x="-1458924" y="-908100"/>
            <a:chExt cx="11991031" cy="7036400"/>
          </a:xfrm>
        </p:grpSpPr>
        <p:grpSp>
          <p:nvGrpSpPr>
            <p:cNvPr id="2737" name="Google Shape;2737;p48"/>
            <p:cNvGrpSpPr/>
            <p:nvPr/>
          </p:nvGrpSpPr>
          <p:grpSpPr>
            <a:xfrm>
              <a:off x="-1458924" y="1972750"/>
              <a:ext cx="5290524" cy="4155550"/>
              <a:chOff x="-1458924" y="1972750"/>
              <a:chExt cx="5290524" cy="4155550"/>
            </a:xfrm>
          </p:grpSpPr>
          <p:sp>
            <p:nvSpPr>
              <p:cNvPr id="2738" name="Google Shape;2738;p48"/>
              <p:cNvSpPr/>
              <p:nvPr/>
            </p:nvSpPr>
            <p:spPr>
              <a:xfrm>
                <a:off x="0" y="3111600"/>
                <a:ext cx="2158200" cy="20319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48"/>
              <p:cNvSpPr/>
              <p:nvPr/>
            </p:nvSpPr>
            <p:spPr>
              <a:xfrm rot="2700000">
                <a:off x="595456" y="4878360"/>
                <a:ext cx="1985132" cy="489176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48"/>
              <p:cNvSpPr/>
              <p:nvPr/>
            </p:nvSpPr>
            <p:spPr>
              <a:xfrm rot="2700000">
                <a:off x="-1355890" y="3361253"/>
                <a:ext cx="1985132" cy="111369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48"/>
              <p:cNvSpPr/>
              <p:nvPr/>
            </p:nvSpPr>
            <p:spPr>
              <a:xfrm rot="2700000">
                <a:off x="-862940" y="2628871"/>
                <a:ext cx="1985132" cy="312258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48"/>
              <p:cNvSpPr/>
              <p:nvPr/>
            </p:nvSpPr>
            <p:spPr>
              <a:xfrm rot="2700000">
                <a:off x="1741260" y="5159921"/>
                <a:ext cx="1985132" cy="31225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48"/>
              <p:cNvSpPr/>
              <p:nvPr/>
            </p:nvSpPr>
            <p:spPr>
              <a:xfrm rot="2700000">
                <a:off x="2058734" y="5205030"/>
                <a:ext cx="1985132" cy="2218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44" name="Google Shape;2744;p48"/>
            <p:cNvGrpSpPr/>
            <p:nvPr/>
          </p:nvGrpSpPr>
          <p:grpSpPr>
            <a:xfrm>
              <a:off x="5737726" y="-908100"/>
              <a:ext cx="4794381" cy="5080048"/>
              <a:chOff x="5737726" y="-908100"/>
              <a:chExt cx="4794381" cy="5080048"/>
            </a:xfrm>
          </p:grpSpPr>
          <p:sp>
            <p:nvSpPr>
              <p:cNvPr id="2745" name="Google Shape;2745;p48"/>
              <p:cNvSpPr/>
              <p:nvPr/>
            </p:nvSpPr>
            <p:spPr>
              <a:xfrm rot="2700000">
                <a:off x="5557410" y="-33054"/>
                <a:ext cx="1985132" cy="312258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48"/>
              <p:cNvSpPr/>
              <p:nvPr/>
            </p:nvSpPr>
            <p:spPr>
              <a:xfrm rot="2700000">
                <a:off x="7774431" y="3052560"/>
                <a:ext cx="1985132" cy="489176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48"/>
              <p:cNvSpPr/>
              <p:nvPr/>
            </p:nvSpPr>
            <p:spPr>
              <a:xfrm rot="2700000">
                <a:off x="7836985" y="2787571"/>
                <a:ext cx="1985132" cy="31225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48"/>
              <p:cNvSpPr/>
              <p:nvPr/>
            </p:nvSpPr>
            <p:spPr>
              <a:xfrm rot="2700000">
                <a:off x="7211101" y="-16005"/>
                <a:ext cx="3207012" cy="165081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48"/>
              <p:cNvSpPr/>
              <p:nvPr/>
            </p:nvSpPr>
            <p:spPr>
              <a:xfrm rot="2700000">
                <a:off x="7663906" y="1631410"/>
                <a:ext cx="1985132" cy="489176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50" name="Google Shape;2750;p48"/>
            <p:cNvSpPr/>
            <p:nvPr/>
          </p:nvSpPr>
          <p:spPr>
            <a:xfrm>
              <a:off x="538175" y="386625"/>
              <a:ext cx="8083500" cy="4353300"/>
            </a:xfrm>
            <a:prstGeom prst="rect">
              <a:avLst/>
            </a:prstGeom>
            <a:solidFill>
              <a:srgbClr val="FFFFFF">
                <a:alpha val="68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1" name="Google Shape;2751;p48"/>
          <p:cNvSpPr txBox="1">
            <a:spLocks noGrp="1"/>
          </p:cNvSpPr>
          <p:nvPr>
            <p:ph type="title"/>
          </p:nvPr>
        </p:nvSpPr>
        <p:spPr>
          <a:xfrm>
            <a:off x="2879558" y="6919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752" name="Google Shape;2752;p48"/>
          <p:cNvSpPr txBox="1">
            <a:spLocks noGrp="1"/>
          </p:cNvSpPr>
          <p:nvPr>
            <p:ph type="title" idx="2"/>
          </p:nvPr>
        </p:nvSpPr>
        <p:spPr>
          <a:xfrm>
            <a:off x="2345712" y="194407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753" name="Google Shape;2753;p48"/>
          <p:cNvSpPr txBox="1">
            <a:spLocks noGrp="1"/>
          </p:cNvSpPr>
          <p:nvPr>
            <p:ph type="subTitle" idx="1"/>
          </p:nvPr>
        </p:nvSpPr>
        <p:spPr>
          <a:xfrm>
            <a:off x="2097250" y="2451350"/>
            <a:ext cx="47943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54" name="Google Shape;2754;p48"/>
          <p:cNvSpPr txBox="1">
            <a:spLocks noGrp="1"/>
          </p:cNvSpPr>
          <p:nvPr>
            <p:ph type="subTitle" idx="3"/>
          </p:nvPr>
        </p:nvSpPr>
        <p:spPr>
          <a:xfrm>
            <a:off x="2345688" y="1509313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55" name="Google Shape;2755;p48"/>
          <p:cNvSpPr txBox="1">
            <a:spLocks noGrp="1"/>
          </p:cNvSpPr>
          <p:nvPr>
            <p:ph type="subTitle" idx="4"/>
          </p:nvPr>
        </p:nvSpPr>
        <p:spPr>
          <a:xfrm>
            <a:off x="2345688" y="3109213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4">
  <p:cSld name="CUSTOM_1_1_1_1_1_1_1_1_1_1_1_1_1_1_1_1_1_1_1_1_1_1_1_1">
    <p:spTree>
      <p:nvGrpSpPr>
        <p:cNvPr id="1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49"/>
          <p:cNvSpPr txBox="1">
            <a:spLocks noGrp="1"/>
          </p:cNvSpPr>
          <p:nvPr>
            <p:ph type="title"/>
          </p:nvPr>
        </p:nvSpPr>
        <p:spPr>
          <a:xfrm>
            <a:off x="2345694" y="558400"/>
            <a:ext cx="4452600" cy="93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758" name="Google Shape;2758;p49"/>
          <p:cNvSpPr txBox="1">
            <a:spLocks noGrp="1"/>
          </p:cNvSpPr>
          <p:nvPr>
            <p:ph type="title" idx="2"/>
          </p:nvPr>
        </p:nvSpPr>
        <p:spPr>
          <a:xfrm>
            <a:off x="2075175" y="2027425"/>
            <a:ext cx="4826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759" name="Google Shape;2759;p49"/>
          <p:cNvSpPr txBox="1">
            <a:spLocks noGrp="1"/>
          </p:cNvSpPr>
          <p:nvPr>
            <p:ph type="subTitle" idx="1"/>
          </p:nvPr>
        </p:nvSpPr>
        <p:spPr>
          <a:xfrm>
            <a:off x="1601875" y="3060425"/>
            <a:ext cx="5940300" cy="5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60" name="Google Shape;2760;p49"/>
          <p:cNvSpPr txBox="1">
            <a:spLocks noGrp="1"/>
          </p:cNvSpPr>
          <p:nvPr>
            <p:ph type="subTitle" idx="3"/>
          </p:nvPr>
        </p:nvSpPr>
        <p:spPr>
          <a:xfrm>
            <a:off x="2345694" y="1587775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61" name="Google Shape;2761;p49"/>
          <p:cNvSpPr txBox="1">
            <a:spLocks noGrp="1"/>
          </p:cNvSpPr>
          <p:nvPr>
            <p:ph type="subTitle" idx="4"/>
          </p:nvPr>
        </p:nvSpPr>
        <p:spPr>
          <a:xfrm>
            <a:off x="2075182" y="2600125"/>
            <a:ext cx="32358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62" name="Google Shape;2762;p49"/>
          <p:cNvSpPr txBox="1">
            <a:spLocks noGrp="1"/>
          </p:cNvSpPr>
          <p:nvPr>
            <p:ph type="subTitle" idx="5"/>
          </p:nvPr>
        </p:nvSpPr>
        <p:spPr>
          <a:xfrm>
            <a:off x="5311036" y="2600125"/>
            <a:ext cx="15903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2763" name="Google Shape;2763;p49"/>
          <p:cNvGrpSpPr/>
          <p:nvPr/>
        </p:nvGrpSpPr>
        <p:grpSpPr>
          <a:xfrm>
            <a:off x="-528377" y="-355898"/>
            <a:ext cx="9683352" cy="6182048"/>
            <a:chOff x="-528377" y="-355898"/>
            <a:chExt cx="9683352" cy="6182048"/>
          </a:xfrm>
        </p:grpSpPr>
        <p:sp>
          <p:nvSpPr>
            <p:cNvPr id="2764" name="Google Shape;2764;p49"/>
            <p:cNvSpPr/>
            <p:nvPr/>
          </p:nvSpPr>
          <p:spPr>
            <a:xfrm>
              <a:off x="6421825" y="4574475"/>
              <a:ext cx="2733150" cy="569750"/>
            </a:xfrm>
            <a:custGeom>
              <a:avLst/>
              <a:gdLst/>
              <a:ahLst/>
              <a:cxnLst/>
              <a:rect l="l" t="t" r="r" b="b"/>
              <a:pathLst>
                <a:path w="109326" h="22790" extrusionOk="0">
                  <a:moveTo>
                    <a:pt x="101396" y="0"/>
                  </a:moveTo>
                  <a:cubicBezTo>
                    <a:pt x="98393" y="0"/>
                    <a:pt x="95375" y="167"/>
                    <a:pt x="92401" y="360"/>
                  </a:cubicBezTo>
                  <a:cubicBezTo>
                    <a:pt x="78775" y="1179"/>
                    <a:pt x="65150" y="2134"/>
                    <a:pt x="51524" y="3203"/>
                  </a:cubicBezTo>
                  <a:cubicBezTo>
                    <a:pt x="39513" y="4136"/>
                    <a:pt x="27229" y="5251"/>
                    <a:pt x="16242" y="10210"/>
                  </a:cubicBezTo>
                  <a:cubicBezTo>
                    <a:pt x="10010" y="13030"/>
                    <a:pt x="4186" y="17307"/>
                    <a:pt x="1" y="22789"/>
                  </a:cubicBezTo>
                  <a:lnTo>
                    <a:pt x="109325" y="22789"/>
                  </a:lnTo>
                  <a:lnTo>
                    <a:pt x="109325" y="496"/>
                  </a:lnTo>
                  <a:cubicBezTo>
                    <a:pt x="106723" y="132"/>
                    <a:pt x="104066" y="0"/>
                    <a:pt x="101396" y="0"/>
                  </a:cubicBezTo>
                  <a:close/>
                </a:path>
              </a:pathLst>
            </a:custGeom>
            <a:solidFill>
              <a:srgbClr val="FFE1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49"/>
            <p:cNvSpPr/>
            <p:nvPr/>
          </p:nvSpPr>
          <p:spPr>
            <a:xfrm>
              <a:off x="7163825" y="4357775"/>
              <a:ext cx="1517850" cy="1468375"/>
            </a:xfrm>
            <a:custGeom>
              <a:avLst/>
              <a:gdLst/>
              <a:ahLst/>
              <a:cxnLst/>
              <a:rect l="l" t="t" r="r" b="b"/>
              <a:pathLst>
                <a:path w="60714" h="58735" extrusionOk="0">
                  <a:moveTo>
                    <a:pt x="31253" y="0"/>
                  </a:moveTo>
                  <a:cubicBezTo>
                    <a:pt x="29849" y="0"/>
                    <a:pt x="28990" y="29"/>
                    <a:pt x="28117" y="29"/>
                  </a:cubicBezTo>
                  <a:cubicBezTo>
                    <a:pt x="27593" y="75"/>
                    <a:pt x="27048" y="98"/>
                    <a:pt x="26388" y="166"/>
                  </a:cubicBezTo>
                  <a:cubicBezTo>
                    <a:pt x="25523" y="280"/>
                    <a:pt x="24682" y="439"/>
                    <a:pt x="23863" y="666"/>
                  </a:cubicBezTo>
                  <a:cubicBezTo>
                    <a:pt x="22816" y="962"/>
                    <a:pt x="22020" y="1167"/>
                    <a:pt x="21406" y="1394"/>
                  </a:cubicBezTo>
                  <a:cubicBezTo>
                    <a:pt x="20769" y="1644"/>
                    <a:pt x="20246" y="1826"/>
                    <a:pt x="19768" y="2031"/>
                  </a:cubicBezTo>
                  <a:cubicBezTo>
                    <a:pt x="19222" y="2281"/>
                    <a:pt x="18722" y="2577"/>
                    <a:pt x="18244" y="2896"/>
                  </a:cubicBezTo>
                  <a:cubicBezTo>
                    <a:pt x="17971" y="3077"/>
                    <a:pt x="17653" y="3259"/>
                    <a:pt x="17312" y="3510"/>
                  </a:cubicBezTo>
                  <a:lnTo>
                    <a:pt x="16220" y="4420"/>
                  </a:lnTo>
                  <a:cubicBezTo>
                    <a:pt x="15658" y="4881"/>
                    <a:pt x="16052" y="5767"/>
                    <a:pt x="16636" y="5767"/>
                  </a:cubicBezTo>
                  <a:cubicBezTo>
                    <a:pt x="16714" y="5767"/>
                    <a:pt x="16796" y="5751"/>
                    <a:pt x="16879" y="5716"/>
                  </a:cubicBezTo>
                  <a:cubicBezTo>
                    <a:pt x="17812" y="5307"/>
                    <a:pt x="18494" y="4966"/>
                    <a:pt x="19063" y="4738"/>
                  </a:cubicBezTo>
                  <a:cubicBezTo>
                    <a:pt x="19655" y="4488"/>
                    <a:pt x="20087" y="4215"/>
                    <a:pt x="20564" y="4010"/>
                  </a:cubicBezTo>
                  <a:lnTo>
                    <a:pt x="22066" y="3305"/>
                  </a:lnTo>
                  <a:cubicBezTo>
                    <a:pt x="22816" y="3009"/>
                    <a:pt x="23590" y="2759"/>
                    <a:pt x="24363" y="2532"/>
                  </a:cubicBezTo>
                  <a:cubicBezTo>
                    <a:pt x="25364" y="2327"/>
                    <a:pt x="26092" y="2099"/>
                    <a:pt x="26729" y="2008"/>
                  </a:cubicBezTo>
                  <a:lnTo>
                    <a:pt x="28344" y="1713"/>
                  </a:lnTo>
                  <a:cubicBezTo>
                    <a:pt x="29573" y="1525"/>
                    <a:pt x="30821" y="1414"/>
                    <a:pt x="32070" y="1414"/>
                  </a:cubicBezTo>
                  <a:cubicBezTo>
                    <a:pt x="32185" y="1414"/>
                    <a:pt x="32301" y="1415"/>
                    <a:pt x="32416" y="1417"/>
                  </a:cubicBezTo>
                  <a:cubicBezTo>
                    <a:pt x="33440" y="1440"/>
                    <a:pt x="34190" y="1508"/>
                    <a:pt x="34850" y="1508"/>
                  </a:cubicBezTo>
                  <a:cubicBezTo>
                    <a:pt x="35487" y="1553"/>
                    <a:pt x="35987" y="1576"/>
                    <a:pt x="36510" y="1599"/>
                  </a:cubicBezTo>
                  <a:cubicBezTo>
                    <a:pt x="37056" y="1622"/>
                    <a:pt x="37625" y="1690"/>
                    <a:pt x="38171" y="1804"/>
                  </a:cubicBezTo>
                  <a:cubicBezTo>
                    <a:pt x="38490" y="1849"/>
                    <a:pt x="38831" y="1895"/>
                    <a:pt x="39240" y="1986"/>
                  </a:cubicBezTo>
                  <a:lnTo>
                    <a:pt x="40537" y="2372"/>
                  </a:lnTo>
                  <a:cubicBezTo>
                    <a:pt x="41856" y="2759"/>
                    <a:pt x="43130" y="3237"/>
                    <a:pt x="44381" y="3805"/>
                  </a:cubicBezTo>
                  <a:lnTo>
                    <a:pt x="45109" y="4147"/>
                  </a:lnTo>
                  <a:cubicBezTo>
                    <a:pt x="45359" y="4260"/>
                    <a:pt x="45609" y="4397"/>
                    <a:pt x="45882" y="4556"/>
                  </a:cubicBezTo>
                  <a:cubicBezTo>
                    <a:pt x="46610" y="4943"/>
                    <a:pt x="47316" y="5375"/>
                    <a:pt x="47975" y="5853"/>
                  </a:cubicBezTo>
                  <a:cubicBezTo>
                    <a:pt x="48658" y="6308"/>
                    <a:pt x="49295" y="6808"/>
                    <a:pt x="49886" y="7377"/>
                  </a:cubicBezTo>
                  <a:cubicBezTo>
                    <a:pt x="50113" y="7604"/>
                    <a:pt x="50318" y="7809"/>
                    <a:pt x="50500" y="8014"/>
                  </a:cubicBezTo>
                  <a:lnTo>
                    <a:pt x="51023" y="8605"/>
                  </a:lnTo>
                  <a:cubicBezTo>
                    <a:pt x="51683" y="9401"/>
                    <a:pt x="52320" y="10197"/>
                    <a:pt x="53548" y="11813"/>
                  </a:cubicBezTo>
                  <a:cubicBezTo>
                    <a:pt x="53844" y="12222"/>
                    <a:pt x="54094" y="12563"/>
                    <a:pt x="54322" y="12904"/>
                  </a:cubicBezTo>
                  <a:cubicBezTo>
                    <a:pt x="54572" y="13246"/>
                    <a:pt x="54731" y="13541"/>
                    <a:pt x="54890" y="13814"/>
                  </a:cubicBezTo>
                  <a:cubicBezTo>
                    <a:pt x="55186" y="14292"/>
                    <a:pt x="55459" y="14770"/>
                    <a:pt x="55709" y="15270"/>
                  </a:cubicBezTo>
                  <a:lnTo>
                    <a:pt x="56415" y="16749"/>
                  </a:lnTo>
                  <a:cubicBezTo>
                    <a:pt x="56665" y="17340"/>
                    <a:pt x="56960" y="18045"/>
                    <a:pt x="57324" y="18978"/>
                  </a:cubicBezTo>
                  <a:cubicBezTo>
                    <a:pt x="57984" y="20912"/>
                    <a:pt x="58280" y="21890"/>
                    <a:pt x="58621" y="22845"/>
                  </a:cubicBezTo>
                  <a:cubicBezTo>
                    <a:pt x="59030" y="24164"/>
                    <a:pt x="59281" y="25529"/>
                    <a:pt x="59349" y="26894"/>
                  </a:cubicBezTo>
                  <a:cubicBezTo>
                    <a:pt x="59372" y="27941"/>
                    <a:pt x="59349" y="28714"/>
                    <a:pt x="59303" y="29351"/>
                  </a:cubicBezTo>
                  <a:cubicBezTo>
                    <a:pt x="59212" y="29988"/>
                    <a:pt x="59121" y="30488"/>
                    <a:pt x="59053" y="31011"/>
                  </a:cubicBezTo>
                  <a:cubicBezTo>
                    <a:pt x="58985" y="31512"/>
                    <a:pt x="58826" y="32012"/>
                    <a:pt x="58712" y="32626"/>
                  </a:cubicBezTo>
                  <a:cubicBezTo>
                    <a:pt x="58644" y="32945"/>
                    <a:pt x="58598" y="33286"/>
                    <a:pt x="58485" y="33673"/>
                  </a:cubicBezTo>
                  <a:lnTo>
                    <a:pt x="58121" y="34969"/>
                  </a:lnTo>
                  <a:cubicBezTo>
                    <a:pt x="57734" y="36289"/>
                    <a:pt x="57188" y="37540"/>
                    <a:pt x="56506" y="38700"/>
                  </a:cubicBezTo>
                  <a:cubicBezTo>
                    <a:pt x="55982" y="39564"/>
                    <a:pt x="55482" y="40452"/>
                    <a:pt x="54322" y="42112"/>
                  </a:cubicBezTo>
                  <a:cubicBezTo>
                    <a:pt x="53162" y="43796"/>
                    <a:pt x="52525" y="44592"/>
                    <a:pt x="51911" y="45433"/>
                  </a:cubicBezTo>
                  <a:cubicBezTo>
                    <a:pt x="51069" y="46525"/>
                    <a:pt x="50159" y="47549"/>
                    <a:pt x="49135" y="48481"/>
                  </a:cubicBezTo>
                  <a:cubicBezTo>
                    <a:pt x="47634" y="49892"/>
                    <a:pt x="46861" y="50574"/>
                    <a:pt x="46087" y="51279"/>
                  </a:cubicBezTo>
                  <a:cubicBezTo>
                    <a:pt x="45064" y="52189"/>
                    <a:pt x="43972" y="53008"/>
                    <a:pt x="42812" y="53759"/>
                  </a:cubicBezTo>
                  <a:cubicBezTo>
                    <a:pt x="41651" y="54510"/>
                    <a:pt x="40423" y="55124"/>
                    <a:pt x="39126" y="55579"/>
                  </a:cubicBezTo>
                  <a:cubicBezTo>
                    <a:pt x="37853" y="56056"/>
                    <a:pt x="36556" y="56443"/>
                    <a:pt x="35259" y="56762"/>
                  </a:cubicBezTo>
                  <a:cubicBezTo>
                    <a:pt x="34281" y="57035"/>
                    <a:pt x="33531" y="57126"/>
                    <a:pt x="32894" y="57262"/>
                  </a:cubicBezTo>
                  <a:cubicBezTo>
                    <a:pt x="32279" y="57399"/>
                    <a:pt x="31779" y="57399"/>
                    <a:pt x="31256" y="57490"/>
                  </a:cubicBezTo>
                  <a:cubicBezTo>
                    <a:pt x="30710" y="57558"/>
                    <a:pt x="30164" y="57603"/>
                    <a:pt x="29618" y="57603"/>
                  </a:cubicBezTo>
                  <a:cubicBezTo>
                    <a:pt x="28799" y="57603"/>
                    <a:pt x="27980" y="57580"/>
                    <a:pt x="27184" y="57467"/>
                  </a:cubicBezTo>
                  <a:cubicBezTo>
                    <a:pt x="26388" y="57376"/>
                    <a:pt x="25569" y="57217"/>
                    <a:pt x="24796" y="57035"/>
                  </a:cubicBezTo>
                  <a:cubicBezTo>
                    <a:pt x="24250" y="56898"/>
                    <a:pt x="23726" y="56739"/>
                    <a:pt x="23203" y="56557"/>
                  </a:cubicBezTo>
                  <a:cubicBezTo>
                    <a:pt x="22225" y="56193"/>
                    <a:pt x="21247" y="55897"/>
                    <a:pt x="19382" y="55056"/>
                  </a:cubicBezTo>
                  <a:cubicBezTo>
                    <a:pt x="18904" y="54874"/>
                    <a:pt x="18494" y="54669"/>
                    <a:pt x="18153" y="54487"/>
                  </a:cubicBezTo>
                  <a:lnTo>
                    <a:pt x="17175" y="54032"/>
                  </a:lnTo>
                  <a:lnTo>
                    <a:pt x="15697" y="53258"/>
                  </a:lnTo>
                  <a:cubicBezTo>
                    <a:pt x="14491" y="52599"/>
                    <a:pt x="13354" y="51825"/>
                    <a:pt x="12262" y="50984"/>
                  </a:cubicBezTo>
                  <a:cubicBezTo>
                    <a:pt x="11465" y="50324"/>
                    <a:pt x="10874" y="49824"/>
                    <a:pt x="10396" y="49391"/>
                  </a:cubicBezTo>
                  <a:cubicBezTo>
                    <a:pt x="9919" y="48959"/>
                    <a:pt x="9555" y="48595"/>
                    <a:pt x="9191" y="48231"/>
                  </a:cubicBezTo>
                  <a:cubicBezTo>
                    <a:pt x="8235" y="47253"/>
                    <a:pt x="7325" y="46229"/>
                    <a:pt x="6484" y="45138"/>
                  </a:cubicBezTo>
                  <a:cubicBezTo>
                    <a:pt x="5642" y="44046"/>
                    <a:pt x="4869" y="42908"/>
                    <a:pt x="4209" y="41725"/>
                  </a:cubicBezTo>
                  <a:cubicBezTo>
                    <a:pt x="3527" y="40543"/>
                    <a:pt x="2958" y="39292"/>
                    <a:pt x="2457" y="38018"/>
                  </a:cubicBezTo>
                  <a:cubicBezTo>
                    <a:pt x="1980" y="36744"/>
                    <a:pt x="1593" y="35447"/>
                    <a:pt x="1320" y="34105"/>
                  </a:cubicBezTo>
                  <a:cubicBezTo>
                    <a:pt x="1206" y="33559"/>
                    <a:pt x="1115" y="33013"/>
                    <a:pt x="1047" y="32445"/>
                  </a:cubicBezTo>
                  <a:cubicBezTo>
                    <a:pt x="1024" y="32126"/>
                    <a:pt x="956" y="31785"/>
                    <a:pt x="956" y="31375"/>
                  </a:cubicBezTo>
                  <a:cubicBezTo>
                    <a:pt x="933" y="30989"/>
                    <a:pt x="933" y="30534"/>
                    <a:pt x="933" y="30011"/>
                  </a:cubicBezTo>
                  <a:cubicBezTo>
                    <a:pt x="933" y="29556"/>
                    <a:pt x="933" y="29101"/>
                    <a:pt x="1002" y="28646"/>
                  </a:cubicBezTo>
                  <a:cubicBezTo>
                    <a:pt x="1024" y="28259"/>
                    <a:pt x="1047" y="27895"/>
                    <a:pt x="1070" y="27577"/>
                  </a:cubicBezTo>
                  <a:cubicBezTo>
                    <a:pt x="1161" y="26940"/>
                    <a:pt x="1229" y="26416"/>
                    <a:pt x="1320" y="25916"/>
                  </a:cubicBezTo>
                  <a:cubicBezTo>
                    <a:pt x="1548" y="24551"/>
                    <a:pt x="1912" y="23209"/>
                    <a:pt x="2366" y="21912"/>
                  </a:cubicBezTo>
                  <a:cubicBezTo>
                    <a:pt x="2753" y="20957"/>
                    <a:pt x="3049" y="20229"/>
                    <a:pt x="3322" y="19638"/>
                  </a:cubicBezTo>
                  <a:cubicBezTo>
                    <a:pt x="3618" y="19069"/>
                    <a:pt x="3800" y="18591"/>
                    <a:pt x="4095" y="18136"/>
                  </a:cubicBezTo>
                  <a:cubicBezTo>
                    <a:pt x="4755" y="16931"/>
                    <a:pt x="5506" y="15771"/>
                    <a:pt x="6325" y="14656"/>
                  </a:cubicBezTo>
                  <a:cubicBezTo>
                    <a:pt x="6643" y="14247"/>
                    <a:pt x="6916" y="13860"/>
                    <a:pt x="7189" y="13564"/>
                  </a:cubicBezTo>
                  <a:cubicBezTo>
                    <a:pt x="7462" y="13246"/>
                    <a:pt x="7689" y="12995"/>
                    <a:pt x="7917" y="12768"/>
                  </a:cubicBezTo>
                  <a:cubicBezTo>
                    <a:pt x="8372" y="12267"/>
                    <a:pt x="8781" y="11949"/>
                    <a:pt x="9168" y="11585"/>
                  </a:cubicBezTo>
                  <a:cubicBezTo>
                    <a:pt x="9350" y="11426"/>
                    <a:pt x="9555" y="11244"/>
                    <a:pt x="9737" y="11039"/>
                  </a:cubicBezTo>
                  <a:lnTo>
                    <a:pt x="10396" y="10448"/>
                  </a:lnTo>
                  <a:cubicBezTo>
                    <a:pt x="10624" y="10220"/>
                    <a:pt x="10851" y="9970"/>
                    <a:pt x="11170" y="9697"/>
                  </a:cubicBezTo>
                  <a:cubicBezTo>
                    <a:pt x="11465" y="9424"/>
                    <a:pt x="11784" y="9128"/>
                    <a:pt x="12148" y="8764"/>
                  </a:cubicBezTo>
                  <a:cubicBezTo>
                    <a:pt x="12545" y="8383"/>
                    <a:pt x="12498" y="8068"/>
                    <a:pt x="12201" y="8068"/>
                  </a:cubicBezTo>
                  <a:cubicBezTo>
                    <a:pt x="12073" y="8068"/>
                    <a:pt x="11899" y="8127"/>
                    <a:pt x="11693" y="8264"/>
                  </a:cubicBezTo>
                  <a:cubicBezTo>
                    <a:pt x="11261" y="8560"/>
                    <a:pt x="10874" y="8787"/>
                    <a:pt x="10556" y="9060"/>
                  </a:cubicBezTo>
                  <a:cubicBezTo>
                    <a:pt x="10237" y="9310"/>
                    <a:pt x="9941" y="9538"/>
                    <a:pt x="9691" y="9743"/>
                  </a:cubicBezTo>
                  <a:cubicBezTo>
                    <a:pt x="9259" y="10129"/>
                    <a:pt x="8850" y="10539"/>
                    <a:pt x="8486" y="10971"/>
                  </a:cubicBezTo>
                  <a:cubicBezTo>
                    <a:pt x="8144" y="11380"/>
                    <a:pt x="7780" y="11767"/>
                    <a:pt x="7394" y="12313"/>
                  </a:cubicBezTo>
                  <a:lnTo>
                    <a:pt x="6689" y="13177"/>
                  </a:lnTo>
                  <a:cubicBezTo>
                    <a:pt x="6416" y="13519"/>
                    <a:pt x="6165" y="13905"/>
                    <a:pt x="5847" y="14315"/>
                  </a:cubicBezTo>
                  <a:cubicBezTo>
                    <a:pt x="4982" y="15452"/>
                    <a:pt x="4209" y="16635"/>
                    <a:pt x="3481" y="17841"/>
                  </a:cubicBezTo>
                  <a:cubicBezTo>
                    <a:pt x="2730" y="19069"/>
                    <a:pt x="2116" y="20343"/>
                    <a:pt x="1593" y="21662"/>
                  </a:cubicBezTo>
                  <a:cubicBezTo>
                    <a:pt x="1093" y="23004"/>
                    <a:pt x="706" y="24369"/>
                    <a:pt x="456" y="25779"/>
                  </a:cubicBezTo>
                  <a:cubicBezTo>
                    <a:pt x="387" y="26303"/>
                    <a:pt x="296" y="26826"/>
                    <a:pt x="205" y="27486"/>
                  </a:cubicBezTo>
                  <a:cubicBezTo>
                    <a:pt x="183" y="27827"/>
                    <a:pt x="160" y="28191"/>
                    <a:pt x="114" y="28600"/>
                  </a:cubicBezTo>
                  <a:cubicBezTo>
                    <a:pt x="69" y="29078"/>
                    <a:pt x="46" y="29556"/>
                    <a:pt x="46" y="30033"/>
                  </a:cubicBezTo>
                  <a:cubicBezTo>
                    <a:pt x="46" y="30556"/>
                    <a:pt x="1" y="31034"/>
                    <a:pt x="23" y="31444"/>
                  </a:cubicBezTo>
                  <a:cubicBezTo>
                    <a:pt x="46" y="31876"/>
                    <a:pt x="69" y="32240"/>
                    <a:pt x="69" y="32581"/>
                  </a:cubicBezTo>
                  <a:cubicBezTo>
                    <a:pt x="69" y="33241"/>
                    <a:pt x="114" y="33787"/>
                    <a:pt x="160" y="34333"/>
                  </a:cubicBezTo>
                  <a:cubicBezTo>
                    <a:pt x="205" y="34924"/>
                    <a:pt x="274" y="35493"/>
                    <a:pt x="387" y="36084"/>
                  </a:cubicBezTo>
                  <a:cubicBezTo>
                    <a:pt x="547" y="36926"/>
                    <a:pt x="797" y="37745"/>
                    <a:pt x="1093" y="38564"/>
                  </a:cubicBezTo>
                  <a:cubicBezTo>
                    <a:pt x="1593" y="39928"/>
                    <a:pt x="2230" y="41225"/>
                    <a:pt x="2981" y="42453"/>
                  </a:cubicBezTo>
                  <a:cubicBezTo>
                    <a:pt x="3731" y="43682"/>
                    <a:pt x="4550" y="44865"/>
                    <a:pt x="5415" y="46002"/>
                  </a:cubicBezTo>
                  <a:cubicBezTo>
                    <a:pt x="6302" y="47139"/>
                    <a:pt x="7257" y="48209"/>
                    <a:pt x="8258" y="49209"/>
                  </a:cubicBezTo>
                  <a:cubicBezTo>
                    <a:pt x="8645" y="49596"/>
                    <a:pt x="9054" y="49937"/>
                    <a:pt x="9532" y="50392"/>
                  </a:cubicBezTo>
                  <a:cubicBezTo>
                    <a:pt x="10032" y="50870"/>
                    <a:pt x="10647" y="51370"/>
                    <a:pt x="11465" y="52053"/>
                  </a:cubicBezTo>
                  <a:cubicBezTo>
                    <a:pt x="12580" y="52940"/>
                    <a:pt x="13786" y="53713"/>
                    <a:pt x="15060" y="54373"/>
                  </a:cubicBezTo>
                  <a:lnTo>
                    <a:pt x="16629" y="55147"/>
                  </a:lnTo>
                  <a:lnTo>
                    <a:pt x="17630" y="55624"/>
                  </a:lnTo>
                  <a:cubicBezTo>
                    <a:pt x="17994" y="55806"/>
                    <a:pt x="18426" y="56011"/>
                    <a:pt x="18904" y="56216"/>
                  </a:cubicBezTo>
                  <a:cubicBezTo>
                    <a:pt x="20201" y="56784"/>
                    <a:pt x="21543" y="57285"/>
                    <a:pt x="22907" y="57671"/>
                  </a:cubicBezTo>
                  <a:cubicBezTo>
                    <a:pt x="23408" y="57831"/>
                    <a:pt x="23954" y="57922"/>
                    <a:pt x="24591" y="58081"/>
                  </a:cubicBezTo>
                  <a:cubicBezTo>
                    <a:pt x="25228" y="58263"/>
                    <a:pt x="26024" y="58354"/>
                    <a:pt x="27093" y="58536"/>
                  </a:cubicBezTo>
                  <a:cubicBezTo>
                    <a:pt x="28162" y="58627"/>
                    <a:pt x="28958" y="58718"/>
                    <a:pt x="29618" y="58718"/>
                  </a:cubicBezTo>
                  <a:cubicBezTo>
                    <a:pt x="29914" y="58729"/>
                    <a:pt x="30204" y="58735"/>
                    <a:pt x="30494" y="58735"/>
                  </a:cubicBezTo>
                  <a:cubicBezTo>
                    <a:pt x="30784" y="58735"/>
                    <a:pt x="31074" y="58729"/>
                    <a:pt x="31370" y="58718"/>
                  </a:cubicBezTo>
                  <a:cubicBezTo>
                    <a:pt x="31938" y="58695"/>
                    <a:pt x="32530" y="58650"/>
                    <a:pt x="33098" y="58581"/>
                  </a:cubicBezTo>
                  <a:lnTo>
                    <a:pt x="34213" y="58422"/>
                  </a:lnTo>
                  <a:cubicBezTo>
                    <a:pt x="34622" y="58354"/>
                    <a:pt x="35077" y="58240"/>
                    <a:pt x="35623" y="58126"/>
                  </a:cubicBezTo>
                  <a:cubicBezTo>
                    <a:pt x="37716" y="57603"/>
                    <a:pt x="38740" y="57262"/>
                    <a:pt x="39786" y="56966"/>
                  </a:cubicBezTo>
                  <a:cubicBezTo>
                    <a:pt x="41174" y="56534"/>
                    <a:pt x="42493" y="55920"/>
                    <a:pt x="43721" y="55124"/>
                  </a:cubicBezTo>
                  <a:cubicBezTo>
                    <a:pt x="44950" y="54350"/>
                    <a:pt x="46064" y="53440"/>
                    <a:pt x="47065" y="52417"/>
                  </a:cubicBezTo>
                  <a:cubicBezTo>
                    <a:pt x="47816" y="51643"/>
                    <a:pt x="48567" y="50870"/>
                    <a:pt x="50113" y="49437"/>
                  </a:cubicBezTo>
                  <a:cubicBezTo>
                    <a:pt x="51137" y="48459"/>
                    <a:pt x="52115" y="47435"/>
                    <a:pt x="53025" y="46343"/>
                  </a:cubicBezTo>
                  <a:cubicBezTo>
                    <a:pt x="53685" y="45524"/>
                    <a:pt x="54390" y="44705"/>
                    <a:pt x="55596" y="42954"/>
                  </a:cubicBezTo>
                  <a:lnTo>
                    <a:pt x="58007" y="39405"/>
                  </a:lnTo>
                  <a:cubicBezTo>
                    <a:pt x="58780" y="38177"/>
                    <a:pt x="59394" y="36835"/>
                    <a:pt x="59781" y="35447"/>
                  </a:cubicBezTo>
                  <a:cubicBezTo>
                    <a:pt x="59918" y="34924"/>
                    <a:pt x="60054" y="34469"/>
                    <a:pt x="60145" y="34037"/>
                  </a:cubicBezTo>
                  <a:cubicBezTo>
                    <a:pt x="60259" y="33605"/>
                    <a:pt x="60304" y="33241"/>
                    <a:pt x="60350" y="32899"/>
                  </a:cubicBezTo>
                  <a:cubicBezTo>
                    <a:pt x="60464" y="32331"/>
                    <a:pt x="60555" y="31739"/>
                    <a:pt x="60600" y="31148"/>
                  </a:cubicBezTo>
                  <a:cubicBezTo>
                    <a:pt x="60623" y="30602"/>
                    <a:pt x="60668" y="30056"/>
                    <a:pt x="60714" y="29374"/>
                  </a:cubicBezTo>
                  <a:cubicBezTo>
                    <a:pt x="60714" y="28691"/>
                    <a:pt x="60714" y="27895"/>
                    <a:pt x="60691" y="26803"/>
                  </a:cubicBezTo>
                  <a:cubicBezTo>
                    <a:pt x="60623" y="25370"/>
                    <a:pt x="60395" y="23937"/>
                    <a:pt x="60009" y="22527"/>
                  </a:cubicBezTo>
                  <a:cubicBezTo>
                    <a:pt x="59667" y="21503"/>
                    <a:pt x="59394" y="20479"/>
                    <a:pt x="58689" y="18455"/>
                  </a:cubicBezTo>
                  <a:cubicBezTo>
                    <a:pt x="58325" y="17454"/>
                    <a:pt x="58007" y="16703"/>
                    <a:pt x="57757" y="16089"/>
                  </a:cubicBezTo>
                  <a:lnTo>
                    <a:pt x="57029" y="14497"/>
                  </a:lnTo>
                  <a:cubicBezTo>
                    <a:pt x="56778" y="13974"/>
                    <a:pt x="56506" y="13473"/>
                    <a:pt x="56210" y="12973"/>
                  </a:cubicBezTo>
                  <a:cubicBezTo>
                    <a:pt x="56051" y="12677"/>
                    <a:pt x="55869" y="12336"/>
                    <a:pt x="55641" y="11995"/>
                  </a:cubicBezTo>
                  <a:lnTo>
                    <a:pt x="54799" y="10834"/>
                  </a:lnTo>
                  <a:cubicBezTo>
                    <a:pt x="53935" y="9674"/>
                    <a:pt x="53025" y="8560"/>
                    <a:pt x="52047" y="7513"/>
                  </a:cubicBezTo>
                  <a:lnTo>
                    <a:pt x="51478" y="6876"/>
                  </a:lnTo>
                  <a:cubicBezTo>
                    <a:pt x="51274" y="6694"/>
                    <a:pt x="51046" y="6490"/>
                    <a:pt x="50796" y="6262"/>
                  </a:cubicBezTo>
                  <a:lnTo>
                    <a:pt x="49931" y="5511"/>
                  </a:lnTo>
                  <a:cubicBezTo>
                    <a:pt x="49613" y="5216"/>
                    <a:pt x="49204" y="4966"/>
                    <a:pt x="48771" y="4647"/>
                  </a:cubicBezTo>
                  <a:cubicBezTo>
                    <a:pt x="48066" y="4147"/>
                    <a:pt x="47316" y="3714"/>
                    <a:pt x="46519" y="3350"/>
                  </a:cubicBezTo>
                  <a:cubicBezTo>
                    <a:pt x="45996" y="3100"/>
                    <a:pt x="45450" y="2873"/>
                    <a:pt x="44882" y="2714"/>
                  </a:cubicBezTo>
                  <a:cubicBezTo>
                    <a:pt x="43858" y="2350"/>
                    <a:pt x="42834" y="2031"/>
                    <a:pt x="40810" y="1394"/>
                  </a:cubicBezTo>
                  <a:lnTo>
                    <a:pt x="39445" y="985"/>
                  </a:lnTo>
                  <a:lnTo>
                    <a:pt x="38353" y="757"/>
                  </a:lnTo>
                  <a:cubicBezTo>
                    <a:pt x="37693" y="621"/>
                    <a:pt x="37170" y="462"/>
                    <a:pt x="36647" y="416"/>
                  </a:cubicBezTo>
                  <a:lnTo>
                    <a:pt x="34941" y="143"/>
                  </a:lnTo>
                  <a:cubicBezTo>
                    <a:pt x="34281" y="120"/>
                    <a:pt x="33485" y="29"/>
                    <a:pt x="32416" y="7"/>
                  </a:cubicBezTo>
                  <a:cubicBezTo>
                    <a:pt x="31988" y="2"/>
                    <a:pt x="31603" y="0"/>
                    <a:pt x="31253" y="0"/>
                  </a:cubicBezTo>
                  <a:close/>
                </a:path>
              </a:pathLst>
            </a:custGeom>
            <a:solidFill>
              <a:srgbClr val="4E5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49"/>
            <p:cNvSpPr/>
            <p:nvPr/>
          </p:nvSpPr>
          <p:spPr>
            <a:xfrm>
              <a:off x="6939325" y="0"/>
              <a:ext cx="2215650" cy="2773500"/>
            </a:xfrm>
            <a:custGeom>
              <a:avLst/>
              <a:gdLst/>
              <a:ahLst/>
              <a:cxnLst/>
              <a:rect l="l" t="t" r="r" b="b"/>
              <a:pathLst>
                <a:path w="88626" h="110940" extrusionOk="0">
                  <a:moveTo>
                    <a:pt x="865" y="0"/>
                  </a:moveTo>
                  <a:cubicBezTo>
                    <a:pt x="228" y="1979"/>
                    <a:pt x="1" y="4095"/>
                    <a:pt x="228" y="6165"/>
                  </a:cubicBezTo>
                  <a:cubicBezTo>
                    <a:pt x="1275" y="15491"/>
                    <a:pt x="11716" y="20837"/>
                    <a:pt x="21065" y="21701"/>
                  </a:cubicBezTo>
                  <a:cubicBezTo>
                    <a:pt x="22911" y="21873"/>
                    <a:pt x="24759" y="21939"/>
                    <a:pt x="26608" y="21939"/>
                  </a:cubicBezTo>
                  <a:cubicBezTo>
                    <a:pt x="32600" y="21939"/>
                    <a:pt x="38606" y="21250"/>
                    <a:pt x="44590" y="21250"/>
                  </a:cubicBezTo>
                  <a:cubicBezTo>
                    <a:pt x="46548" y="21250"/>
                    <a:pt x="48503" y="21324"/>
                    <a:pt x="50455" y="21519"/>
                  </a:cubicBezTo>
                  <a:cubicBezTo>
                    <a:pt x="60214" y="22497"/>
                    <a:pt x="70700" y="27889"/>
                    <a:pt x="72884" y="37443"/>
                  </a:cubicBezTo>
                  <a:cubicBezTo>
                    <a:pt x="74158" y="42970"/>
                    <a:pt x="72361" y="48680"/>
                    <a:pt x="70996" y="54185"/>
                  </a:cubicBezTo>
                  <a:cubicBezTo>
                    <a:pt x="68516" y="63989"/>
                    <a:pt x="67288" y="74316"/>
                    <a:pt x="69199" y="84234"/>
                  </a:cubicBezTo>
                  <a:cubicBezTo>
                    <a:pt x="71110" y="94175"/>
                    <a:pt x="76546" y="103706"/>
                    <a:pt x="85122" y="109074"/>
                  </a:cubicBezTo>
                  <a:cubicBezTo>
                    <a:pt x="86259" y="109757"/>
                    <a:pt x="87420" y="110394"/>
                    <a:pt x="88625" y="110940"/>
                  </a:cubicBezTo>
                  <a:lnTo>
                    <a:pt x="88625" y="0"/>
                  </a:lnTo>
                  <a:close/>
                </a:path>
              </a:pathLst>
            </a:custGeom>
            <a:solidFill>
              <a:srgbClr val="C5CD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49"/>
            <p:cNvSpPr/>
            <p:nvPr/>
          </p:nvSpPr>
          <p:spPr>
            <a:xfrm>
              <a:off x="0" y="3295720"/>
              <a:ext cx="1563350" cy="1851675"/>
            </a:xfrm>
            <a:custGeom>
              <a:avLst/>
              <a:gdLst/>
              <a:ahLst/>
              <a:cxnLst/>
              <a:rect l="l" t="t" r="r" b="b"/>
              <a:pathLst>
                <a:path w="62534" h="74067" extrusionOk="0">
                  <a:moveTo>
                    <a:pt x="0" y="0"/>
                  </a:moveTo>
                  <a:lnTo>
                    <a:pt x="0" y="74066"/>
                  </a:lnTo>
                  <a:lnTo>
                    <a:pt x="62533" y="74066"/>
                  </a:lnTo>
                  <a:cubicBezTo>
                    <a:pt x="57825" y="71723"/>
                    <a:pt x="52615" y="70381"/>
                    <a:pt x="47725" y="68334"/>
                  </a:cubicBezTo>
                  <a:cubicBezTo>
                    <a:pt x="30960" y="61396"/>
                    <a:pt x="18039" y="45836"/>
                    <a:pt x="14309" y="28048"/>
                  </a:cubicBezTo>
                  <a:cubicBezTo>
                    <a:pt x="12807" y="20951"/>
                    <a:pt x="12557" y="13216"/>
                    <a:pt x="8303" y="7348"/>
                  </a:cubicBezTo>
                  <a:cubicBezTo>
                    <a:pt x="6142" y="4299"/>
                    <a:pt x="3299" y="1774"/>
                    <a:pt x="0" y="0"/>
                  </a:cubicBezTo>
                  <a:close/>
                </a:path>
              </a:pathLst>
            </a:custGeom>
            <a:solidFill>
              <a:srgbClr val="CD63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49"/>
            <p:cNvSpPr/>
            <p:nvPr/>
          </p:nvSpPr>
          <p:spPr>
            <a:xfrm>
              <a:off x="-427" y="1702"/>
              <a:ext cx="3152250" cy="1766375"/>
            </a:xfrm>
            <a:custGeom>
              <a:avLst/>
              <a:gdLst/>
              <a:ahLst/>
              <a:cxnLst/>
              <a:rect l="l" t="t" r="r" b="b"/>
              <a:pathLst>
                <a:path w="126090" h="70655" extrusionOk="0">
                  <a:moveTo>
                    <a:pt x="0" y="0"/>
                  </a:moveTo>
                  <a:lnTo>
                    <a:pt x="0" y="70631"/>
                  </a:lnTo>
                  <a:cubicBezTo>
                    <a:pt x="561" y="70647"/>
                    <a:pt x="1118" y="70655"/>
                    <a:pt x="1671" y="70655"/>
                  </a:cubicBezTo>
                  <a:cubicBezTo>
                    <a:pt x="8214" y="70655"/>
                    <a:pt x="14172" y="69582"/>
                    <a:pt x="17675" y="68470"/>
                  </a:cubicBezTo>
                  <a:cubicBezTo>
                    <a:pt x="30277" y="64467"/>
                    <a:pt x="42288" y="29845"/>
                    <a:pt x="54936" y="26023"/>
                  </a:cubicBezTo>
                  <a:cubicBezTo>
                    <a:pt x="65331" y="22861"/>
                    <a:pt x="76341" y="22861"/>
                    <a:pt x="87055" y="20973"/>
                  </a:cubicBezTo>
                  <a:cubicBezTo>
                    <a:pt x="102432" y="18244"/>
                    <a:pt x="117764" y="11033"/>
                    <a:pt x="125999" y="114"/>
                  </a:cubicBezTo>
                  <a:lnTo>
                    <a:pt x="126090" y="0"/>
                  </a:lnTo>
                  <a:close/>
                </a:path>
              </a:pathLst>
            </a:custGeom>
            <a:solidFill>
              <a:srgbClr val="FABB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49"/>
            <p:cNvSpPr/>
            <p:nvPr/>
          </p:nvSpPr>
          <p:spPr>
            <a:xfrm>
              <a:off x="-528377" y="-303248"/>
              <a:ext cx="2810675" cy="1541450"/>
            </a:xfrm>
            <a:custGeom>
              <a:avLst/>
              <a:gdLst/>
              <a:ahLst/>
              <a:cxnLst/>
              <a:rect l="l" t="t" r="r" b="b"/>
              <a:pathLst>
                <a:path w="112427" h="61658" extrusionOk="0">
                  <a:moveTo>
                    <a:pt x="111173" y="1"/>
                  </a:moveTo>
                  <a:cubicBezTo>
                    <a:pt x="110846" y="1"/>
                    <a:pt x="110528" y="191"/>
                    <a:pt x="110516" y="529"/>
                  </a:cubicBezTo>
                  <a:cubicBezTo>
                    <a:pt x="110493" y="961"/>
                    <a:pt x="110471" y="1325"/>
                    <a:pt x="110448" y="1643"/>
                  </a:cubicBezTo>
                  <a:cubicBezTo>
                    <a:pt x="110448" y="1985"/>
                    <a:pt x="110425" y="2258"/>
                    <a:pt x="110402" y="2530"/>
                  </a:cubicBezTo>
                  <a:cubicBezTo>
                    <a:pt x="110357" y="3054"/>
                    <a:pt x="110357" y="3486"/>
                    <a:pt x="110357" y="3918"/>
                  </a:cubicBezTo>
                  <a:cubicBezTo>
                    <a:pt x="110380" y="5055"/>
                    <a:pt x="110243" y="6193"/>
                    <a:pt x="109970" y="7307"/>
                  </a:cubicBezTo>
                  <a:cubicBezTo>
                    <a:pt x="109674" y="8399"/>
                    <a:pt x="109310" y="9491"/>
                    <a:pt x="108855" y="10538"/>
                  </a:cubicBezTo>
                  <a:cubicBezTo>
                    <a:pt x="108446" y="11607"/>
                    <a:pt x="107877" y="12608"/>
                    <a:pt x="107195" y="13518"/>
                  </a:cubicBezTo>
                  <a:cubicBezTo>
                    <a:pt x="106194" y="14928"/>
                    <a:pt x="105625" y="15542"/>
                    <a:pt x="105057" y="16224"/>
                  </a:cubicBezTo>
                  <a:cubicBezTo>
                    <a:pt x="104283" y="17089"/>
                    <a:pt x="103396" y="17840"/>
                    <a:pt x="102418" y="18476"/>
                  </a:cubicBezTo>
                  <a:cubicBezTo>
                    <a:pt x="101440" y="19091"/>
                    <a:pt x="100393" y="19637"/>
                    <a:pt x="99347" y="20114"/>
                  </a:cubicBezTo>
                  <a:cubicBezTo>
                    <a:pt x="98255" y="20592"/>
                    <a:pt x="97141" y="20933"/>
                    <a:pt x="96003" y="21183"/>
                  </a:cubicBezTo>
                  <a:cubicBezTo>
                    <a:pt x="95187" y="21379"/>
                    <a:pt x="94347" y="21482"/>
                    <a:pt x="93509" y="21482"/>
                  </a:cubicBezTo>
                  <a:cubicBezTo>
                    <a:pt x="93179" y="21482"/>
                    <a:pt x="92850" y="21466"/>
                    <a:pt x="92523" y="21434"/>
                  </a:cubicBezTo>
                  <a:cubicBezTo>
                    <a:pt x="91658" y="21388"/>
                    <a:pt x="90817" y="21274"/>
                    <a:pt x="89065" y="21070"/>
                  </a:cubicBezTo>
                  <a:cubicBezTo>
                    <a:pt x="87314" y="20865"/>
                    <a:pt x="86404" y="20774"/>
                    <a:pt x="85471" y="20728"/>
                  </a:cubicBezTo>
                  <a:cubicBezTo>
                    <a:pt x="85221" y="20717"/>
                    <a:pt x="84971" y="20711"/>
                    <a:pt x="84720" y="20711"/>
                  </a:cubicBezTo>
                  <a:cubicBezTo>
                    <a:pt x="84470" y="20711"/>
                    <a:pt x="84220" y="20717"/>
                    <a:pt x="83970" y="20728"/>
                  </a:cubicBezTo>
                  <a:cubicBezTo>
                    <a:pt x="83196" y="20774"/>
                    <a:pt x="82446" y="20910"/>
                    <a:pt x="81740" y="21138"/>
                  </a:cubicBezTo>
                  <a:cubicBezTo>
                    <a:pt x="80990" y="21365"/>
                    <a:pt x="80307" y="21729"/>
                    <a:pt x="79693" y="22230"/>
                  </a:cubicBezTo>
                  <a:cubicBezTo>
                    <a:pt x="79284" y="22571"/>
                    <a:pt x="78920" y="22935"/>
                    <a:pt x="78601" y="23344"/>
                  </a:cubicBezTo>
                  <a:cubicBezTo>
                    <a:pt x="78010" y="24095"/>
                    <a:pt x="77509" y="24869"/>
                    <a:pt x="76531" y="26347"/>
                  </a:cubicBezTo>
                  <a:cubicBezTo>
                    <a:pt x="74575" y="29327"/>
                    <a:pt x="74439" y="29236"/>
                    <a:pt x="72505" y="32216"/>
                  </a:cubicBezTo>
                  <a:cubicBezTo>
                    <a:pt x="71868" y="33194"/>
                    <a:pt x="71163" y="34127"/>
                    <a:pt x="70389" y="35014"/>
                  </a:cubicBezTo>
                  <a:cubicBezTo>
                    <a:pt x="69821" y="35674"/>
                    <a:pt x="69229" y="36333"/>
                    <a:pt x="68069" y="37607"/>
                  </a:cubicBezTo>
                  <a:cubicBezTo>
                    <a:pt x="67273" y="38426"/>
                    <a:pt x="66431" y="39199"/>
                    <a:pt x="65567" y="39950"/>
                  </a:cubicBezTo>
                  <a:cubicBezTo>
                    <a:pt x="65249" y="40223"/>
                    <a:pt x="64885" y="40473"/>
                    <a:pt x="64452" y="40792"/>
                  </a:cubicBezTo>
                  <a:cubicBezTo>
                    <a:pt x="64225" y="40928"/>
                    <a:pt x="63975" y="41065"/>
                    <a:pt x="63679" y="41247"/>
                  </a:cubicBezTo>
                  <a:cubicBezTo>
                    <a:pt x="63542" y="41315"/>
                    <a:pt x="63383" y="41406"/>
                    <a:pt x="63201" y="41497"/>
                  </a:cubicBezTo>
                  <a:lnTo>
                    <a:pt x="62655" y="41724"/>
                  </a:lnTo>
                  <a:cubicBezTo>
                    <a:pt x="61609" y="42179"/>
                    <a:pt x="60517" y="42521"/>
                    <a:pt x="59380" y="42748"/>
                  </a:cubicBezTo>
                  <a:cubicBezTo>
                    <a:pt x="58527" y="42902"/>
                    <a:pt x="57661" y="42978"/>
                    <a:pt x="56792" y="42978"/>
                  </a:cubicBezTo>
                  <a:cubicBezTo>
                    <a:pt x="56502" y="42978"/>
                    <a:pt x="56212" y="42970"/>
                    <a:pt x="55922" y="42953"/>
                  </a:cubicBezTo>
                  <a:cubicBezTo>
                    <a:pt x="54762" y="42885"/>
                    <a:pt x="53625" y="42657"/>
                    <a:pt x="52510" y="42270"/>
                  </a:cubicBezTo>
                  <a:cubicBezTo>
                    <a:pt x="51691" y="41997"/>
                    <a:pt x="50849" y="41724"/>
                    <a:pt x="49257" y="41065"/>
                  </a:cubicBezTo>
                  <a:cubicBezTo>
                    <a:pt x="47665" y="40405"/>
                    <a:pt x="46869" y="39996"/>
                    <a:pt x="45981" y="39700"/>
                  </a:cubicBezTo>
                  <a:cubicBezTo>
                    <a:pt x="45504" y="39518"/>
                    <a:pt x="45003" y="39381"/>
                    <a:pt x="44503" y="39290"/>
                  </a:cubicBezTo>
                  <a:cubicBezTo>
                    <a:pt x="44165" y="39219"/>
                    <a:pt x="43822" y="39184"/>
                    <a:pt x="43477" y="39184"/>
                  </a:cubicBezTo>
                  <a:cubicBezTo>
                    <a:pt x="43056" y="39184"/>
                    <a:pt x="42631" y="39236"/>
                    <a:pt x="42205" y="39336"/>
                  </a:cubicBezTo>
                  <a:cubicBezTo>
                    <a:pt x="41477" y="39518"/>
                    <a:pt x="40772" y="39836"/>
                    <a:pt x="40158" y="40269"/>
                  </a:cubicBezTo>
                  <a:cubicBezTo>
                    <a:pt x="39726" y="40564"/>
                    <a:pt x="39316" y="40860"/>
                    <a:pt x="38930" y="41201"/>
                  </a:cubicBezTo>
                  <a:cubicBezTo>
                    <a:pt x="38020" y="41997"/>
                    <a:pt x="37201" y="42907"/>
                    <a:pt x="36496" y="43885"/>
                  </a:cubicBezTo>
                  <a:cubicBezTo>
                    <a:pt x="34312" y="46752"/>
                    <a:pt x="34494" y="46888"/>
                    <a:pt x="32401" y="49732"/>
                  </a:cubicBezTo>
                  <a:cubicBezTo>
                    <a:pt x="31355" y="51142"/>
                    <a:pt x="30809" y="51847"/>
                    <a:pt x="30240" y="52507"/>
                  </a:cubicBezTo>
                  <a:cubicBezTo>
                    <a:pt x="29671" y="53166"/>
                    <a:pt x="29103" y="53849"/>
                    <a:pt x="27874" y="55100"/>
                  </a:cubicBezTo>
                  <a:cubicBezTo>
                    <a:pt x="27056" y="55919"/>
                    <a:pt x="26168" y="56670"/>
                    <a:pt x="25236" y="57352"/>
                  </a:cubicBezTo>
                  <a:cubicBezTo>
                    <a:pt x="24303" y="58034"/>
                    <a:pt x="23302" y="58649"/>
                    <a:pt x="22279" y="59149"/>
                  </a:cubicBezTo>
                  <a:cubicBezTo>
                    <a:pt x="21232" y="59672"/>
                    <a:pt x="20163" y="60104"/>
                    <a:pt x="19048" y="60423"/>
                  </a:cubicBezTo>
                  <a:lnTo>
                    <a:pt x="18411" y="60582"/>
                  </a:lnTo>
                  <a:lnTo>
                    <a:pt x="17684" y="60741"/>
                  </a:lnTo>
                  <a:cubicBezTo>
                    <a:pt x="17114" y="60827"/>
                    <a:pt x="16539" y="60870"/>
                    <a:pt x="15965" y="60870"/>
                  </a:cubicBezTo>
                  <a:cubicBezTo>
                    <a:pt x="14706" y="60870"/>
                    <a:pt x="13450" y="60663"/>
                    <a:pt x="12247" y="60241"/>
                  </a:cubicBezTo>
                  <a:cubicBezTo>
                    <a:pt x="11815" y="60104"/>
                    <a:pt x="11360" y="59945"/>
                    <a:pt x="10950" y="59718"/>
                  </a:cubicBezTo>
                  <a:cubicBezTo>
                    <a:pt x="10313" y="59445"/>
                    <a:pt x="9722" y="59081"/>
                    <a:pt x="9153" y="58694"/>
                  </a:cubicBezTo>
                  <a:cubicBezTo>
                    <a:pt x="8198" y="58034"/>
                    <a:pt x="7311" y="57261"/>
                    <a:pt x="6515" y="56397"/>
                  </a:cubicBezTo>
                  <a:cubicBezTo>
                    <a:pt x="5718" y="55532"/>
                    <a:pt x="4968" y="54622"/>
                    <a:pt x="4285" y="53690"/>
                  </a:cubicBezTo>
                  <a:cubicBezTo>
                    <a:pt x="3603" y="52711"/>
                    <a:pt x="2989" y="51688"/>
                    <a:pt x="2488" y="50596"/>
                  </a:cubicBezTo>
                  <a:cubicBezTo>
                    <a:pt x="1965" y="49550"/>
                    <a:pt x="1351" y="48549"/>
                    <a:pt x="668" y="47593"/>
                  </a:cubicBezTo>
                  <a:cubicBezTo>
                    <a:pt x="528" y="47373"/>
                    <a:pt x="380" y="47276"/>
                    <a:pt x="268" y="47276"/>
                  </a:cubicBezTo>
                  <a:cubicBezTo>
                    <a:pt x="90" y="47276"/>
                    <a:pt x="1" y="47521"/>
                    <a:pt x="168" y="47912"/>
                  </a:cubicBezTo>
                  <a:cubicBezTo>
                    <a:pt x="600" y="49004"/>
                    <a:pt x="1123" y="50073"/>
                    <a:pt x="1783" y="51074"/>
                  </a:cubicBezTo>
                  <a:lnTo>
                    <a:pt x="3853" y="54031"/>
                  </a:lnTo>
                  <a:cubicBezTo>
                    <a:pt x="4877" y="55464"/>
                    <a:pt x="5491" y="56169"/>
                    <a:pt x="6060" y="56874"/>
                  </a:cubicBezTo>
                  <a:cubicBezTo>
                    <a:pt x="6833" y="57807"/>
                    <a:pt x="7720" y="58626"/>
                    <a:pt x="8721" y="59331"/>
                  </a:cubicBezTo>
                  <a:cubicBezTo>
                    <a:pt x="9312" y="59763"/>
                    <a:pt x="9949" y="60127"/>
                    <a:pt x="10609" y="60446"/>
                  </a:cubicBezTo>
                  <a:cubicBezTo>
                    <a:pt x="11064" y="60673"/>
                    <a:pt x="11542" y="60855"/>
                    <a:pt x="12019" y="61014"/>
                  </a:cubicBezTo>
                  <a:cubicBezTo>
                    <a:pt x="13202" y="61401"/>
                    <a:pt x="14408" y="61606"/>
                    <a:pt x="15636" y="61651"/>
                  </a:cubicBezTo>
                  <a:cubicBezTo>
                    <a:pt x="15807" y="61655"/>
                    <a:pt x="15971" y="61657"/>
                    <a:pt x="16127" y="61657"/>
                  </a:cubicBezTo>
                  <a:cubicBezTo>
                    <a:pt x="16823" y="61657"/>
                    <a:pt x="17378" y="61620"/>
                    <a:pt x="17843" y="61583"/>
                  </a:cubicBezTo>
                  <a:lnTo>
                    <a:pt x="18639" y="61515"/>
                  </a:lnTo>
                  <a:lnTo>
                    <a:pt x="19344" y="61424"/>
                  </a:lnTo>
                  <a:cubicBezTo>
                    <a:pt x="20572" y="61265"/>
                    <a:pt x="21778" y="60901"/>
                    <a:pt x="22893" y="60332"/>
                  </a:cubicBezTo>
                  <a:cubicBezTo>
                    <a:pt x="24007" y="59809"/>
                    <a:pt x="25054" y="59149"/>
                    <a:pt x="26032" y="58376"/>
                  </a:cubicBezTo>
                  <a:cubicBezTo>
                    <a:pt x="26987" y="57625"/>
                    <a:pt x="27920" y="56829"/>
                    <a:pt x="28784" y="55964"/>
                  </a:cubicBezTo>
                  <a:cubicBezTo>
                    <a:pt x="29649" y="55100"/>
                    <a:pt x="30468" y="54213"/>
                    <a:pt x="31218" y="53257"/>
                  </a:cubicBezTo>
                  <a:cubicBezTo>
                    <a:pt x="31787" y="52575"/>
                    <a:pt x="32333" y="51847"/>
                    <a:pt x="33425" y="50414"/>
                  </a:cubicBezTo>
                  <a:cubicBezTo>
                    <a:pt x="35540" y="47548"/>
                    <a:pt x="35267" y="47366"/>
                    <a:pt x="37406" y="44545"/>
                  </a:cubicBezTo>
                  <a:cubicBezTo>
                    <a:pt x="38088" y="43590"/>
                    <a:pt x="38839" y="42725"/>
                    <a:pt x="39680" y="41906"/>
                  </a:cubicBezTo>
                  <a:cubicBezTo>
                    <a:pt x="39999" y="41588"/>
                    <a:pt x="40363" y="41292"/>
                    <a:pt x="40727" y="41019"/>
                  </a:cubicBezTo>
                  <a:cubicBezTo>
                    <a:pt x="41250" y="40655"/>
                    <a:pt x="41841" y="40360"/>
                    <a:pt x="42456" y="40200"/>
                  </a:cubicBezTo>
                  <a:cubicBezTo>
                    <a:pt x="42774" y="40121"/>
                    <a:pt x="43093" y="40081"/>
                    <a:pt x="43408" y="40081"/>
                  </a:cubicBezTo>
                  <a:cubicBezTo>
                    <a:pt x="43724" y="40081"/>
                    <a:pt x="44037" y="40121"/>
                    <a:pt x="44344" y="40200"/>
                  </a:cubicBezTo>
                  <a:cubicBezTo>
                    <a:pt x="44799" y="40314"/>
                    <a:pt x="45208" y="40451"/>
                    <a:pt x="45640" y="40633"/>
                  </a:cubicBezTo>
                  <a:cubicBezTo>
                    <a:pt x="46414" y="40951"/>
                    <a:pt x="47164" y="41451"/>
                    <a:pt x="48870" y="42134"/>
                  </a:cubicBezTo>
                  <a:cubicBezTo>
                    <a:pt x="50554" y="42794"/>
                    <a:pt x="51418" y="43112"/>
                    <a:pt x="52260" y="43453"/>
                  </a:cubicBezTo>
                  <a:cubicBezTo>
                    <a:pt x="53420" y="43908"/>
                    <a:pt x="54648" y="44158"/>
                    <a:pt x="55877" y="44249"/>
                  </a:cubicBezTo>
                  <a:cubicBezTo>
                    <a:pt x="56158" y="44270"/>
                    <a:pt x="56440" y="44280"/>
                    <a:pt x="56721" y="44280"/>
                  </a:cubicBezTo>
                  <a:cubicBezTo>
                    <a:pt x="57688" y="44280"/>
                    <a:pt x="58650" y="44160"/>
                    <a:pt x="59584" y="43931"/>
                  </a:cubicBezTo>
                  <a:cubicBezTo>
                    <a:pt x="60790" y="43612"/>
                    <a:pt x="61950" y="43203"/>
                    <a:pt x="63088" y="42725"/>
                  </a:cubicBezTo>
                  <a:cubicBezTo>
                    <a:pt x="64225" y="42248"/>
                    <a:pt x="65294" y="41633"/>
                    <a:pt x="66272" y="40883"/>
                  </a:cubicBezTo>
                  <a:cubicBezTo>
                    <a:pt x="67228" y="40132"/>
                    <a:pt x="68137" y="39313"/>
                    <a:pt x="68979" y="38449"/>
                  </a:cubicBezTo>
                  <a:cubicBezTo>
                    <a:pt x="70208" y="37129"/>
                    <a:pt x="70844" y="36470"/>
                    <a:pt x="71459" y="35810"/>
                  </a:cubicBezTo>
                  <a:cubicBezTo>
                    <a:pt x="72323" y="34946"/>
                    <a:pt x="73074" y="34013"/>
                    <a:pt x="73733" y="32989"/>
                  </a:cubicBezTo>
                  <a:cubicBezTo>
                    <a:pt x="75690" y="30009"/>
                    <a:pt x="75553" y="29918"/>
                    <a:pt x="77509" y="26961"/>
                  </a:cubicBezTo>
                  <a:cubicBezTo>
                    <a:pt x="78101" y="26006"/>
                    <a:pt x="78761" y="25073"/>
                    <a:pt x="79466" y="24186"/>
                  </a:cubicBezTo>
                  <a:cubicBezTo>
                    <a:pt x="79761" y="23845"/>
                    <a:pt x="80080" y="23526"/>
                    <a:pt x="80421" y="23253"/>
                  </a:cubicBezTo>
                  <a:cubicBezTo>
                    <a:pt x="80922" y="22844"/>
                    <a:pt x="81513" y="22548"/>
                    <a:pt x="82127" y="22344"/>
                  </a:cubicBezTo>
                  <a:cubicBezTo>
                    <a:pt x="82764" y="22139"/>
                    <a:pt x="83401" y="22025"/>
                    <a:pt x="84061" y="22002"/>
                  </a:cubicBezTo>
                  <a:cubicBezTo>
                    <a:pt x="84259" y="21993"/>
                    <a:pt x="84453" y="21987"/>
                    <a:pt x="84644" y="21987"/>
                  </a:cubicBezTo>
                  <a:cubicBezTo>
                    <a:pt x="84915" y="21987"/>
                    <a:pt x="85182" y="21998"/>
                    <a:pt x="85448" y="22025"/>
                  </a:cubicBezTo>
                  <a:cubicBezTo>
                    <a:pt x="86313" y="22071"/>
                    <a:pt x="87154" y="22207"/>
                    <a:pt x="88929" y="22389"/>
                  </a:cubicBezTo>
                  <a:cubicBezTo>
                    <a:pt x="90726" y="22571"/>
                    <a:pt x="91658" y="22639"/>
                    <a:pt x="92591" y="22662"/>
                  </a:cubicBezTo>
                  <a:cubicBezTo>
                    <a:pt x="92768" y="22669"/>
                    <a:pt x="92946" y="22672"/>
                    <a:pt x="93124" y="22672"/>
                  </a:cubicBezTo>
                  <a:cubicBezTo>
                    <a:pt x="94180" y="22672"/>
                    <a:pt x="95245" y="22558"/>
                    <a:pt x="96276" y="22344"/>
                  </a:cubicBezTo>
                  <a:cubicBezTo>
                    <a:pt x="97482" y="22093"/>
                    <a:pt x="98665" y="21661"/>
                    <a:pt x="99734" y="21047"/>
                  </a:cubicBezTo>
                  <a:cubicBezTo>
                    <a:pt x="100553" y="20592"/>
                    <a:pt x="101349" y="20137"/>
                    <a:pt x="102896" y="19182"/>
                  </a:cubicBezTo>
                  <a:cubicBezTo>
                    <a:pt x="103919" y="18522"/>
                    <a:pt x="104875" y="17771"/>
                    <a:pt x="105785" y="16975"/>
                  </a:cubicBezTo>
                  <a:cubicBezTo>
                    <a:pt x="106694" y="16156"/>
                    <a:pt x="107513" y="15224"/>
                    <a:pt x="108219" y="14245"/>
                  </a:cubicBezTo>
                  <a:cubicBezTo>
                    <a:pt x="109265" y="12744"/>
                    <a:pt x="109765" y="11971"/>
                    <a:pt x="110243" y="11175"/>
                  </a:cubicBezTo>
                  <a:cubicBezTo>
                    <a:pt x="110880" y="10105"/>
                    <a:pt x="111380" y="8968"/>
                    <a:pt x="111699" y="7762"/>
                  </a:cubicBezTo>
                  <a:cubicBezTo>
                    <a:pt x="112040" y="6557"/>
                    <a:pt x="112268" y="5351"/>
                    <a:pt x="112359" y="4100"/>
                  </a:cubicBezTo>
                  <a:cubicBezTo>
                    <a:pt x="112427" y="3190"/>
                    <a:pt x="112336" y="2235"/>
                    <a:pt x="111858" y="483"/>
                  </a:cubicBezTo>
                  <a:cubicBezTo>
                    <a:pt x="111762" y="151"/>
                    <a:pt x="111464" y="1"/>
                    <a:pt x="111173" y="1"/>
                  </a:cubicBezTo>
                  <a:close/>
                </a:path>
              </a:pathLst>
            </a:custGeom>
            <a:solidFill>
              <a:srgbClr val="4E5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70" name="Google Shape;2770;p49"/>
            <p:cNvGrpSpPr/>
            <p:nvPr/>
          </p:nvGrpSpPr>
          <p:grpSpPr>
            <a:xfrm>
              <a:off x="343475" y="3909325"/>
              <a:ext cx="1004325" cy="1026650"/>
              <a:chOff x="1114125" y="3676175"/>
              <a:chExt cx="1004325" cy="1026650"/>
            </a:xfrm>
          </p:grpSpPr>
          <p:sp>
            <p:nvSpPr>
              <p:cNvPr id="2771" name="Google Shape;2771;p49"/>
              <p:cNvSpPr/>
              <p:nvPr/>
            </p:nvSpPr>
            <p:spPr>
              <a:xfrm>
                <a:off x="1645275" y="4251750"/>
                <a:ext cx="46075" cy="43025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1721" extrusionOk="0">
                    <a:moveTo>
                      <a:pt x="782" y="0"/>
                    </a:moveTo>
                    <a:cubicBezTo>
                      <a:pt x="628" y="0"/>
                      <a:pt x="492" y="31"/>
                      <a:pt x="410" y="98"/>
                    </a:cubicBezTo>
                    <a:cubicBezTo>
                      <a:pt x="68" y="394"/>
                      <a:pt x="0" y="894"/>
                      <a:pt x="250" y="1258"/>
                    </a:cubicBezTo>
                    <a:cubicBezTo>
                      <a:pt x="406" y="1555"/>
                      <a:pt x="703" y="1721"/>
                      <a:pt x="1004" y="1721"/>
                    </a:cubicBezTo>
                    <a:cubicBezTo>
                      <a:pt x="1186" y="1721"/>
                      <a:pt x="1370" y="1660"/>
                      <a:pt x="1524" y="1531"/>
                    </a:cubicBezTo>
                    <a:cubicBezTo>
                      <a:pt x="1797" y="1326"/>
                      <a:pt x="1843" y="689"/>
                      <a:pt x="1615" y="325"/>
                    </a:cubicBezTo>
                    <a:cubicBezTo>
                      <a:pt x="1478" y="127"/>
                      <a:pt x="1095" y="0"/>
                      <a:pt x="782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49"/>
              <p:cNvSpPr/>
              <p:nvPr/>
            </p:nvSpPr>
            <p:spPr>
              <a:xfrm>
                <a:off x="1488300" y="4227650"/>
                <a:ext cx="46100" cy="42850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4" extrusionOk="0">
                    <a:moveTo>
                      <a:pt x="749" y="1"/>
                    </a:moveTo>
                    <a:cubicBezTo>
                      <a:pt x="604" y="1"/>
                      <a:pt x="473" y="27"/>
                      <a:pt x="388" y="84"/>
                    </a:cubicBezTo>
                    <a:cubicBezTo>
                      <a:pt x="69" y="402"/>
                      <a:pt x="1" y="880"/>
                      <a:pt x="251" y="1267"/>
                    </a:cubicBezTo>
                    <a:cubicBezTo>
                      <a:pt x="390" y="1558"/>
                      <a:pt x="672" y="1714"/>
                      <a:pt x="964" y="1714"/>
                    </a:cubicBezTo>
                    <a:cubicBezTo>
                      <a:pt x="1151" y="1714"/>
                      <a:pt x="1342" y="1650"/>
                      <a:pt x="1502" y="1517"/>
                    </a:cubicBezTo>
                    <a:cubicBezTo>
                      <a:pt x="1798" y="1312"/>
                      <a:pt x="1843" y="652"/>
                      <a:pt x="1593" y="311"/>
                    </a:cubicBezTo>
                    <a:cubicBezTo>
                      <a:pt x="1453" y="124"/>
                      <a:pt x="1066" y="1"/>
                      <a:pt x="749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49"/>
              <p:cNvSpPr/>
              <p:nvPr/>
            </p:nvSpPr>
            <p:spPr>
              <a:xfrm>
                <a:off x="1527550" y="4144100"/>
                <a:ext cx="46075" cy="44775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1791" extrusionOk="0">
                    <a:moveTo>
                      <a:pt x="1007" y="1"/>
                    </a:moveTo>
                    <a:cubicBezTo>
                      <a:pt x="809" y="1"/>
                      <a:pt x="614" y="81"/>
                      <a:pt x="478" y="241"/>
                    </a:cubicBezTo>
                    <a:cubicBezTo>
                      <a:pt x="296" y="446"/>
                      <a:pt x="160" y="673"/>
                      <a:pt x="91" y="946"/>
                    </a:cubicBezTo>
                    <a:cubicBezTo>
                      <a:pt x="0" y="1265"/>
                      <a:pt x="160" y="1606"/>
                      <a:pt x="478" y="1765"/>
                    </a:cubicBezTo>
                    <a:cubicBezTo>
                      <a:pt x="532" y="1783"/>
                      <a:pt x="591" y="1790"/>
                      <a:pt x="653" y="1790"/>
                    </a:cubicBezTo>
                    <a:cubicBezTo>
                      <a:pt x="827" y="1790"/>
                      <a:pt x="1028" y="1736"/>
                      <a:pt x="1229" y="1720"/>
                    </a:cubicBezTo>
                    <a:cubicBezTo>
                      <a:pt x="1411" y="1469"/>
                      <a:pt x="1638" y="1287"/>
                      <a:pt x="1707" y="1037"/>
                    </a:cubicBezTo>
                    <a:cubicBezTo>
                      <a:pt x="1775" y="742"/>
                      <a:pt x="1843" y="423"/>
                      <a:pt x="1479" y="173"/>
                    </a:cubicBezTo>
                    <a:cubicBezTo>
                      <a:pt x="1344" y="58"/>
                      <a:pt x="1175" y="1"/>
                      <a:pt x="1007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49"/>
              <p:cNvSpPr/>
              <p:nvPr/>
            </p:nvSpPr>
            <p:spPr>
              <a:xfrm>
                <a:off x="1612275" y="4131050"/>
                <a:ext cx="43250" cy="4587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835" extrusionOk="0">
                    <a:moveTo>
                      <a:pt x="929" y="1"/>
                    </a:moveTo>
                    <a:cubicBezTo>
                      <a:pt x="761" y="1"/>
                      <a:pt x="598" y="63"/>
                      <a:pt x="479" y="194"/>
                    </a:cubicBezTo>
                    <a:cubicBezTo>
                      <a:pt x="137" y="558"/>
                      <a:pt x="1" y="1082"/>
                      <a:pt x="92" y="1559"/>
                    </a:cubicBezTo>
                    <a:cubicBezTo>
                      <a:pt x="115" y="1696"/>
                      <a:pt x="410" y="1787"/>
                      <a:pt x="592" y="1832"/>
                    </a:cubicBezTo>
                    <a:cubicBezTo>
                      <a:pt x="597" y="1834"/>
                      <a:pt x="603" y="1835"/>
                      <a:pt x="608" y="1835"/>
                    </a:cubicBezTo>
                    <a:cubicBezTo>
                      <a:pt x="678" y="1835"/>
                      <a:pt x="793" y="1708"/>
                      <a:pt x="1024" y="1582"/>
                    </a:cubicBezTo>
                    <a:cubicBezTo>
                      <a:pt x="1229" y="1355"/>
                      <a:pt x="1434" y="1127"/>
                      <a:pt x="1593" y="854"/>
                    </a:cubicBezTo>
                    <a:cubicBezTo>
                      <a:pt x="1730" y="604"/>
                      <a:pt x="1616" y="285"/>
                      <a:pt x="1366" y="149"/>
                    </a:cubicBezTo>
                    <a:cubicBezTo>
                      <a:pt x="1236" y="52"/>
                      <a:pt x="1081" y="1"/>
                      <a:pt x="929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49"/>
              <p:cNvSpPr/>
              <p:nvPr/>
            </p:nvSpPr>
            <p:spPr>
              <a:xfrm>
                <a:off x="1563950" y="4282675"/>
                <a:ext cx="43800" cy="46100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1844" extrusionOk="0">
                    <a:moveTo>
                      <a:pt x="956" y="0"/>
                    </a:moveTo>
                    <a:cubicBezTo>
                      <a:pt x="785" y="0"/>
                      <a:pt x="612" y="69"/>
                      <a:pt x="478" y="203"/>
                    </a:cubicBezTo>
                    <a:cubicBezTo>
                      <a:pt x="137" y="567"/>
                      <a:pt x="0" y="1090"/>
                      <a:pt x="91" y="1568"/>
                    </a:cubicBezTo>
                    <a:cubicBezTo>
                      <a:pt x="137" y="1704"/>
                      <a:pt x="410" y="1795"/>
                      <a:pt x="592" y="1841"/>
                    </a:cubicBezTo>
                    <a:cubicBezTo>
                      <a:pt x="597" y="1842"/>
                      <a:pt x="602" y="1843"/>
                      <a:pt x="608" y="1843"/>
                    </a:cubicBezTo>
                    <a:cubicBezTo>
                      <a:pt x="678" y="1843"/>
                      <a:pt x="792" y="1717"/>
                      <a:pt x="1024" y="1591"/>
                    </a:cubicBezTo>
                    <a:cubicBezTo>
                      <a:pt x="1251" y="1363"/>
                      <a:pt x="1433" y="1113"/>
                      <a:pt x="1615" y="863"/>
                    </a:cubicBezTo>
                    <a:cubicBezTo>
                      <a:pt x="1752" y="590"/>
                      <a:pt x="1638" y="294"/>
                      <a:pt x="1365" y="157"/>
                    </a:cubicBezTo>
                    <a:cubicBezTo>
                      <a:pt x="1249" y="52"/>
                      <a:pt x="1103" y="0"/>
                      <a:pt x="956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49"/>
              <p:cNvSpPr/>
              <p:nvPr/>
            </p:nvSpPr>
            <p:spPr>
              <a:xfrm>
                <a:off x="1580425" y="4211575"/>
                <a:ext cx="43825" cy="45700"/>
              </a:xfrm>
              <a:custGeom>
                <a:avLst/>
                <a:gdLst/>
                <a:ahLst/>
                <a:cxnLst/>
                <a:rect l="l" t="t" r="r" b="b"/>
                <a:pathLst>
                  <a:path w="1753" h="1828" extrusionOk="0">
                    <a:moveTo>
                      <a:pt x="962" y="1"/>
                    </a:moveTo>
                    <a:cubicBezTo>
                      <a:pt x="791" y="1"/>
                      <a:pt x="623" y="70"/>
                      <a:pt x="501" y="204"/>
                    </a:cubicBezTo>
                    <a:cubicBezTo>
                      <a:pt x="160" y="568"/>
                      <a:pt x="1" y="1068"/>
                      <a:pt x="115" y="1568"/>
                    </a:cubicBezTo>
                    <a:cubicBezTo>
                      <a:pt x="137" y="1682"/>
                      <a:pt x="433" y="1773"/>
                      <a:pt x="615" y="1819"/>
                    </a:cubicBezTo>
                    <a:cubicBezTo>
                      <a:pt x="624" y="1825"/>
                      <a:pt x="634" y="1827"/>
                      <a:pt x="645" y="1827"/>
                    </a:cubicBezTo>
                    <a:cubicBezTo>
                      <a:pt x="716" y="1827"/>
                      <a:pt x="830" y="1706"/>
                      <a:pt x="1047" y="1568"/>
                    </a:cubicBezTo>
                    <a:cubicBezTo>
                      <a:pt x="1252" y="1364"/>
                      <a:pt x="1457" y="1113"/>
                      <a:pt x="1616" y="863"/>
                    </a:cubicBezTo>
                    <a:cubicBezTo>
                      <a:pt x="1753" y="590"/>
                      <a:pt x="1639" y="272"/>
                      <a:pt x="1389" y="158"/>
                    </a:cubicBezTo>
                    <a:cubicBezTo>
                      <a:pt x="1262" y="52"/>
                      <a:pt x="1111" y="1"/>
                      <a:pt x="962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49"/>
              <p:cNvSpPr/>
              <p:nvPr/>
            </p:nvSpPr>
            <p:spPr>
              <a:xfrm>
                <a:off x="1771525" y="4124525"/>
                <a:ext cx="44950" cy="38125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1525" extrusionOk="0">
                    <a:moveTo>
                      <a:pt x="1297" y="0"/>
                    </a:moveTo>
                    <a:cubicBezTo>
                      <a:pt x="614" y="0"/>
                      <a:pt x="228" y="387"/>
                      <a:pt x="23" y="1206"/>
                    </a:cubicBezTo>
                    <a:cubicBezTo>
                      <a:pt x="0" y="1297"/>
                      <a:pt x="182" y="1525"/>
                      <a:pt x="273" y="1525"/>
                    </a:cubicBezTo>
                    <a:cubicBezTo>
                      <a:pt x="819" y="1525"/>
                      <a:pt x="1388" y="1434"/>
                      <a:pt x="1661" y="888"/>
                    </a:cubicBezTo>
                    <a:cubicBezTo>
                      <a:pt x="1752" y="637"/>
                      <a:pt x="1797" y="387"/>
                      <a:pt x="1774" y="114"/>
                    </a:cubicBezTo>
                    <a:cubicBezTo>
                      <a:pt x="1615" y="46"/>
                      <a:pt x="1456" y="0"/>
                      <a:pt x="1297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49"/>
              <p:cNvSpPr/>
              <p:nvPr/>
            </p:nvSpPr>
            <p:spPr>
              <a:xfrm>
                <a:off x="1633325" y="4555600"/>
                <a:ext cx="44375" cy="38175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1527" extrusionOk="0">
                    <a:moveTo>
                      <a:pt x="1274" y="0"/>
                    </a:moveTo>
                    <a:cubicBezTo>
                      <a:pt x="615" y="23"/>
                      <a:pt x="205" y="410"/>
                      <a:pt x="0" y="1228"/>
                    </a:cubicBezTo>
                    <a:cubicBezTo>
                      <a:pt x="0" y="1297"/>
                      <a:pt x="160" y="1524"/>
                      <a:pt x="251" y="1524"/>
                    </a:cubicBezTo>
                    <a:cubicBezTo>
                      <a:pt x="293" y="1526"/>
                      <a:pt x="335" y="1527"/>
                      <a:pt x="378" y="1527"/>
                    </a:cubicBezTo>
                    <a:cubicBezTo>
                      <a:pt x="883" y="1527"/>
                      <a:pt x="1388" y="1393"/>
                      <a:pt x="1661" y="910"/>
                    </a:cubicBezTo>
                    <a:cubicBezTo>
                      <a:pt x="1729" y="660"/>
                      <a:pt x="1775" y="387"/>
                      <a:pt x="1775" y="137"/>
                    </a:cubicBezTo>
                    <a:cubicBezTo>
                      <a:pt x="1616" y="68"/>
                      <a:pt x="1434" y="23"/>
                      <a:pt x="1274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49"/>
              <p:cNvSpPr/>
              <p:nvPr/>
            </p:nvSpPr>
            <p:spPr>
              <a:xfrm>
                <a:off x="1725450" y="4213800"/>
                <a:ext cx="44950" cy="38200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1528" extrusionOk="0">
                    <a:moveTo>
                      <a:pt x="1297" y="1"/>
                    </a:moveTo>
                    <a:cubicBezTo>
                      <a:pt x="615" y="24"/>
                      <a:pt x="228" y="388"/>
                      <a:pt x="23" y="1229"/>
                    </a:cubicBezTo>
                    <a:cubicBezTo>
                      <a:pt x="1" y="1297"/>
                      <a:pt x="183" y="1525"/>
                      <a:pt x="274" y="1525"/>
                    </a:cubicBezTo>
                    <a:cubicBezTo>
                      <a:pt x="316" y="1527"/>
                      <a:pt x="358" y="1528"/>
                      <a:pt x="400" y="1528"/>
                    </a:cubicBezTo>
                    <a:cubicBezTo>
                      <a:pt x="906" y="1528"/>
                      <a:pt x="1409" y="1393"/>
                      <a:pt x="1661" y="911"/>
                    </a:cubicBezTo>
                    <a:cubicBezTo>
                      <a:pt x="1752" y="660"/>
                      <a:pt x="1798" y="388"/>
                      <a:pt x="1775" y="115"/>
                    </a:cubicBezTo>
                    <a:cubicBezTo>
                      <a:pt x="1616" y="69"/>
                      <a:pt x="1456" y="24"/>
                      <a:pt x="1297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49"/>
              <p:cNvSpPr/>
              <p:nvPr/>
            </p:nvSpPr>
            <p:spPr>
              <a:xfrm>
                <a:off x="1672575" y="4176925"/>
                <a:ext cx="40900" cy="31225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249" extrusionOk="0">
                    <a:moveTo>
                      <a:pt x="853" y="1"/>
                    </a:moveTo>
                    <a:cubicBezTo>
                      <a:pt x="761" y="1"/>
                      <a:pt x="682" y="20"/>
                      <a:pt x="637" y="65"/>
                    </a:cubicBezTo>
                    <a:cubicBezTo>
                      <a:pt x="432" y="270"/>
                      <a:pt x="0" y="520"/>
                      <a:pt x="228" y="839"/>
                    </a:cubicBezTo>
                    <a:cubicBezTo>
                      <a:pt x="478" y="1089"/>
                      <a:pt x="819" y="1226"/>
                      <a:pt x="1183" y="1248"/>
                    </a:cubicBezTo>
                    <a:cubicBezTo>
                      <a:pt x="1186" y="1249"/>
                      <a:pt x="1190" y="1249"/>
                      <a:pt x="1193" y="1249"/>
                    </a:cubicBezTo>
                    <a:cubicBezTo>
                      <a:pt x="1417" y="1249"/>
                      <a:pt x="1636" y="494"/>
                      <a:pt x="1501" y="270"/>
                    </a:cubicBezTo>
                    <a:cubicBezTo>
                      <a:pt x="1404" y="124"/>
                      <a:pt x="1085" y="1"/>
                      <a:pt x="853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49"/>
              <p:cNvSpPr/>
              <p:nvPr/>
            </p:nvSpPr>
            <p:spPr>
              <a:xfrm>
                <a:off x="1468975" y="4404975"/>
                <a:ext cx="40400" cy="31775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1271" extrusionOk="0">
                    <a:moveTo>
                      <a:pt x="843" y="0"/>
                    </a:moveTo>
                    <a:cubicBezTo>
                      <a:pt x="752" y="0"/>
                      <a:pt x="676" y="20"/>
                      <a:pt x="637" y="65"/>
                    </a:cubicBezTo>
                    <a:cubicBezTo>
                      <a:pt x="410" y="270"/>
                      <a:pt x="0" y="520"/>
                      <a:pt x="228" y="839"/>
                    </a:cubicBezTo>
                    <a:cubicBezTo>
                      <a:pt x="478" y="1089"/>
                      <a:pt x="797" y="1248"/>
                      <a:pt x="1161" y="1271"/>
                    </a:cubicBezTo>
                    <a:cubicBezTo>
                      <a:pt x="1411" y="1271"/>
                      <a:pt x="1616" y="520"/>
                      <a:pt x="1479" y="270"/>
                    </a:cubicBezTo>
                    <a:cubicBezTo>
                      <a:pt x="1398" y="124"/>
                      <a:pt x="1072" y="0"/>
                      <a:pt x="843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2782;p49"/>
              <p:cNvSpPr/>
              <p:nvPr/>
            </p:nvSpPr>
            <p:spPr>
              <a:xfrm>
                <a:off x="1372300" y="4282125"/>
                <a:ext cx="40350" cy="31250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1250" extrusionOk="0">
                    <a:moveTo>
                      <a:pt x="843" y="1"/>
                    </a:moveTo>
                    <a:cubicBezTo>
                      <a:pt x="752" y="1"/>
                      <a:pt x="676" y="20"/>
                      <a:pt x="637" y="66"/>
                    </a:cubicBezTo>
                    <a:cubicBezTo>
                      <a:pt x="433" y="270"/>
                      <a:pt x="0" y="521"/>
                      <a:pt x="228" y="816"/>
                    </a:cubicBezTo>
                    <a:cubicBezTo>
                      <a:pt x="478" y="1089"/>
                      <a:pt x="819" y="1249"/>
                      <a:pt x="1161" y="1249"/>
                    </a:cubicBezTo>
                    <a:cubicBezTo>
                      <a:pt x="1164" y="1249"/>
                      <a:pt x="1168" y="1249"/>
                      <a:pt x="1171" y="1249"/>
                    </a:cubicBezTo>
                    <a:cubicBezTo>
                      <a:pt x="1417" y="1249"/>
                      <a:pt x="1613" y="495"/>
                      <a:pt x="1479" y="270"/>
                    </a:cubicBezTo>
                    <a:cubicBezTo>
                      <a:pt x="1398" y="124"/>
                      <a:pt x="1072" y="1"/>
                      <a:pt x="843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49"/>
              <p:cNvSpPr/>
              <p:nvPr/>
            </p:nvSpPr>
            <p:spPr>
              <a:xfrm>
                <a:off x="1461575" y="4327975"/>
                <a:ext cx="40925" cy="31450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1258" extrusionOk="0">
                    <a:moveTo>
                      <a:pt x="833" y="1"/>
                    </a:moveTo>
                    <a:cubicBezTo>
                      <a:pt x="749" y="1"/>
                      <a:pt x="679" y="16"/>
                      <a:pt x="638" y="52"/>
                    </a:cubicBezTo>
                    <a:cubicBezTo>
                      <a:pt x="433" y="279"/>
                      <a:pt x="1" y="529"/>
                      <a:pt x="228" y="825"/>
                    </a:cubicBezTo>
                    <a:cubicBezTo>
                      <a:pt x="478" y="1098"/>
                      <a:pt x="820" y="1234"/>
                      <a:pt x="1184" y="1257"/>
                    </a:cubicBezTo>
                    <a:cubicBezTo>
                      <a:pt x="1187" y="1257"/>
                      <a:pt x="1190" y="1258"/>
                      <a:pt x="1193" y="1258"/>
                    </a:cubicBezTo>
                    <a:cubicBezTo>
                      <a:pt x="1418" y="1258"/>
                      <a:pt x="1637" y="503"/>
                      <a:pt x="1502" y="279"/>
                    </a:cubicBezTo>
                    <a:cubicBezTo>
                      <a:pt x="1418" y="127"/>
                      <a:pt x="1071" y="1"/>
                      <a:pt x="833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49"/>
              <p:cNvSpPr/>
              <p:nvPr/>
            </p:nvSpPr>
            <p:spPr>
              <a:xfrm>
                <a:off x="1485475" y="3744175"/>
                <a:ext cx="40900" cy="31775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271" extrusionOk="0">
                    <a:moveTo>
                      <a:pt x="854" y="0"/>
                    </a:moveTo>
                    <a:cubicBezTo>
                      <a:pt x="761" y="0"/>
                      <a:pt x="682" y="20"/>
                      <a:pt x="637" y="65"/>
                    </a:cubicBezTo>
                    <a:cubicBezTo>
                      <a:pt x="432" y="292"/>
                      <a:pt x="0" y="542"/>
                      <a:pt x="228" y="838"/>
                    </a:cubicBezTo>
                    <a:cubicBezTo>
                      <a:pt x="478" y="1088"/>
                      <a:pt x="819" y="1247"/>
                      <a:pt x="1183" y="1270"/>
                    </a:cubicBezTo>
                    <a:cubicBezTo>
                      <a:pt x="1186" y="1271"/>
                      <a:pt x="1190" y="1271"/>
                      <a:pt x="1193" y="1271"/>
                    </a:cubicBezTo>
                    <a:cubicBezTo>
                      <a:pt x="1417" y="1271"/>
                      <a:pt x="1636" y="516"/>
                      <a:pt x="1501" y="292"/>
                    </a:cubicBezTo>
                    <a:cubicBezTo>
                      <a:pt x="1420" y="129"/>
                      <a:pt x="1091" y="0"/>
                      <a:pt x="854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49"/>
              <p:cNvSpPr/>
              <p:nvPr/>
            </p:nvSpPr>
            <p:spPr>
              <a:xfrm>
                <a:off x="1327950" y="4472075"/>
                <a:ext cx="40350" cy="31800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1272" extrusionOk="0">
                    <a:moveTo>
                      <a:pt x="834" y="1"/>
                    </a:moveTo>
                    <a:cubicBezTo>
                      <a:pt x="740" y="1"/>
                      <a:pt x="660" y="20"/>
                      <a:pt x="614" y="65"/>
                    </a:cubicBezTo>
                    <a:cubicBezTo>
                      <a:pt x="410" y="293"/>
                      <a:pt x="0" y="520"/>
                      <a:pt x="205" y="839"/>
                    </a:cubicBezTo>
                    <a:cubicBezTo>
                      <a:pt x="455" y="1089"/>
                      <a:pt x="796" y="1248"/>
                      <a:pt x="1160" y="1271"/>
                    </a:cubicBezTo>
                    <a:cubicBezTo>
                      <a:pt x="1164" y="1271"/>
                      <a:pt x="1167" y="1272"/>
                      <a:pt x="1171" y="1272"/>
                    </a:cubicBezTo>
                    <a:cubicBezTo>
                      <a:pt x="1416" y="1272"/>
                      <a:pt x="1613" y="517"/>
                      <a:pt x="1479" y="270"/>
                    </a:cubicBezTo>
                    <a:cubicBezTo>
                      <a:pt x="1397" y="124"/>
                      <a:pt x="1072" y="1"/>
                      <a:pt x="834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49"/>
              <p:cNvSpPr/>
              <p:nvPr/>
            </p:nvSpPr>
            <p:spPr>
              <a:xfrm>
                <a:off x="1575325" y="4379475"/>
                <a:ext cx="4035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1268" extrusionOk="0">
                    <a:moveTo>
                      <a:pt x="820" y="0"/>
                    </a:moveTo>
                    <a:cubicBezTo>
                      <a:pt x="732" y="0"/>
                      <a:pt x="657" y="19"/>
                      <a:pt x="614" y="62"/>
                    </a:cubicBezTo>
                    <a:cubicBezTo>
                      <a:pt x="410" y="289"/>
                      <a:pt x="0" y="517"/>
                      <a:pt x="205" y="835"/>
                    </a:cubicBezTo>
                    <a:cubicBezTo>
                      <a:pt x="455" y="1085"/>
                      <a:pt x="796" y="1244"/>
                      <a:pt x="1160" y="1267"/>
                    </a:cubicBezTo>
                    <a:cubicBezTo>
                      <a:pt x="1164" y="1268"/>
                      <a:pt x="1168" y="1268"/>
                      <a:pt x="1171" y="1268"/>
                    </a:cubicBezTo>
                    <a:cubicBezTo>
                      <a:pt x="1416" y="1268"/>
                      <a:pt x="1613" y="513"/>
                      <a:pt x="1479" y="266"/>
                    </a:cubicBezTo>
                    <a:cubicBezTo>
                      <a:pt x="1396" y="133"/>
                      <a:pt x="1058" y="0"/>
                      <a:pt x="820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49"/>
              <p:cNvSpPr/>
              <p:nvPr/>
            </p:nvSpPr>
            <p:spPr>
              <a:xfrm>
                <a:off x="1309175" y="4605725"/>
                <a:ext cx="40400" cy="31775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1271" extrusionOk="0">
                    <a:moveTo>
                      <a:pt x="835" y="0"/>
                    </a:moveTo>
                    <a:cubicBezTo>
                      <a:pt x="740" y="0"/>
                      <a:pt x="660" y="20"/>
                      <a:pt x="615" y="65"/>
                    </a:cubicBezTo>
                    <a:cubicBezTo>
                      <a:pt x="410" y="270"/>
                      <a:pt x="0" y="520"/>
                      <a:pt x="205" y="838"/>
                    </a:cubicBezTo>
                    <a:cubicBezTo>
                      <a:pt x="478" y="1089"/>
                      <a:pt x="797" y="1248"/>
                      <a:pt x="1161" y="1271"/>
                    </a:cubicBezTo>
                    <a:cubicBezTo>
                      <a:pt x="1411" y="1271"/>
                      <a:pt x="1615" y="520"/>
                      <a:pt x="1479" y="270"/>
                    </a:cubicBezTo>
                    <a:cubicBezTo>
                      <a:pt x="1398" y="123"/>
                      <a:pt x="1072" y="0"/>
                      <a:pt x="835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49"/>
              <p:cNvSpPr/>
              <p:nvPr/>
            </p:nvSpPr>
            <p:spPr>
              <a:xfrm>
                <a:off x="1807350" y="3869825"/>
                <a:ext cx="40350" cy="31800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1272" extrusionOk="0">
                    <a:moveTo>
                      <a:pt x="847" y="1"/>
                    </a:moveTo>
                    <a:cubicBezTo>
                      <a:pt x="754" y="1"/>
                      <a:pt x="676" y="20"/>
                      <a:pt x="637" y="66"/>
                    </a:cubicBezTo>
                    <a:cubicBezTo>
                      <a:pt x="410" y="271"/>
                      <a:pt x="0" y="521"/>
                      <a:pt x="228" y="839"/>
                    </a:cubicBezTo>
                    <a:cubicBezTo>
                      <a:pt x="478" y="1089"/>
                      <a:pt x="819" y="1249"/>
                      <a:pt x="1160" y="1271"/>
                    </a:cubicBezTo>
                    <a:cubicBezTo>
                      <a:pt x="1164" y="1272"/>
                      <a:pt x="1168" y="1272"/>
                      <a:pt x="1171" y="1272"/>
                    </a:cubicBezTo>
                    <a:cubicBezTo>
                      <a:pt x="1416" y="1272"/>
                      <a:pt x="1613" y="517"/>
                      <a:pt x="1479" y="271"/>
                    </a:cubicBezTo>
                    <a:cubicBezTo>
                      <a:pt x="1414" y="124"/>
                      <a:pt x="1081" y="1"/>
                      <a:pt x="847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49"/>
              <p:cNvSpPr/>
              <p:nvPr/>
            </p:nvSpPr>
            <p:spPr>
              <a:xfrm>
                <a:off x="1937575" y="4276450"/>
                <a:ext cx="40925" cy="31800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1272" extrusionOk="0">
                    <a:moveTo>
                      <a:pt x="857" y="0"/>
                    </a:moveTo>
                    <a:cubicBezTo>
                      <a:pt x="763" y="0"/>
                      <a:pt x="683" y="20"/>
                      <a:pt x="637" y="65"/>
                    </a:cubicBezTo>
                    <a:cubicBezTo>
                      <a:pt x="433" y="293"/>
                      <a:pt x="0" y="520"/>
                      <a:pt x="228" y="839"/>
                    </a:cubicBezTo>
                    <a:cubicBezTo>
                      <a:pt x="478" y="1089"/>
                      <a:pt x="819" y="1248"/>
                      <a:pt x="1183" y="1271"/>
                    </a:cubicBezTo>
                    <a:cubicBezTo>
                      <a:pt x="1187" y="1271"/>
                      <a:pt x="1190" y="1271"/>
                      <a:pt x="1193" y="1271"/>
                    </a:cubicBezTo>
                    <a:cubicBezTo>
                      <a:pt x="1417" y="1271"/>
                      <a:pt x="1636" y="517"/>
                      <a:pt x="1502" y="270"/>
                    </a:cubicBezTo>
                    <a:cubicBezTo>
                      <a:pt x="1420" y="124"/>
                      <a:pt x="1095" y="0"/>
                      <a:pt x="857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49"/>
              <p:cNvSpPr/>
              <p:nvPr/>
            </p:nvSpPr>
            <p:spPr>
              <a:xfrm>
                <a:off x="1292675" y="4087650"/>
                <a:ext cx="40375" cy="31800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1272" extrusionOk="0">
                    <a:moveTo>
                      <a:pt x="844" y="0"/>
                    </a:moveTo>
                    <a:cubicBezTo>
                      <a:pt x="752" y="0"/>
                      <a:pt x="677" y="20"/>
                      <a:pt x="638" y="65"/>
                    </a:cubicBezTo>
                    <a:cubicBezTo>
                      <a:pt x="433" y="293"/>
                      <a:pt x="1" y="520"/>
                      <a:pt x="228" y="839"/>
                    </a:cubicBezTo>
                    <a:cubicBezTo>
                      <a:pt x="478" y="1089"/>
                      <a:pt x="820" y="1248"/>
                      <a:pt x="1184" y="1271"/>
                    </a:cubicBezTo>
                    <a:cubicBezTo>
                      <a:pt x="1187" y="1271"/>
                      <a:pt x="1190" y="1271"/>
                      <a:pt x="1193" y="1271"/>
                    </a:cubicBezTo>
                    <a:cubicBezTo>
                      <a:pt x="1417" y="1271"/>
                      <a:pt x="1614" y="516"/>
                      <a:pt x="1502" y="270"/>
                    </a:cubicBezTo>
                    <a:cubicBezTo>
                      <a:pt x="1404" y="123"/>
                      <a:pt x="1074" y="0"/>
                      <a:pt x="844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49"/>
              <p:cNvSpPr/>
              <p:nvPr/>
            </p:nvSpPr>
            <p:spPr>
              <a:xfrm>
                <a:off x="1413250" y="4166875"/>
                <a:ext cx="33575" cy="28700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1148" extrusionOk="0">
                    <a:moveTo>
                      <a:pt x="831" y="1"/>
                    </a:moveTo>
                    <a:cubicBezTo>
                      <a:pt x="629" y="1"/>
                      <a:pt x="416" y="87"/>
                      <a:pt x="228" y="240"/>
                    </a:cubicBezTo>
                    <a:cubicBezTo>
                      <a:pt x="0" y="445"/>
                      <a:pt x="0" y="763"/>
                      <a:pt x="182" y="968"/>
                    </a:cubicBezTo>
                    <a:cubicBezTo>
                      <a:pt x="313" y="1089"/>
                      <a:pt x="480" y="1147"/>
                      <a:pt x="646" y="1147"/>
                    </a:cubicBezTo>
                    <a:cubicBezTo>
                      <a:pt x="856" y="1147"/>
                      <a:pt x="1066" y="1054"/>
                      <a:pt x="1206" y="877"/>
                    </a:cubicBezTo>
                    <a:cubicBezTo>
                      <a:pt x="1297" y="672"/>
                      <a:pt x="1342" y="445"/>
                      <a:pt x="1342" y="240"/>
                    </a:cubicBezTo>
                    <a:cubicBezTo>
                      <a:pt x="1200" y="75"/>
                      <a:pt x="1020" y="1"/>
                      <a:pt x="831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49"/>
              <p:cNvSpPr/>
              <p:nvPr/>
            </p:nvSpPr>
            <p:spPr>
              <a:xfrm>
                <a:off x="1728875" y="4315950"/>
                <a:ext cx="34125" cy="28725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149" extrusionOk="0">
                    <a:moveTo>
                      <a:pt x="854" y="0"/>
                    </a:moveTo>
                    <a:cubicBezTo>
                      <a:pt x="652" y="0"/>
                      <a:pt x="442" y="92"/>
                      <a:pt x="250" y="260"/>
                    </a:cubicBezTo>
                    <a:cubicBezTo>
                      <a:pt x="23" y="442"/>
                      <a:pt x="0" y="760"/>
                      <a:pt x="182" y="987"/>
                    </a:cubicBezTo>
                    <a:cubicBezTo>
                      <a:pt x="319" y="1095"/>
                      <a:pt x="481" y="1148"/>
                      <a:pt x="642" y="1148"/>
                    </a:cubicBezTo>
                    <a:cubicBezTo>
                      <a:pt x="854" y="1148"/>
                      <a:pt x="1063" y="1055"/>
                      <a:pt x="1206" y="874"/>
                    </a:cubicBezTo>
                    <a:cubicBezTo>
                      <a:pt x="1319" y="669"/>
                      <a:pt x="1365" y="464"/>
                      <a:pt x="1365" y="237"/>
                    </a:cubicBezTo>
                    <a:cubicBezTo>
                      <a:pt x="1214" y="75"/>
                      <a:pt x="1037" y="0"/>
                      <a:pt x="854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49"/>
              <p:cNvSpPr/>
              <p:nvPr/>
            </p:nvSpPr>
            <p:spPr>
              <a:xfrm>
                <a:off x="2084850" y="4136175"/>
                <a:ext cx="33600" cy="28625"/>
              </a:xfrm>
              <a:custGeom>
                <a:avLst/>
                <a:gdLst/>
                <a:ahLst/>
                <a:cxnLst/>
                <a:rect l="l" t="t" r="r" b="b"/>
                <a:pathLst>
                  <a:path w="1344" h="1145" extrusionOk="0">
                    <a:moveTo>
                      <a:pt x="832" y="0"/>
                    </a:moveTo>
                    <a:cubicBezTo>
                      <a:pt x="630" y="0"/>
                      <a:pt x="417" y="86"/>
                      <a:pt x="228" y="240"/>
                    </a:cubicBezTo>
                    <a:cubicBezTo>
                      <a:pt x="24" y="422"/>
                      <a:pt x="1" y="763"/>
                      <a:pt x="183" y="968"/>
                    </a:cubicBezTo>
                    <a:cubicBezTo>
                      <a:pt x="312" y="1086"/>
                      <a:pt x="475" y="1145"/>
                      <a:pt x="639" y="1145"/>
                    </a:cubicBezTo>
                    <a:cubicBezTo>
                      <a:pt x="852" y="1145"/>
                      <a:pt x="1065" y="1046"/>
                      <a:pt x="1207" y="854"/>
                    </a:cubicBezTo>
                    <a:cubicBezTo>
                      <a:pt x="1298" y="672"/>
                      <a:pt x="1343" y="444"/>
                      <a:pt x="1343" y="240"/>
                    </a:cubicBezTo>
                    <a:cubicBezTo>
                      <a:pt x="1200" y="75"/>
                      <a:pt x="1021" y="0"/>
                      <a:pt x="832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49"/>
              <p:cNvSpPr/>
              <p:nvPr/>
            </p:nvSpPr>
            <p:spPr>
              <a:xfrm>
                <a:off x="1271650" y="3807625"/>
                <a:ext cx="33575" cy="28875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1155" extrusionOk="0">
                    <a:moveTo>
                      <a:pt x="830" y="0"/>
                    </a:moveTo>
                    <a:cubicBezTo>
                      <a:pt x="628" y="0"/>
                      <a:pt x="416" y="92"/>
                      <a:pt x="228" y="256"/>
                    </a:cubicBezTo>
                    <a:cubicBezTo>
                      <a:pt x="23" y="438"/>
                      <a:pt x="0" y="757"/>
                      <a:pt x="182" y="984"/>
                    </a:cubicBezTo>
                    <a:cubicBezTo>
                      <a:pt x="307" y="1100"/>
                      <a:pt x="466" y="1154"/>
                      <a:pt x="625" y="1154"/>
                    </a:cubicBezTo>
                    <a:cubicBezTo>
                      <a:pt x="842" y="1154"/>
                      <a:pt x="1062" y="1054"/>
                      <a:pt x="1206" y="870"/>
                    </a:cubicBezTo>
                    <a:cubicBezTo>
                      <a:pt x="1297" y="689"/>
                      <a:pt x="1342" y="461"/>
                      <a:pt x="1342" y="256"/>
                    </a:cubicBezTo>
                    <a:cubicBezTo>
                      <a:pt x="1199" y="80"/>
                      <a:pt x="1019" y="0"/>
                      <a:pt x="830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49"/>
              <p:cNvSpPr/>
              <p:nvPr/>
            </p:nvSpPr>
            <p:spPr>
              <a:xfrm>
                <a:off x="1544600" y="4674150"/>
                <a:ext cx="34150" cy="28675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47" extrusionOk="0">
                    <a:moveTo>
                      <a:pt x="855" y="1"/>
                    </a:moveTo>
                    <a:cubicBezTo>
                      <a:pt x="652" y="1"/>
                      <a:pt x="440" y="87"/>
                      <a:pt x="251" y="240"/>
                    </a:cubicBezTo>
                    <a:cubicBezTo>
                      <a:pt x="24" y="422"/>
                      <a:pt x="1" y="763"/>
                      <a:pt x="183" y="968"/>
                    </a:cubicBezTo>
                    <a:cubicBezTo>
                      <a:pt x="324" y="1088"/>
                      <a:pt x="491" y="1147"/>
                      <a:pt x="656" y="1147"/>
                    </a:cubicBezTo>
                    <a:cubicBezTo>
                      <a:pt x="864" y="1147"/>
                      <a:pt x="1067" y="1054"/>
                      <a:pt x="1206" y="877"/>
                    </a:cubicBezTo>
                    <a:cubicBezTo>
                      <a:pt x="1320" y="672"/>
                      <a:pt x="1366" y="467"/>
                      <a:pt x="1366" y="240"/>
                    </a:cubicBezTo>
                    <a:cubicBezTo>
                      <a:pt x="1223" y="75"/>
                      <a:pt x="1044" y="1"/>
                      <a:pt x="855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49"/>
              <p:cNvSpPr/>
              <p:nvPr/>
            </p:nvSpPr>
            <p:spPr>
              <a:xfrm>
                <a:off x="1677675" y="4429200"/>
                <a:ext cx="33575" cy="28875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1155" extrusionOk="0">
                    <a:moveTo>
                      <a:pt x="831" y="0"/>
                    </a:moveTo>
                    <a:cubicBezTo>
                      <a:pt x="629" y="0"/>
                      <a:pt x="416" y="92"/>
                      <a:pt x="228" y="256"/>
                    </a:cubicBezTo>
                    <a:cubicBezTo>
                      <a:pt x="24" y="438"/>
                      <a:pt x="1" y="757"/>
                      <a:pt x="183" y="984"/>
                    </a:cubicBezTo>
                    <a:cubicBezTo>
                      <a:pt x="308" y="1100"/>
                      <a:pt x="466" y="1154"/>
                      <a:pt x="626" y="1154"/>
                    </a:cubicBezTo>
                    <a:cubicBezTo>
                      <a:pt x="843" y="1154"/>
                      <a:pt x="1062" y="1054"/>
                      <a:pt x="1206" y="871"/>
                    </a:cubicBezTo>
                    <a:cubicBezTo>
                      <a:pt x="1297" y="689"/>
                      <a:pt x="1343" y="461"/>
                      <a:pt x="1343" y="256"/>
                    </a:cubicBezTo>
                    <a:cubicBezTo>
                      <a:pt x="1200" y="80"/>
                      <a:pt x="1020" y="0"/>
                      <a:pt x="831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49"/>
              <p:cNvSpPr/>
              <p:nvPr/>
            </p:nvSpPr>
            <p:spPr>
              <a:xfrm>
                <a:off x="1579875" y="4042900"/>
                <a:ext cx="34150" cy="28700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48" extrusionOk="0">
                    <a:moveTo>
                      <a:pt x="835" y="1"/>
                    </a:moveTo>
                    <a:cubicBezTo>
                      <a:pt x="629" y="1"/>
                      <a:pt x="416" y="87"/>
                      <a:pt x="228" y="240"/>
                    </a:cubicBezTo>
                    <a:cubicBezTo>
                      <a:pt x="23" y="445"/>
                      <a:pt x="0" y="763"/>
                      <a:pt x="182" y="968"/>
                    </a:cubicBezTo>
                    <a:cubicBezTo>
                      <a:pt x="323" y="1089"/>
                      <a:pt x="491" y="1147"/>
                      <a:pt x="656" y="1147"/>
                    </a:cubicBezTo>
                    <a:cubicBezTo>
                      <a:pt x="863" y="1147"/>
                      <a:pt x="1066" y="1054"/>
                      <a:pt x="1206" y="877"/>
                    </a:cubicBezTo>
                    <a:cubicBezTo>
                      <a:pt x="1297" y="672"/>
                      <a:pt x="1365" y="468"/>
                      <a:pt x="1365" y="240"/>
                    </a:cubicBezTo>
                    <a:cubicBezTo>
                      <a:pt x="1212" y="75"/>
                      <a:pt x="1026" y="1"/>
                      <a:pt x="835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49"/>
              <p:cNvSpPr/>
              <p:nvPr/>
            </p:nvSpPr>
            <p:spPr>
              <a:xfrm>
                <a:off x="1661200" y="4337550"/>
                <a:ext cx="34125" cy="28975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159" extrusionOk="0">
                    <a:moveTo>
                      <a:pt x="855" y="1"/>
                    </a:moveTo>
                    <a:cubicBezTo>
                      <a:pt x="652" y="1"/>
                      <a:pt x="442" y="93"/>
                      <a:pt x="250" y="260"/>
                    </a:cubicBezTo>
                    <a:cubicBezTo>
                      <a:pt x="23" y="442"/>
                      <a:pt x="0" y="760"/>
                      <a:pt x="182" y="988"/>
                    </a:cubicBezTo>
                    <a:cubicBezTo>
                      <a:pt x="317" y="1104"/>
                      <a:pt x="477" y="1158"/>
                      <a:pt x="635" y="1158"/>
                    </a:cubicBezTo>
                    <a:cubicBezTo>
                      <a:pt x="850" y="1158"/>
                      <a:pt x="1062" y="1058"/>
                      <a:pt x="1206" y="874"/>
                    </a:cubicBezTo>
                    <a:cubicBezTo>
                      <a:pt x="1365" y="715"/>
                      <a:pt x="1319" y="419"/>
                      <a:pt x="1365" y="237"/>
                    </a:cubicBezTo>
                    <a:cubicBezTo>
                      <a:pt x="1214" y="75"/>
                      <a:pt x="1037" y="1"/>
                      <a:pt x="855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Google Shape;2799;p49"/>
              <p:cNvSpPr/>
              <p:nvPr/>
            </p:nvSpPr>
            <p:spPr>
              <a:xfrm>
                <a:off x="1448500" y="3962150"/>
                <a:ext cx="33575" cy="28650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1146" extrusionOk="0">
                    <a:moveTo>
                      <a:pt x="832" y="1"/>
                    </a:moveTo>
                    <a:cubicBezTo>
                      <a:pt x="629" y="1"/>
                      <a:pt x="416" y="87"/>
                      <a:pt x="228" y="240"/>
                    </a:cubicBezTo>
                    <a:cubicBezTo>
                      <a:pt x="23" y="422"/>
                      <a:pt x="1" y="740"/>
                      <a:pt x="183" y="968"/>
                    </a:cubicBezTo>
                    <a:cubicBezTo>
                      <a:pt x="311" y="1087"/>
                      <a:pt x="474" y="1145"/>
                      <a:pt x="638" y="1145"/>
                    </a:cubicBezTo>
                    <a:cubicBezTo>
                      <a:pt x="851" y="1145"/>
                      <a:pt x="1065" y="1047"/>
                      <a:pt x="1206" y="854"/>
                    </a:cubicBezTo>
                    <a:cubicBezTo>
                      <a:pt x="1297" y="672"/>
                      <a:pt x="1343" y="445"/>
                      <a:pt x="1343" y="240"/>
                    </a:cubicBezTo>
                    <a:cubicBezTo>
                      <a:pt x="1200" y="75"/>
                      <a:pt x="1020" y="1"/>
                      <a:pt x="832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49"/>
              <p:cNvSpPr/>
              <p:nvPr/>
            </p:nvSpPr>
            <p:spPr>
              <a:xfrm>
                <a:off x="1486600" y="4547700"/>
                <a:ext cx="34150" cy="28650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46" extrusionOk="0">
                    <a:moveTo>
                      <a:pt x="835" y="0"/>
                    </a:moveTo>
                    <a:cubicBezTo>
                      <a:pt x="639" y="0"/>
                      <a:pt x="436" y="86"/>
                      <a:pt x="251" y="248"/>
                    </a:cubicBezTo>
                    <a:cubicBezTo>
                      <a:pt x="23" y="430"/>
                      <a:pt x="1" y="748"/>
                      <a:pt x="183" y="976"/>
                    </a:cubicBezTo>
                    <a:cubicBezTo>
                      <a:pt x="318" y="1091"/>
                      <a:pt x="477" y="1146"/>
                      <a:pt x="635" y="1146"/>
                    </a:cubicBezTo>
                    <a:cubicBezTo>
                      <a:pt x="850" y="1146"/>
                      <a:pt x="1062" y="1045"/>
                      <a:pt x="1206" y="862"/>
                    </a:cubicBezTo>
                    <a:cubicBezTo>
                      <a:pt x="1320" y="680"/>
                      <a:pt x="1365" y="453"/>
                      <a:pt x="1365" y="248"/>
                    </a:cubicBezTo>
                    <a:cubicBezTo>
                      <a:pt x="1209" y="80"/>
                      <a:pt x="1025" y="0"/>
                      <a:pt x="835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49"/>
              <p:cNvSpPr/>
              <p:nvPr/>
            </p:nvSpPr>
            <p:spPr>
              <a:xfrm>
                <a:off x="1238650" y="4376725"/>
                <a:ext cx="33575" cy="28450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1138" extrusionOk="0">
                    <a:moveTo>
                      <a:pt x="832" y="1"/>
                    </a:moveTo>
                    <a:cubicBezTo>
                      <a:pt x="630" y="1"/>
                      <a:pt x="417" y="87"/>
                      <a:pt x="228" y="240"/>
                    </a:cubicBezTo>
                    <a:cubicBezTo>
                      <a:pt x="23" y="422"/>
                      <a:pt x="1" y="740"/>
                      <a:pt x="183" y="968"/>
                    </a:cubicBezTo>
                    <a:cubicBezTo>
                      <a:pt x="308" y="1083"/>
                      <a:pt x="466" y="1138"/>
                      <a:pt x="626" y="1138"/>
                    </a:cubicBezTo>
                    <a:cubicBezTo>
                      <a:pt x="843" y="1138"/>
                      <a:pt x="1062" y="1037"/>
                      <a:pt x="1206" y="854"/>
                    </a:cubicBezTo>
                    <a:cubicBezTo>
                      <a:pt x="1297" y="672"/>
                      <a:pt x="1343" y="445"/>
                      <a:pt x="1343" y="240"/>
                    </a:cubicBezTo>
                    <a:cubicBezTo>
                      <a:pt x="1200" y="75"/>
                      <a:pt x="1021" y="1"/>
                      <a:pt x="832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49"/>
              <p:cNvSpPr/>
              <p:nvPr/>
            </p:nvSpPr>
            <p:spPr>
              <a:xfrm>
                <a:off x="1925625" y="4011075"/>
                <a:ext cx="34150" cy="28675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47" extrusionOk="0">
                    <a:moveTo>
                      <a:pt x="846" y="0"/>
                    </a:moveTo>
                    <a:cubicBezTo>
                      <a:pt x="646" y="0"/>
                      <a:pt x="439" y="86"/>
                      <a:pt x="251" y="239"/>
                    </a:cubicBezTo>
                    <a:cubicBezTo>
                      <a:pt x="23" y="444"/>
                      <a:pt x="1" y="762"/>
                      <a:pt x="183" y="967"/>
                    </a:cubicBezTo>
                    <a:cubicBezTo>
                      <a:pt x="324" y="1088"/>
                      <a:pt x="496" y="1146"/>
                      <a:pt x="666" y="1146"/>
                    </a:cubicBezTo>
                    <a:cubicBezTo>
                      <a:pt x="879" y="1146"/>
                      <a:pt x="1090" y="1054"/>
                      <a:pt x="1229" y="876"/>
                    </a:cubicBezTo>
                    <a:cubicBezTo>
                      <a:pt x="1320" y="671"/>
                      <a:pt x="1366" y="467"/>
                      <a:pt x="1366" y="239"/>
                    </a:cubicBezTo>
                    <a:cubicBezTo>
                      <a:pt x="1212" y="75"/>
                      <a:pt x="1032" y="0"/>
                      <a:pt x="846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49"/>
              <p:cNvSpPr/>
              <p:nvPr/>
            </p:nvSpPr>
            <p:spPr>
              <a:xfrm>
                <a:off x="1628200" y="3891075"/>
                <a:ext cx="33575" cy="28775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1151" extrusionOk="0">
                    <a:moveTo>
                      <a:pt x="832" y="0"/>
                    </a:moveTo>
                    <a:cubicBezTo>
                      <a:pt x="630" y="0"/>
                      <a:pt x="417" y="86"/>
                      <a:pt x="228" y="239"/>
                    </a:cubicBezTo>
                    <a:cubicBezTo>
                      <a:pt x="24" y="444"/>
                      <a:pt x="1" y="763"/>
                      <a:pt x="183" y="990"/>
                    </a:cubicBezTo>
                    <a:cubicBezTo>
                      <a:pt x="310" y="1098"/>
                      <a:pt x="471" y="1151"/>
                      <a:pt x="633" y="1151"/>
                    </a:cubicBezTo>
                    <a:cubicBezTo>
                      <a:pt x="847" y="1151"/>
                      <a:pt x="1064" y="1058"/>
                      <a:pt x="1206" y="876"/>
                    </a:cubicBezTo>
                    <a:cubicBezTo>
                      <a:pt x="1343" y="694"/>
                      <a:pt x="1320" y="399"/>
                      <a:pt x="1343" y="239"/>
                    </a:cubicBezTo>
                    <a:cubicBezTo>
                      <a:pt x="1200" y="75"/>
                      <a:pt x="1021" y="0"/>
                      <a:pt x="832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49"/>
              <p:cNvSpPr/>
              <p:nvPr/>
            </p:nvSpPr>
            <p:spPr>
              <a:xfrm>
                <a:off x="1694750" y="4080550"/>
                <a:ext cx="27875" cy="32300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292" extrusionOk="0">
                    <a:moveTo>
                      <a:pt x="766" y="1"/>
                    </a:moveTo>
                    <a:cubicBezTo>
                      <a:pt x="487" y="1"/>
                      <a:pt x="197" y="323"/>
                      <a:pt x="23" y="827"/>
                    </a:cubicBezTo>
                    <a:cubicBezTo>
                      <a:pt x="0" y="918"/>
                      <a:pt x="0" y="1032"/>
                      <a:pt x="23" y="1123"/>
                    </a:cubicBezTo>
                    <a:cubicBezTo>
                      <a:pt x="23" y="1168"/>
                      <a:pt x="68" y="1236"/>
                      <a:pt x="114" y="1282"/>
                    </a:cubicBezTo>
                    <a:cubicBezTo>
                      <a:pt x="175" y="1282"/>
                      <a:pt x="235" y="1292"/>
                      <a:pt x="303" y="1292"/>
                    </a:cubicBezTo>
                    <a:cubicBezTo>
                      <a:pt x="336" y="1292"/>
                      <a:pt x="372" y="1289"/>
                      <a:pt x="410" y="1282"/>
                    </a:cubicBezTo>
                    <a:cubicBezTo>
                      <a:pt x="933" y="1054"/>
                      <a:pt x="1115" y="804"/>
                      <a:pt x="1069" y="281"/>
                    </a:cubicBezTo>
                    <a:cubicBezTo>
                      <a:pt x="1047" y="190"/>
                      <a:pt x="1001" y="99"/>
                      <a:pt x="910" y="31"/>
                    </a:cubicBezTo>
                    <a:cubicBezTo>
                      <a:pt x="863" y="10"/>
                      <a:pt x="815" y="1"/>
                      <a:pt x="766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49"/>
              <p:cNvSpPr/>
              <p:nvPr/>
            </p:nvSpPr>
            <p:spPr>
              <a:xfrm>
                <a:off x="1861375" y="4545525"/>
                <a:ext cx="27875" cy="32125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285" extrusionOk="0">
                    <a:moveTo>
                      <a:pt x="749" y="0"/>
                    </a:moveTo>
                    <a:cubicBezTo>
                      <a:pt x="475" y="0"/>
                      <a:pt x="194" y="319"/>
                      <a:pt x="23" y="813"/>
                    </a:cubicBezTo>
                    <a:cubicBezTo>
                      <a:pt x="0" y="926"/>
                      <a:pt x="0" y="1017"/>
                      <a:pt x="23" y="1131"/>
                    </a:cubicBezTo>
                    <a:cubicBezTo>
                      <a:pt x="46" y="1176"/>
                      <a:pt x="91" y="1222"/>
                      <a:pt x="114" y="1267"/>
                    </a:cubicBezTo>
                    <a:cubicBezTo>
                      <a:pt x="159" y="1279"/>
                      <a:pt x="211" y="1285"/>
                      <a:pt x="262" y="1285"/>
                    </a:cubicBezTo>
                    <a:cubicBezTo>
                      <a:pt x="313" y="1285"/>
                      <a:pt x="364" y="1279"/>
                      <a:pt x="410" y="1267"/>
                    </a:cubicBezTo>
                    <a:cubicBezTo>
                      <a:pt x="956" y="1040"/>
                      <a:pt x="1115" y="790"/>
                      <a:pt x="1092" y="289"/>
                    </a:cubicBezTo>
                    <a:cubicBezTo>
                      <a:pt x="1069" y="176"/>
                      <a:pt x="1001" y="85"/>
                      <a:pt x="910" y="39"/>
                    </a:cubicBezTo>
                    <a:cubicBezTo>
                      <a:pt x="857" y="13"/>
                      <a:pt x="803" y="0"/>
                      <a:pt x="749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49"/>
              <p:cNvSpPr/>
              <p:nvPr/>
            </p:nvSpPr>
            <p:spPr>
              <a:xfrm>
                <a:off x="1789150" y="3676175"/>
                <a:ext cx="27875" cy="32100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284" extrusionOk="0">
                    <a:moveTo>
                      <a:pt x="760" y="1"/>
                    </a:moveTo>
                    <a:cubicBezTo>
                      <a:pt x="483" y="1"/>
                      <a:pt x="196" y="306"/>
                      <a:pt x="23" y="806"/>
                    </a:cubicBezTo>
                    <a:cubicBezTo>
                      <a:pt x="0" y="919"/>
                      <a:pt x="0" y="1033"/>
                      <a:pt x="23" y="1124"/>
                    </a:cubicBezTo>
                    <a:cubicBezTo>
                      <a:pt x="46" y="1170"/>
                      <a:pt x="91" y="1215"/>
                      <a:pt x="114" y="1261"/>
                    </a:cubicBezTo>
                    <a:cubicBezTo>
                      <a:pt x="205" y="1283"/>
                      <a:pt x="319" y="1283"/>
                      <a:pt x="410" y="1283"/>
                    </a:cubicBezTo>
                    <a:cubicBezTo>
                      <a:pt x="956" y="1056"/>
                      <a:pt x="1115" y="783"/>
                      <a:pt x="1092" y="282"/>
                    </a:cubicBezTo>
                    <a:cubicBezTo>
                      <a:pt x="1069" y="169"/>
                      <a:pt x="1001" y="78"/>
                      <a:pt x="910" y="32"/>
                    </a:cubicBezTo>
                    <a:cubicBezTo>
                      <a:pt x="861" y="11"/>
                      <a:pt x="811" y="1"/>
                      <a:pt x="760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49"/>
              <p:cNvSpPr/>
              <p:nvPr/>
            </p:nvSpPr>
            <p:spPr>
              <a:xfrm>
                <a:off x="1843750" y="4353500"/>
                <a:ext cx="278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283" extrusionOk="0">
                    <a:moveTo>
                      <a:pt x="760" y="0"/>
                    </a:moveTo>
                    <a:cubicBezTo>
                      <a:pt x="483" y="0"/>
                      <a:pt x="196" y="305"/>
                      <a:pt x="23" y="805"/>
                    </a:cubicBezTo>
                    <a:cubicBezTo>
                      <a:pt x="0" y="919"/>
                      <a:pt x="0" y="1010"/>
                      <a:pt x="23" y="1123"/>
                    </a:cubicBezTo>
                    <a:cubicBezTo>
                      <a:pt x="23" y="1169"/>
                      <a:pt x="91" y="1214"/>
                      <a:pt x="114" y="1260"/>
                    </a:cubicBezTo>
                    <a:cubicBezTo>
                      <a:pt x="205" y="1283"/>
                      <a:pt x="319" y="1283"/>
                      <a:pt x="410" y="1283"/>
                    </a:cubicBezTo>
                    <a:cubicBezTo>
                      <a:pt x="955" y="1032"/>
                      <a:pt x="1115" y="782"/>
                      <a:pt x="1092" y="282"/>
                    </a:cubicBezTo>
                    <a:cubicBezTo>
                      <a:pt x="1069" y="168"/>
                      <a:pt x="1001" y="77"/>
                      <a:pt x="910" y="31"/>
                    </a:cubicBezTo>
                    <a:cubicBezTo>
                      <a:pt x="861" y="10"/>
                      <a:pt x="810" y="0"/>
                      <a:pt x="760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49"/>
              <p:cNvSpPr/>
              <p:nvPr/>
            </p:nvSpPr>
            <p:spPr>
              <a:xfrm>
                <a:off x="1122075" y="4008875"/>
                <a:ext cx="27900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1283" extrusionOk="0">
                    <a:moveTo>
                      <a:pt x="760" y="0"/>
                    </a:moveTo>
                    <a:cubicBezTo>
                      <a:pt x="483" y="0"/>
                      <a:pt x="196" y="305"/>
                      <a:pt x="23" y="805"/>
                    </a:cubicBezTo>
                    <a:cubicBezTo>
                      <a:pt x="0" y="919"/>
                      <a:pt x="0" y="1032"/>
                      <a:pt x="23" y="1123"/>
                    </a:cubicBezTo>
                    <a:cubicBezTo>
                      <a:pt x="23" y="1192"/>
                      <a:pt x="91" y="1214"/>
                      <a:pt x="114" y="1260"/>
                    </a:cubicBezTo>
                    <a:cubicBezTo>
                      <a:pt x="205" y="1283"/>
                      <a:pt x="319" y="1283"/>
                      <a:pt x="410" y="1283"/>
                    </a:cubicBezTo>
                    <a:cubicBezTo>
                      <a:pt x="956" y="1055"/>
                      <a:pt x="1115" y="782"/>
                      <a:pt x="1070" y="282"/>
                    </a:cubicBezTo>
                    <a:cubicBezTo>
                      <a:pt x="1070" y="168"/>
                      <a:pt x="1001" y="100"/>
                      <a:pt x="910" y="31"/>
                    </a:cubicBezTo>
                    <a:cubicBezTo>
                      <a:pt x="861" y="10"/>
                      <a:pt x="811" y="0"/>
                      <a:pt x="760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49"/>
              <p:cNvSpPr/>
              <p:nvPr/>
            </p:nvSpPr>
            <p:spPr>
              <a:xfrm>
                <a:off x="1267650" y="4243550"/>
                <a:ext cx="27900" cy="32200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1288" extrusionOk="0">
                    <a:moveTo>
                      <a:pt x="749" y="0"/>
                    </a:moveTo>
                    <a:cubicBezTo>
                      <a:pt x="476" y="0"/>
                      <a:pt x="194" y="319"/>
                      <a:pt x="24" y="813"/>
                    </a:cubicBezTo>
                    <a:cubicBezTo>
                      <a:pt x="1" y="926"/>
                      <a:pt x="1" y="1017"/>
                      <a:pt x="24" y="1131"/>
                    </a:cubicBezTo>
                    <a:cubicBezTo>
                      <a:pt x="24" y="1177"/>
                      <a:pt x="92" y="1222"/>
                      <a:pt x="115" y="1268"/>
                    </a:cubicBezTo>
                    <a:cubicBezTo>
                      <a:pt x="190" y="1268"/>
                      <a:pt x="266" y="1288"/>
                      <a:pt x="329" y="1288"/>
                    </a:cubicBezTo>
                    <a:cubicBezTo>
                      <a:pt x="360" y="1288"/>
                      <a:pt x="388" y="1283"/>
                      <a:pt x="410" y="1268"/>
                    </a:cubicBezTo>
                    <a:cubicBezTo>
                      <a:pt x="956" y="1040"/>
                      <a:pt x="1115" y="790"/>
                      <a:pt x="1093" y="289"/>
                    </a:cubicBezTo>
                    <a:cubicBezTo>
                      <a:pt x="1070" y="176"/>
                      <a:pt x="1002" y="85"/>
                      <a:pt x="911" y="39"/>
                    </a:cubicBezTo>
                    <a:cubicBezTo>
                      <a:pt x="858" y="13"/>
                      <a:pt x="804" y="0"/>
                      <a:pt x="749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49"/>
              <p:cNvSpPr/>
              <p:nvPr/>
            </p:nvSpPr>
            <p:spPr>
              <a:xfrm>
                <a:off x="1114125" y="4257750"/>
                <a:ext cx="27875" cy="32225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289" extrusionOk="0">
                    <a:moveTo>
                      <a:pt x="749" y="1"/>
                    </a:moveTo>
                    <a:cubicBezTo>
                      <a:pt x="475" y="1"/>
                      <a:pt x="194" y="320"/>
                      <a:pt x="23" y="813"/>
                    </a:cubicBezTo>
                    <a:cubicBezTo>
                      <a:pt x="0" y="927"/>
                      <a:pt x="0" y="1018"/>
                      <a:pt x="23" y="1132"/>
                    </a:cubicBezTo>
                    <a:cubicBezTo>
                      <a:pt x="23" y="1177"/>
                      <a:pt x="68" y="1223"/>
                      <a:pt x="114" y="1268"/>
                    </a:cubicBezTo>
                    <a:cubicBezTo>
                      <a:pt x="174" y="1268"/>
                      <a:pt x="245" y="1288"/>
                      <a:pt x="313" y="1288"/>
                    </a:cubicBezTo>
                    <a:cubicBezTo>
                      <a:pt x="346" y="1288"/>
                      <a:pt x="379" y="1283"/>
                      <a:pt x="409" y="1268"/>
                    </a:cubicBezTo>
                    <a:cubicBezTo>
                      <a:pt x="933" y="1041"/>
                      <a:pt x="1115" y="791"/>
                      <a:pt x="1069" y="290"/>
                    </a:cubicBezTo>
                    <a:cubicBezTo>
                      <a:pt x="1046" y="176"/>
                      <a:pt x="1001" y="85"/>
                      <a:pt x="910" y="40"/>
                    </a:cubicBezTo>
                    <a:cubicBezTo>
                      <a:pt x="857" y="13"/>
                      <a:pt x="803" y="1"/>
                      <a:pt x="749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11" name="Google Shape;2811;p49"/>
            <p:cNvSpPr/>
            <p:nvPr/>
          </p:nvSpPr>
          <p:spPr>
            <a:xfrm>
              <a:off x="-429177" y="-355898"/>
              <a:ext cx="2817250" cy="1733850"/>
            </a:xfrm>
            <a:custGeom>
              <a:avLst/>
              <a:gdLst/>
              <a:ahLst/>
              <a:cxnLst/>
              <a:rect l="l" t="t" r="r" b="b"/>
              <a:pathLst>
                <a:path w="112690" h="69354" extrusionOk="0">
                  <a:moveTo>
                    <a:pt x="109911" y="1"/>
                  </a:moveTo>
                  <a:cubicBezTo>
                    <a:pt x="109633" y="1"/>
                    <a:pt x="109400" y="239"/>
                    <a:pt x="109482" y="610"/>
                  </a:cubicBezTo>
                  <a:cubicBezTo>
                    <a:pt x="109915" y="2271"/>
                    <a:pt x="109960" y="3135"/>
                    <a:pt x="110233" y="3954"/>
                  </a:cubicBezTo>
                  <a:cubicBezTo>
                    <a:pt x="110438" y="4796"/>
                    <a:pt x="110802" y="5615"/>
                    <a:pt x="110938" y="7321"/>
                  </a:cubicBezTo>
                  <a:cubicBezTo>
                    <a:pt x="111075" y="9027"/>
                    <a:pt x="111098" y="9868"/>
                    <a:pt x="111098" y="10733"/>
                  </a:cubicBezTo>
                  <a:cubicBezTo>
                    <a:pt x="111098" y="11188"/>
                    <a:pt x="111098" y="11665"/>
                    <a:pt x="111052" y="12120"/>
                  </a:cubicBezTo>
                  <a:cubicBezTo>
                    <a:pt x="111007" y="12803"/>
                    <a:pt x="110916" y="13463"/>
                    <a:pt x="110802" y="14145"/>
                  </a:cubicBezTo>
                  <a:lnTo>
                    <a:pt x="110574" y="15260"/>
                  </a:lnTo>
                  <a:cubicBezTo>
                    <a:pt x="110506" y="15578"/>
                    <a:pt x="110438" y="15874"/>
                    <a:pt x="110392" y="16147"/>
                  </a:cubicBezTo>
                  <a:cubicBezTo>
                    <a:pt x="110279" y="16647"/>
                    <a:pt x="110165" y="17079"/>
                    <a:pt x="110074" y="17512"/>
                  </a:cubicBezTo>
                  <a:cubicBezTo>
                    <a:pt x="109801" y="18626"/>
                    <a:pt x="109414" y="19718"/>
                    <a:pt x="108891" y="20764"/>
                  </a:cubicBezTo>
                  <a:cubicBezTo>
                    <a:pt x="108345" y="21788"/>
                    <a:pt x="107754" y="22789"/>
                    <a:pt x="107117" y="23744"/>
                  </a:cubicBezTo>
                  <a:cubicBezTo>
                    <a:pt x="106457" y="24700"/>
                    <a:pt x="105729" y="25610"/>
                    <a:pt x="104933" y="26451"/>
                  </a:cubicBezTo>
                  <a:cubicBezTo>
                    <a:pt x="104478" y="26975"/>
                    <a:pt x="103978" y="27452"/>
                    <a:pt x="103432" y="27884"/>
                  </a:cubicBezTo>
                  <a:cubicBezTo>
                    <a:pt x="103068" y="28180"/>
                    <a:pt x="102704" y="28476"/>
                    <a:pt x="102294" y="28726"/>
                  </a:cubicBezTo>
                  <a:cubicBezTo>
                    <a:pt x="101953" y="28976"/>
                    <a:pt x="101566" y="29204"/>
                    <a:pt x="101134" y="29500"/>
                  </a:cubicBezTo>
                  <a:cubicBezTo>
                    <a:pt x="100679" y="29818"/>
                    <a:pt x="100133" y="30159"/>
                    <a:pt x="99405" y="30614"/>
                  </a:cubicBezTo>
                  <a:cubicBezTo>
                    <a:pt x="98427" y="31206"/>
                    <a:pt x="97404" y="31729"/>
                    <a:pt x="96334" y="32161"/>
                  </a:cubicBezTo>
                  <a:cubicBezTo>
                    <a:pt x="95925" y="32320"/>
                    <a:pt x="95538" y="32502"/>
                    <a:pt x="95038" y="32661"/>
                  </a:cubicBezTo>
                  <a:cubicBezTo>
                    <a:pt x="94515" y="32821"/>
                    <a:pt x="93923" y="33048"/>
                    <a:pt x="93082" y="33253"/>
                  </a:cubicBezTo>
                  <a:cubicBezTo>
                    <a:pt x="91421" y="33685"/>
                    <a:pt x="90579" y="33913"/>
                    <a:pt x="89715" y="34140"/>
                  </a:cubicBezTo>
                  <a:cubicBezTo>
                    <a:pt x="88600" y="34458"/>
                    <a:pt x="87440" y="34709"/>
                    <a:pt x="86280" y="34891"/>
                  </a:cubicBezTo>
                  <a:lnTo>
                    <a:pt x="82800" y="35482"/>
                  </a:lnTo>
                  <a:cubicBezTo>
                    <a:pt x="81617" y="35664"/>
                    <a:pt x="80457" y="36005"/>
                    <a:pt x="79342" y="36438"/>
                  </a:cubicBezTo>
                  <a:cubicBezTo>
                    <a:pt x="78227" y="36892"/>
                    <a:pt x="77136" y="37416"/>
                    <a:pt x="76089" y="38007"/>
                  </a:cubicBezTo>
                  <a:cubicBezTo>
                    <a:pt x="75043" y="38599"/>
                    <a:pt x="74065" y="39304"/>
                    <a:pt x="73177" y="40123"/>
                  </a:cubicBezTo>
                  <a:cubicBezTo>
                    <a:pt x="72268" y="40896"/>
                    <a:pt x="71426" y="41760"/>
                    <a:pt x="70653" y="42648"/>
                  </a:cubicBezTo>
                  <a:cubicBezTo>
                    <a:pt x="70084" y="43330"/>
                    <a:pt x="69515" y="44012"/>
                    <a:pt x="68310" y="45286"/>
                  </a:cubicBezTo>
                  <a:cubicBezTo>
                    <a:pt x="67081" y="46537"/>
                    <a:pt x="66490" y="47174"/>
                    <a:pt x="65876" y="47789"/>
                  </a:cubicBezTo>
                  <a:cubicBezTo>
                    <a:pt x="65557" y="48107"/>
                    <a:pt x="65261" y="48425"/>
                    <a:pt x="64852" y="48767"/>
                  </a:cubicBezTo>
                  <a:cubicBezTo>
                    <a:pt x="64351" y="49244"/>
                    <a:pt x="63806" y="49654"/>
                    <a:pt x="63260" y="50063"/>
                  </a:cubicBezTo>
                  <a:cubicBezTo>
                    <a:pt x="62941" y="50291"/>
                    <a:pt x="62623" y="50495"/>
                    <a:pt x="62281" y="50700"/>
                  </a:cubicBezTo>
                  <a:cubicBezTo>
                    <a:pt x="62008" y="50859"/>
                    <a:pt x="61736" y="51019"/>
                    <a:pt x="61508" y="51132"/>
                  </a:cubicBezTo>
                  <a:cubicBezTo>
                    <a:pt x="61008" y="51360"/>
                    <a:pt x="60644" y="51565"/>
                    <a:pt x="60234" y="51678"/>
                  </a:cubicBezTo>
                  <a:cubicBezTo>
                    <a:pt x="59802" y="51815"/>
                    <a:pt x="59415" y="51929"/>
                    <a:pt x="58892" y="52088"/>
                  </a:cubicBezTo>
                  <a:lnTo>
                    <a:pt x="58050" y="52315"/>
                  </a:lnTo>
                  <a:cubicBezTo>
                    <a:pt x="57732" y="52361"/>
                    <a:pt x="57368" y="52474"/>
                    <a:pt x="56936" y="52520"/>
                  </a:cubicBezTo>
                  <a:cubicBezTo>
                    <a:pt x="55821" y="52702"/>
                    <a:pt x="54684" y="52793"/>
                    <a:pt x="53524" y="52838"/>
                  </a:cubicBezTo>
                  <a:cubicBezTo>
                    <a:pt x="53234" y="52850"/>
                    <a:pt x="52944" y="52856"/>
                    <a:pt x="52654" y="52856"/>
                  </a:cubicBezTo>
                  <a:cubicBezTo>
                    <a:pt x="51783" y="52856"/>
                    <a:pt x="50913" y="52804"/>
                    <a:pt x="50043" y="52702"/>
                  </a:cubicBezTo>
                  <a:cubicBezTo>
                    <a:pt x="48314" y="52520"/>
                    <a:pt x="47427" y="52384"/>
                    <a:pt x="46563" y="52247"/>
                  </a:cubicBezTo>
                  <a:cubicBezTo>
                    <a:pt x="45099" y="52034"/>
                    <a:pt x="43616" y="51927"/>
                    <a:pt x="42133" y="51927"/>
                  </a:cubicBezTo>
                  <a:cubicBezTo>
                    <a:pt x="41243" y="51927"/>
                    <a:pt x="40353" y="51966"/>
                    <a:pt x="39466" y="52042"/>
                  </a:cubicBezTo>
                  <a:cubicBezTo>
                    <a:pt x="38579" y="52133"/>
                    <a:pt x="37691" y="52224"/>
                    <a:pt x="35940" y="52452"/>
                  </a:cubicBezTo>
                  <a:cubicBezTo>
                    <a:pt x="34757" y="52565"/>
                    <a:pt x="33574" y="52793"/>
                    <a:pt x="32414" y="53066"/>
                  </a:cubicBezTo>
                  <a:cubicBezTo>
                    <a:pt x="31936" y="53202"/>
                    <a:pt x="31481" y="53362"/>
                    <a:pt x="31026" y="53566"/>
                  </a:cubicBezTo>
                  <a:cubicBezTo>
                    <a:pt x="30344" y="53885"/>
                    <a:pt x="29730" y="54294"/>
                    <a:pt x="29184" y="54772"/>
                  </a:cubicBezTo>
                  <a:cubicBezTo>
                    <a:pt x="28638" y="55272"/>
                    <a:pt x="28160" y="55796"/>
                    <a:pt x="27705" y="56387"/>
                  </a:cubicBezTo>
                  <a:cubicBezTo>
                    <a:pt x="27364" y="56819"/>
                    <a:pt x="27114" y="57206"/>
                    <a:pt x="26864" y="57570"/>
                  </a:cubicBezTo>
                  <a:cubicBezTo>
                    <a:pt x="26363" y="58321"/>
                    <a:pt x="25931" y="59094"/>
                    <a:pt x="25021" y="60573"/>
                  </a:cubicBezTo>
                  <a:cubicBezTo>
                    <a:pt x="24566" y="61323"/>
                    <a:pt x="24157" y="61801"/>
                    <a:pt x="23838" y="62233"/>
                  </a:cubicBezTo>
                  <a:cubicBezTo>
                    <a:pt x="23565" y="62620"/>
                    <a:pt x="23270" y="62961"/>
                    <a:pt x="22951" y="63302"/>
                  </a:cubicBezTo>
                  <a:cubicBezTo>
                    <a:pt x="22633" y="63666"/>
                    <a:pt x="22314" y="63985"/>
                    <a:pt x="21950" y="64303"/>
                  </a:cubicBezTo>
                  <a:lnTo>
                    <a:pt x="21268" y="64895"/>
                  </a:lnTo>
                  <a:cubicBezTo>
                    <a:pt x="21018" y="65122"/>
                    <a:pt x="20699" y="65304"/>
                    <a:pt x="20335" y="65554"/>
                  </a:cubicBezTo>
                  <a:cubicBezTo>
                    <a:pt x="19789" y="65964"/>
                    <a:pt x="19198" y="66305"/>
                    <a:pt x="18584" y="66646"/>
                  </a:cubicBezTo>
                  <a:cubicBezTo>
                    <a:pt x="18174" y="66874"/>
                    <a:pt x="17765" y="67078"/>
                    <a:pt x="17332" y="67260"/>
                  </a:cubicBezTo>
                  <a:lnTo>
                    <a:pt x="16718" y="67533"/>
                  </a:lnTo>
                  <a:cubicBezTo>
                    <a:pt x="16513" y="67624"/>
                    <a:pt x="16263" y="67693"/>
                    <a:pt x="16013" y="67806"/>
                  </a:cubicBezTo>
                  <a:lnTo>
                    <a:pt x="15171" y="68102"/>
                  </a:lnTo>
                  <a:cubicBezTo>
                    <a:pt x="14830" y="68193"/>
                    <a:pt x="14466" y="68261"/>
                    <a:pt x="14034" y="68375"/>
                  </a:cubicBezTo>
                  <a:cubicBezTo>
                    <a:pt x="12919" y="68648"/>
                    <a:pt x="11759" y="68807"/>
                    <a:pt x="10599" y="68853"/>
                  </a:cubicBezTo>
                  <a:lnTo>
                    <a:pt x="9939" y="68898"/>
                  </a:lnTo>
                  <a:lnTo>
                    <a:pt x="9189" y="68875"/>
                  </a:lnTo>
                  <a:lnTo>
                    <a:pt x="8279" y="68853"/>
                  </a:lnTo>
                  <a:cubicBezTo>
                    <a:pt x="7938" y="68830"/>
                    <a:pt x="7574" y="68762"/>
                    <a:pt x="7142" y="68716"/>
                  </a:cubicBezTo>
                  <a:lnTo>
                    <a:pt x="6527" y="68648"/>
                  </a:lnTo>
                  <a:lnTo>
                    <a:pt x="6004" y="68511"/>
                  </a:lnTo>
                  <a:lnTo>
                    <a:pt x="5117" y="68284"/>
                  </a:lnTo>
                  <a:cubicBezTo>
                    <a:pt x="4571" y="68148"/>
                    <a:pt x="4184" y="67943"/>
                    <a:pt x="3752" y="67806"/>
                  </a:cubicBezTo>
                  <a:cubicBezTo>
                    <a:pt x="3343" y="67670"/>
                    <a:pt x="2956" y="67488"/>
                    <a:pt x="2456" y="67283"/>
                  </a:cubicBezTo>
                  <a:cubicBezTo>
                    <a:pt x="2205" y="67169"/>
                    <a:pt x="1932" y="67078"/>
                    <a:pt x="1614" y="66942"/>
                  </a:cubicBezTo>
                  <a:lnTo>
                    <a:pt x="613" y="66441"/>
                  </a:lnTo>
                  <a:cubicBezTo>
                    <a:pt x="403" y="66332"/>
                    <a:pt x="251" y="66285"/>
                    <a:pt x="165" y="66285"/>
                  </a:cubicBezTo>
                  <a:cubicBezTo>
                    <a:pt x="1" y="66285"/>
                    <a:pt x="80" y="66460"/>
                    <a:pt x="454" y="66714"/>
                  </a:cubicBezTo>
                  <a:lnTo>
                    <a:pt x="1432" y="67374"/>
                  </a:lnTo>
                  <a:cubicBezTo>
                    <a:pt x="1728" y="67533"/>
                    <a:pt x="2001" y="67670"/>
                    <a:pt x="2251" y="67806"/>
                  </a:cubicBezTo>
                  <a:cubicBezTo>
                    <a:pt x="2683" y="68034"/>
                    <a:pt x="3115" y="68216"/>
                    <a:pt x="3593" y="68352"/>
                  </a:cubicBezTo>
                  <a:cubicBezTo>
                    <a:pt x="4730" y="68693"/>
                    <a:pt x="5913" y="68944"/>
                    <a:pt x="7096" y="69103"/>
                  </a:cubicBezTo>
                  <a:cubicBezTo>
                    <a:pt x="7528" y="69171"/>
                    <a:pt x="7915" y="69217"/>
                    <a:pt x="8256" y="69262"/>
                  </a:cubicBezTo>
                  <a:lnTo>
                    <a:pt x="9189" y="69308"/>
                  </a:lnTo>
                  <a:lnTo>
                    <a:pt x="9962" y="69353"/>
                  </a:lnTo>
                  <a:lnTo>
                    <a:pt x="10645" y="69353"/>
                  </a:lnTo>
                  <a:cubicBezTo>
                    <a:pt x="11850" y="69353"/>
                    <a:pt x="13033" y="69239"/>
                    <a:pt x="14216" y="68966"/>
                  </a:cubicBezTo>
                  <a:cubicBezTo>
                    <a:pt x="14648" y="68853"/>
                    <a:pt x="15035" y="68784"/>
                    <a:pt x="15376" y="68671"/>
                  </a:cubicBezTo>
                  <a:lnTo>
                    <a:pt x="16263" y="68398"/>
                  </a:lnTo>
                  <a:cubicBezTo>
                    <a:pt x="16513" y="68307"/>
                    <a:pt x="16764" y="68239"/>
                    <a:pt x="16991" y="68148"/>
                  </a:cubicBezTo>
                  <a:lnTo>
                    <a:pt x="17605" y="67852"/>
                  </a:lnTo>
                  <a:cubicBezTo>
                    <a:pt x="18060" y="67670"/>
                    <a:pt x="18493" y="67442"/>
                    <a:pt x="18925" y="67215"/>
                  </a:cubicBezTo>
                  <a:cubicBezTo>
                    <a:pt x="19539" y="66874"/>
                    <a:pt x="20153" y="66510"/>
                    <a:pt x="20745" y="66123"/>
                  </a:cubicBezTo>
                  <a:cubicBezTo>
                    <a:pt x="21518" y="65645"/>
                    <a:pt x="22018" y="65213"/>
                    <a:pt x="22473" y="64872"/>
                  </a:cubicBezTo>
                  <a:cubicBezTo>
                    <a:pt x="22883" y="64576"/>
                    <a:pt x="23247" y="64258"/>
                    <a:pt x="23611" y="63939"/>
                  </a:cubicBezTo>
                  <a:cubicBezTo>
                    <a:pt x="23997" y="63621"/>
                    <a:pt x="24361" y="63280"/>
                    <a:pt x="24680" y="62916"/>
                  </a:cubicBezTo>
                  <a:cubicBezTo>
                    <a:pt x="25180" y="62370"/>
                    <a:pt x="25612" y="61801"/>
                    <a:pt x="26022" y="61210"/>
                  </a:cubicBezTo>
                  <a:cubicBezTo>
                    <a:pt x="27000" y="59685"/>
                    <a:pt x="27387" y="58912"/>
                    <a:pt x="27842" y="58184"/>
                  </a:cubicBezTo>
                  <a:cubicBezTo>
                    <a:pt x="28046" y="57843"/>
                    <a:pt x="28274" y="57479"/>
                    <a:pt x="28592" y="57047"/>
                  </a:cubicBezTo>
                  <a:cubicBezTo>
                    <a:pt x="28979" y="56524"/>
                    <a:pt x="29411" y="56046"/>
                    <a:pt x="29912" y="55614"/>
                  </a:cubicBezTo>
                  <a:cubicBezTo>
                    <a:pt x="30731" y="54886"/>
                    <a:pt x="31686" y="54385"/>
                    <a:pt x="32732" y="54090"/>
                  </a:cubicBezTo>
                  <a:cubicBezTo>
                    <a:pt x="33824" y="53794"/>
                    <a:pt x="34962" y="53566"/>
                    <a:pt x="36099" y="53430"/>
                  </a:cubicBezTo>
                  <a:lnTo>
                    <a:pt x="39534" y="53020"/>
                  </a:lnTo>
                  <a:cubicBezTo>
                    <a:pt x="40506" y="52906"/>
                    <a:pt x="41478" y="52856"/>
                    <a:pt x="42463" y="52856"/>
                  </a:cubicBezTo>
                  <a:cubicBezTo>
                    <a:pt x="42654" y="52856"/>
                    <a:pt x="42845" y="52858"/>
                    <a:pt x="43037" y="52861"/>
                  </a:cubicBezTo>
                  <a:cubicBezTo>
                    <a:pt x="44766" y="52929"/>
                    <a:pt x="45630" y="53020"/>
                    <a:pt x="46517" y="53111"/>
                  </a:cubicBezTo>
                  <a:lnTo>
                    <a:pt x="49998" y="53475"/>
                  </a:lnTo>
                  <a:cubicBezTo>
                    <a:pt x="51772" y="53635"/>
                    <a:pt x="52659" y="53703"/>
                    <a:pt x="53546" y="53726"/>
                  </a:cubicBezTo>
                  <a:cubicBezTo>
                    <a:pt x="53753" y="53733"/>
                    <a:pt x="53959" y="53737"/>
                    <a:pt x="54165" y="53737"/>
                  </a:cubicBezTo>
                  <a:cubicBezTo>
                    <a:pt x="55159" y="53737"/>
                    <a:pt x="56142" y="53649"/>
                    <a:pt x="57141" y="53498"/>
                  </a:cubicBezTo>
                  <a:cubicBezTo>
                    <a:pt x="58323" y="53293"/>
                    <a:pt x="59506" y="53020"/>
                    <a:pt x="60666" y="52656"/>
                  </a:cubicBezTo>
                  <a:cubicBezTo>
                    <a:pt x="61099" y="52497"/>
                    <a:pt x="61531" y="52338"/>
                    <a:pt x="62077" y="52111"/>
                  </a:cubicBezTo>
                  <a:cubicBezTo>
                    <a:pt x="62350" y="51974"/>
                    <a:pt x="62623" y="51815"/>
                    <a:pt x="62918" y="51656"/>
                  </a:cubicBezTo>
                  <a:cubicBezTo>
                    <a:pt x="63282" y="51451"/>
                    <a:pt x="63624" y="51223"/>
                    <a:pt x="63942" y="50996"/>
                  </a:cubicBezTo>
                  <a:cubicBezTo>
                    <a:pt x="64533" y="50586"/>
                    <a:pt x="65102" y="50131"/>
                    <a:pt x="65625" y="49631"/>
                  </a:cubicBezTo>
                  <a:cubicBezTo>
                    <a:pt x="66035" y="49244"/>
                    <a:pt x="66331" y="48903"/>
                    <a:pt x="66626" y="48562"/>
                  </a:cubicBezTo>
                  <a:cubicBezTo>
                    <a:pt x="67240" y="47902"/>
                    <a:pt x="67809" y="47220"/>
                    <a:pt x="69037" y="45946"/>
                  </a:cubicBezTo>
                  <a:lnTo>
                    <a:pt x="71449" y="43398"/>
                  </a:lnTo>
                  <a:cubicBezTo>
                    <a:pt x="72222" y="42534"/>
                    <a:pt x="73064" y="41715"/>
                    <a:pt x="73928" y="40942"/>
                  </a:cubicBezTo>
                  <a:cubicBezTo>
                    <a:pt x="74451" y="40487"/>
                    <a:pt x="74975" y="40077"/>
                    <a:pt x="75566" y="39690"/>
                  </a:cubicBezTo>
                  <a:cubicBezTo>
                    <a:pt x="75998" y="39395"/>
                    <a:pt x="76385" y="39213"/>
                    <a:pt x="76772" y="39008"/>
                  </a:cubicBezTo>
                  <a:cubicBezTo>
                    <a:pt x="77545" y="38644"/>
                    <a:pt x="78296" y="38235"/>
                    <a:pt x="79843" y="37620"/>
                  </a:cubicBezTo>
                  <a:cubicBezTo>
                    <a:pt x="80912" y="37211"/>
                    <a:pt x="81981" y="36847"/>
                    <a:pt x="83095" y="36574"/>
                  </a:cubicBezTo>
                  <a:cubicBezTo>
                    <a:pt x="83937" y="36369"/>
                    <a:pt x="84779" y="36142"/>
                    <a:pt x="86508" y="35869"/>
                  </a:cubicBezTo>
                  <a:cubicBezTo>
                    <a:pt x="88236" y="35573"/>
                    <a:pt x="89101" y="35391"/>
                    <a:pt x="89965" y="35164"/>
                  </a:cubicBezTo>
                  <a:cubicBezTo>
                    <a:pt x="90807" y="34936"/>
                    <a:pt x="91671" y="34731"/>
                    <a:pt x="93400" y="34276"/>
                  </a:cubicBezTo>
                  <a:cubicBezTo>
                    <a:pt x="94264" y="34072"/>
                    <a:pt x="94924" y="33867"/>
                    <a:pt x="95447" y="33662"/>
                  </a:cubicBezTo>
                  <a:cubicBezTo>
                    <a:pt x="95970" y="33480"/>
                    <a:pt x="96403" y="33321"/>
                    <a:pt x="96812" y="33162"/>
                  </a:cubicBezTo>
                  <a:cubicBezTo>
                    <a:pt x="97927" y="32730"/>
                    <a:pt x="98996" y="32184"/>
                    <a:pt x="100020" y="31570"/>
                  </a:cubicBezTo>
                  <a:cubicBezTo>
                    <a:pt x="100793" y="31092"/>
                    <a:pt x="101339" y="30728"/>
                    <a:pt x="101817" y="30409"/>
                  </a:cubicBezTo>
                  <a:cubicBezTo>
                    <a:pt x="102294" y="30091"/>
                    <a:pt x="102658" y="29863"/>
                    <a:pt x="103022" y="29568"/>
                  </a:cubicBezTo>
                  <a:lnTo>
                    <a:pt x="103591" y="29136"/>
                  </a:lnTo>
                  <a:lnTo>
                    <a:pt x="104182" y="28658"/>
                  </a:lnTo>
                  <a:cubicBezTo>
                    <a:pt x="104728" y="28180"/>
                    <a:pt x="105229" y="27702"/>
                    <a:pt x="105729" y="27179"/>
                  </a:cubicBezTo>
                  <a:cubicBezTo>
                    <a:pt x="106571" y="26292"/>
                    <a:pt x="107276" y="25314"/>
                    <a:pt x="107867" y="24268"/>
                  </a:cubicBezTo>
                  <a:cubicBezTo>
                    <a:pt x="108300" y="23471"/>
                    <a:pt x="108732" y="22675"/>
                    <a:pt x="109551" y="21083"/>
                  </a:cubicBezTo>
                  <a:cubicBezTo>
                    <a:pt x="110119" y="20014"/>
                    <a:pt x="110574" y="18922"/>
                    <a:pt x="110984" y="17807"/>
                  </a:cubicBezTo>
                  <a:cubicBezTo>
                    <a:pt x="111120" y="17375"/>
                    <a:pt x="111280" y="16943"/>
                    <a:pt x="111416" y="16420"/>
                  </a:cubicBezTo>
                  <a:cubicBezTo>
                    <a:pt x="111507" y="16147"/>
                    <a:pt x="111598" y="15851"/>
                    <a:pt x="111666" y="15510"/>
                  </a:cubicBezTo>
                  <a:cubicBezTo>
                    <a:pt x="111734" y="15169"/>
                    <a:pt x="111825" y="14782"/>
                    <a:pt x="111916" y="14327"/>
                  </a:cubicBezTo>
                  <a:cubicBezTo>
                    <a:pt x="112076" y="13463"/>
                    <a:pt x="112167" y="12780"/>
                    <a:pt x="112258" y="12234"/>
                  </a:cubicBezTo>
                  <a:cubicBezTo>
                    <a:pt x="112349" y="11688"/>
                    <a:pt x="112417" y="11233"/>
                    <a:pt x="112485" y="10778"/>
                  </a:cubicBezTo>
                  <a:cubicBezTo>
                    <a:pt x="112644" y="9573"/>
                    <a:pt x="112690" y="8367"/>
                    <a:pt x="112553" y="7161"/>
                  </a:cubicBezTo>
                  <a:cubicBezTo>
                    <a:pt x="112485" y="5956"/>
                    <a:pt x="112303" y="4750"/>
                    <a:pt x="111985" y="3567"/>
                  </a:cubicBezTo>
                  <a:cubicBezTo>
                    <a:pt x="111848" y="3112"/>
                    <a:pt x="111666" y="2657"/>
                    <a:pt x="111462" y="2203"/>
                  </a:cubicBezTo>
                  <a:cubicBezTo>
                    <a:pt x="111189" y="1702"/>
                    <a:pt x="110916" y="1111"/>
                    <a:pt x="110438" y="337"/>
                  </a:cubicBezTo>
                  <a:cubicBezTo>
                    <a:pt x="110294" y="103"/>
                    <a:pt x="110093" y="1"/>
                    <a:pt x="109911" y="1"/>
                  </a:cubicBezTo>
                  <a:close/>
                </a:path>
              </a:pathLst>
            </a:custGeom>
            <a:solidFill>
              <a:srgbClr val="4E5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12" name="Google Shape;2812;p49"/>
            <p:cNvGrpSpPr/>
            <p:nvPr/>
          </p:nvGrpSpPr>
          <p:grpSpPr>
            <a:xfrm>
              <a:off x="7114375" y="199550"/>
              <a:ext cx="903100" cy="832300"/>
              <a:chOff x="5503800" y="891250"/>
              <a:chExt cx="903100" cy="832300"/>
            </a:xfrm>
          </p:grpSpPr>
          <p:sp>
            <p:nvSpPr>
              <p:cNvPr id="2813" name="Google Shape;2813;p49"/>
              <p:cNvSpPr/>
              <p:nvPr/>
            </p:nvSpPr>
            <p:spPr>
              <a:xfrm>
                <a:off x="5913475" y="1151475"/>
                <a:ext cx="84000" cy="181900"/>
              </a:xfrm>
              <a:custGeom>
                <a:avLst/>
                <a:gdLst/>
                <a:ahLst/>
                <a:cxnLst/>
                <a:rect l="l" t="t" r="r" b="b"/>
                <a:pathLst>
                  <a:path w="3360" h="7276" extrusionOk="0">
                    <a:moveTo>
                      <a:pt x="2570" y="0"/>
                    </a:moveTo>
                    <a:cubicBezTo>
                      <a:pt x="2314" y="0"/>
                      <a:pt x="2062" y="137"/>
                      <a:pt x="1971" y="453"/>
                    </a:cubicBezTo>
                    <a:cubicBezTo>
                      <a:pt x="1357" y="2455"/>
                      <a:pt x="743" y="4457"/>
                      <a:pt x="151" y="6482"/>
                    </a:cubicBezTo>
                    <a:cubicBezTo>
                      <a:pt x="1" y="6961"/>
                      <a:pt x="395" y="7276"/>
                      <a:pt x="787" y="7276"/>
                    </a:cubicBezTo>
                    <a:cubicBezTo>
                      <a:pt x="1046" y="7276"/>
                      <a:pt x="1303" y="7139"/>
                      <a:pt x="1402" y="6823"/>
                    </a:cubicBezTo>
                    <a:lnTo>
                      <a:pt x="3222" y="795"/>
                    </a:lnTo>
                    <a:cubicBezTo>
                      <a:pt x="3359" y="315"/>
                      <a:pt x="2959" y="0"/>
                      <a:pt x="2570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49"/>
              <p:cNvSpPr/>
              <p:nvPr/>
            </p:nvSpPr>
            <p:spPr>
              <a:xfrm>
                <a:off x="5999825" y="1322975"/>
                <a:ext cx="59600" cy="139825"/>
              </a:xfrm>
              <a:custGeom>
                <a:avLst/>
                <a:gdLst/>
                <a:ahLst/>
                <a:cxnLst/>
                <a:rect l="l" t="t" r="r" b="b"/>
                <a:pathLst>
                  <a:path w="2384" h="5593" extrusionOk="0">
                    <a:moveTo>
                      <a:pt x="1606" y="0"/>
                    </a:moveTo>
                    <a:cubicBezTo>
                      <a:pt x="1346" y="0"/>
                      <a:pt x="1088" y="147"/>
                      <a:pt x="997" y="486"/>
                    </a:cubicBezTo>
                    <a:cubicBezTo>
                      <a:pt x="701" y="1919"/>
                      <a:pt x="405" y="3375"/>
                      <a:pt x="109" y="4808"/>
                    </a:cubicBezTo>
                    <a:cubicBezTo>
                      <a:pt x="0" y="5287"/>
                      <a:pt x="376" y="5592"/>
                      <a:pt x="752" y="5592"/>
                    </a:cubicBezTo>
                    <a:cubicBezTo>
                      <a:pt x="1002" y="5592"/>
                      <a:pt x="1252" y="5458"/>
                      <a:pt x="1361" y="5149"/>
                    </a:cubicBezTo>
                    <a:lnTo>
                      <a:pt x="2248" y="827"/>
                    </a:lnTo>
                    <a:cubicBezTo>
                      <a:pt x="2384" y="324"/>
                      <a:pt x="1992" y="0"/>
                      <a:pt x="1606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49"/>
              <p:cNvSpPr/>
              <p:nvPr/>
            </p:nvSpPr>
            <p:spPr>
              <a:xfrm>
                <a:off x="5706275" y="1217425"/>
                <a:ext cx="57450" cy="97200"/>
              </a:xfrm>
              <a:custGeom>
                <a:avLst/>
                <a:gdLst/>
                <a:ahLst/>
                <a:cxnLst/>
                <a:rect l="l" t="t" r="r" b="b"/>
                <a:pathLst>
                  <a:path w="2298" h="3888" extrusionOk="0">
                    <a:moveTo>
                      <a:pt x="1588" y="0"/>
                    </a:moveTo>
                    <a:cubicBezTo>
                      <a:pt x="1306" y="0"/>
                      <a:pt x="1051" y="191"/>
                      <a:pt x="955" y="477"/>
                    </a:cubicBezTo>
                    <a:cubicBezTo>
                      <a:pt x="660" y="1341"/>
                      <a:pt x="387" y="2206"/>
                      <a:pt x="91" y="3070"/>
                    </a:cubicBezTo>
                    <a:cubicBezTo>
                      <a:pt x="0" y="3411"/>
                      <a:pt x="205" y="3775"/>
                      <a:pt x="546" y="3866"/>
                    </a:cubicBezTo>
                    <a:cubicBezTo>
                      <a:pt x="601" y="3881"/>
                      <a:pt x="656" y="3888"/>
                      <a:pt x="710" y="3888"/>
                    </a:cubicBezTo>
                    <a:cubicBezTo>
                      <a:pt x="991" y="3888"/>
                      <a:pt x="1247" y="3698"/>
                      <a:pt x="1342" y="3411"/>
                    </a:cubicBezTo>
                    <a:lnTo>
                      <a:pt x="2207" y="818"/>
                    </a:lnTo>
                    <a:cubicBezTo>
                      <a:pt x="2298" y="477"/>
                      <a:pt x="2093" y="113"/>
                      <a:pt x="1752" y="22"/>
                    </a:cubicBezTo>
                    <a:cubicBezTo>
                      <a:pt x="1697" y="7"/>
                      <a:pt x="1642" y="0"/>
                      <a:pt x="1588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49"/>
              <p:cNvSpPr/>
              <p:nvPr/>
            </p:nvSpPr>
            <p:spPr>
              <a:xfrm>
                <a:off x="5697175" y="1560900"/>
                <a:ext cx="59725" cy="96475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3859" extrusionOk="0">
                    <a:moveTo>
                      <a:pt x="1670" y="1"/>
                    </a:moveTo>
                    <a:cubicBezTo>
                      <a:pt x="1375" y="1"/>
                      <a:pt x="1123" y="191"/>
                      <a:pt x="1046" y="477"/>
                    </a:cubicBezTo>
                    <a:lnTo>
                      <a:pt x="114" y="3048"/>
                    </a:lnTo>
                    <a:cubicBezTo>
                      <a:pt x="0" y="3389"/>
                      <a:pt x="205" y="3730"/>
                      <a:pt x="569" y="3844"/>
                    </a:cubicBezTo>
                    <a:cubicBezTo>
                      <a:pt x="616" y="3854"/>
                      <a:pt x="664" y="3858"/>
                      <a:pt x="711" y="3858"/>
                    </a:cubicBezTo>
                    <a:cubicBezTo>
                      <a:pt x="1001" y="3858"/>
                      <a:pt x="1267" y="3683"/>
                      <a:pt x="1365" y="3389"/>
                    </a:cubicBezTo>
                    <a:cubicBezTo>
                      <a:pt x="1661" y="2525"/>
                      <a:pt x="1979" y="1683"/>
                      <a:pt x="2298" y="819"/>
                    </a:cubicBezTo>
                    <a:cubicBezTo>
                      <a:pt x="2389" y="477"/>
                      <a:pt x="2184" y="113"/>
                      <a:pt x="1843" y="22"/>
                    </a:cubicBezTo>
                    <a:cubicBezTo>
                      <a:pt x="1784" y="8"/>
                      <a:pt x="1726" y="1"/>
                      <a:pt x="1670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49"/>
              <p:cNvSpPr/>
              <p:nvPr/>
            </p:nvSpPr>
            <p:spPr>
              <a:xfrm>
                <a:off x="5918950" y="1561725"/>
                <a:ext cx="32450" cy="75675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3027" extrusionOk="0">
                    <a:moveTo>
                      <a:pt x="649" y="1"/>
                    </a:moveTo>
                    <a:cubicBezTo>
                      <a:pt x="325" y="1"/>
                      <a:pt x="1" y="217"/>
                      <a:pt x="1" y="649"/>
                    </a:cubicBezTo>
                    <a:lnTo>
                      <a:pt x="1" y="2378"/>
                    </a:lnTo>
                    <a:cubicBezTo>
                      <a:pt x="1" y="2810"/>
                      <a:pt x="325" y="3026"/>
                      <a:pt x="649" y="3026"/>
                    </a:cubicBezTo>
                    <a:cubicBezTo>
                      <a:pt x="973" y="3026"/>
                      <a:pt x="1297" y="2810"/>
                      <a:pt x="1297" y="2378"/>
                    </a:cubicBezTo>
                    <a:lnTo>
                      <a:pt x="1297" y="649"/>
                    </a:lnTo>
                    <a:cubicBezTo>
                      <a:pt x="1297" y="217"/>
                      <a:pt x="973" y="1"/>
                      <a:pt x="649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49"/>
              <p:cNvSpPr/>
              <p:nvPr/>
            </p:nvSpPr>
            <p:spPr>
              <a:xfrm>
                <a:off x="6200450" y="1215675"/>
                <a:ext cx="32450" cy="54050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2162" extrusionOk="0">
                    <a:moveTo>
                      <a:pt x="638" y="1"/>
                    </a:moveTo>
                    <a:cubicBezTo>
                      <a:pt x="456" y="1"/>
                      <a:pt x="296" y="69"/>
                      <a:pt x="183" y="183"/>
                    </a:cubicBezTo>
                    <a:cubicBezTo>
                      <a:pt x="69" y="319"/>
                      <a:pt x="1" y="479"/>
                      <a:pt x="1" y="661"/>
                    </a:cubicBezTo>
                    <a:lnTo>
                      <a:pt x="1" y="1502"/>
                    </a:lnTo>
                    <a:cubicBezTo>
                      <a:pt x="1" y="1684"/>
                      <a:pt x="69" y="1844"/>
                      <a:pt x="183" y="1957"/>
                    </a:cubicBezTo>
                    <a:cubicBezTo>
                      <a:pt x="228" y="2025"/>
                      <a:pt x="319" y="2071"/>
                      <a:pt x="387" y="2094"/>
                    </a:cubicBezTo>
                    <a:cubicBezTo>
                      <a:pt x="456" y="2139"/>
                      <a:pt x="547" y="2162"/>
                      <a:pt x="638" y="2162"/>
                    </a:cubicBezTo>
                    <a:cubicBezTo>
                      <a:pt x="819" y="2162"/>
                      <a:pt x="979" y="2094"/>
                      <a:pt x="1092" y="1957"/>
                    </a:cubicBezTo>
                    <a:cubicBezTo>
                      <a:pt x="1206" y="1844"/>
                      <a:pt x="1274" y="1684"/>
                      <a:pt x="1297" y="1502"/>
                    </a:cubicBezTo>
                    <a:lnTo>
                      <a:pt x="1297" y="661"/>
                    </a:lnTo>
                    <a:cubicBezTo>
                      <a:pt x="1274" y="479"/>
                      <a:pt x="1206" y="319"/>
                      <a:pt x="1092" y="183"/>
                    </a:cubicBezTo>
                    <a:cubicBezTo>
                      <a:pt x="1047" y="137"/>
                      <a:pt x="956" y="92"/>
                      <a:pt x="888" y="69"/>
                    </a:cubicBezTo>
                    <a:cubicBezTo>
                      <a:pt x="819" y="24"/>
                      <a:pt x="728" y="1"/>
                      <a:pt x="638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49"/>
              <p:cNvSpPr/>
              <p:nvPr/>
            </p:nvSpPr>
            <p:spPr>
              <a:xfrm>
                <a:off x="5847875" y="997975"/>
                <a:ext cx="81350" cy="96075"/>
              </a:xfrm>
              <a:custGeom>
                <a:avLst/>
                <a:gdLst/>
                <a:ahLst/>
                <a:cxnLst/>
                <a:rect l="l" t="t" r="r" b="b"/>
                <a:pathLst>
                  <a:path w="3254" h="3843" extrusionOk="0">
                    <a:moveTo>
                      <a:pt x="2517" y="0"/>
                    </a:moveTo>
                    <a:cubicBezTo>
                      <a:pt x="2293" y="0"/>
                      <a:pt x="2079" y="117"/>
                      <a:pt x="1956" y="315"/>
                    </a:cubicBezTo>
                    <a:cubicBezTo>
                      <a:pt x="1365" y="1180"/>
                      <a:pt x="774" y="2021"/>
                      <a:pt x="182" y="2886"/>
                    </a:cubicBezTo>
                    <a:cubicBezTo>
                      <a:pt x="0" y="3181"/>
                      <a:pt x="114" y="3568"/>
                      <a:pt x="410" y="3750"/>
                    </a:cubicBezTo>
                    <a:cubicBezTo>
                      <a:pt x="519" y="3812"/>
                      <a:pt x="636" y="3843"/>
                      <a:pt x="751" y="3843"/>
                    </a:cubicBezTo>
                    <a:cubicBezTo>
                      <a:pt x="969" y="3843"/>
                      <a:pt x="1177" y="3732"/>
                      <a:pt x="1297" y="3523"/>
                    </a:cubicBezTo>
                    <a:lnTo>
                      <a:pt x="3071" y="975"/>
                    </a:lnTo>
                    <a:cubicBezTo>
                      <a:pt x="3253" y="656"/>
                      <a:pt x="3139" y="270"/>
                      <a:pt x="2844" y="88"/>
                    </a:cubicBezTo>
                    <a:cubicBezTo>
                      <a:pt x="2739" y="28"/>
                      <a:pt x="2627" y="0"/>
                      <a:pt x="2517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49"/>
              <p:cNvSpPr/>
              <p:nvPr/>
            </p:nvSpPr>
            <p:spPr>
              <a:xfrm>
                <a:off x="6113150" y="1430800"/>
                <a:ext cx="34150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3111" extrusionOk="0">
                    <a:moveTo>
                      <a:pt x="683" y="0"/>
                    </a:moveTo>
                    <a:cubicBezTo>
                      <a:pt x="342" y="0"/>
                      <a:pt x="1" y="233"/>
                      <a:pt x="35" y="700"/>
                    </a:cubicBezTo>
                    <a:lnTo>
                      <a:pt x="35" y="2428"/>
                    </a:lnTo>
                    <a:cubicBezTo>
                      <a:pt x="1" y="2883"/>
                      <a:pt x="342" y="3111"/>
                      <a:pt x="683" y="3111"/>
                    </a:cubicBezTo>
                    <a:cubicBezTo>
                      <a:pt x="1024" y="3111"/>
                      <a:pt x="1366" y="2883"/>
                      <a:pt x="1332" y="2428"/>
                    </a:cubicBezTo>
                    <a:lnTo>
                      <a:pt x="1332" y="700"/>
                    </a:lnTo>
                    <a:cubicBezTo>
                      <a:pt x="1366" y="233"/>
                      <a:pt x="1024" y="0"/>
                      <a:pt x="683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49"/>
              <p:cNvSpPr/>
              <p:nvPr/>
            </p:nvSpPr>
            <p:spPr>
              <a:xfrm>
                <a:off x="6328975" y="1519000"/>
                <a:ext cx="77925" cy="75025"/>
              </a:xfrm>
              <a:custGeom>
                <a:avLst/>
                <a:gdLst/>
                <a:ahLst/>
                <a:cxnLst/>
                <a:rect l="l" t="t" r="r" b="b"/>
                <a:pathLst>
                  <a:path w="3117" h="3001" extrusionOk="0">
                    <a:moveTo>
                      <a:pt x="2198" y="1296"/>
                    </a:moveTo>
                    <a:lnTo>
                      <a:pt x="2071" y="1312"/>
                    </a:lnTo>
                    <a:cubicBezTo>
                      <a:pt x="2113" y="1303"/>
                      <a:pt x="2156" y="1298"/>
                      <a:pt x="2198" y="1296"/>
                    </a:cubicBezTo>
                    <a:close/>
                    <a:moveTo>
                      <a:pt x="1993" y="1346"/>
                    </a:moveTo>
                    <a:cubicBezTo>
                      <a:pt x="1950" y="1362"/>
                      <a:pt x="1908" y="1380"/>
                      <a:pt x="1868" y="1401"/>
                    </a:cubicBezTo>
                    <a:lnTo>
                      <a:pt x="1868" y="1401"/>
                    </a:lnTo>
                    <a:cubicBezTo>
                      <a:pt x="1907" y="1378"/>
                      <a:pt x="1950" y="1360"/>
                      <a:pt x="1993" y="1346"/>
                    </a:cubicBezTo>
                    <a:close/>
                    <a:moveTo>
                      <a:pt x="1798" y="1425"/>
                    </a:moveTo>
                    <a:lnTo>
                      <a:pt x="1798" y="1425"/>
                    </a:lnTo>
                    <a:cubicBezTo>
                      <a:pt x="1776" y="1447"/>
                      <a:pt x="1754" y="1464"/>
                      <a:pt x="1733" y="1480"/>
                    </a:cubicBezTo>
                    <a:lnTo>
                      <a:pt x="1733" y="1480"/>
                    </a:lnTo>
                    <a:cubicBezTo>
                      <a:pt x="1754" y="1461"/>
                      <a:pt x="1776" y="1443"/>
                      <a:pt x="1798" y="1425"/>
                    </a:cubicBezTo>
                    <a:close/>
                    <a:moveTo>
                      <a:pt x="1365" y="2040"/>
                    </a:moveTo>
                    <a:cubicBezTo>
                      <a:pt x="1354" y="2084"/>
                      <a:pt x="1349" y="2133"/>
                      <a:pt x="1348" y="2186"/>
                    </a:cubicBezTo>
                    <a:lnTo>
                      <a:pt x="1348" y="2186"/>
                    </a:lnTo>
                    <a:cubicBezTo>
                      <a:pt x="1365" y="2141"/>
                      <a:pt x="1365" y="2081"/>
                      <a:pt x="1365" y="2040"/>
                    </a:cubicBezTo>
                    <a:close/>
                    <a:moveTo>
                      <a:pt x="2205" y="0"/>
                    </a:moveTo>
                    <a:cubicBezTo>
                      <a:pt x="2106" y="0"/>
                      <a:pt x="2005" y="11"/>
                      <a:pt x="1911" y="38"/>
                    </a:cubicBezTo>
                    <a:cubicBezTo>
                      <a:pt x="1798" y="38"/>
                      <a:pt x="1684" y="83"/>
                      <a:pt x="1570" y="129"/>
                    </a:cubicBezTo>
                    <a:cubicBezTo>
                      <a:pt x="1252" y="243"/>
                      <a:pt x="956" y="425"/>
                      <a:pt x="706" y="652"/>
                    </a:cubicBezTo>
                    <a:cubicBezTo>
                      <a:pt x="251" y="1107"/>
                      <a:pt x="1" y="1721"/>
                      <a:pt x="69" y="2358"/>
                    </a:cubicBezTo>
                    <a:cubicBezTo>
                      <a:pt x="69" y="2540"/>
                      <a:pt x="137" y="2699"/>
                      <a:pt x="251" y="2813"/>
                    </a:cubicBezTo>
                    <a:cubicBezTo>
                      <a:pt x="376" y="2938"/>
                      <a:pt x="541" y="3001"/>
                      <a:pt x="706" y="3001"/>
                    </a:cubicBezTo>
                    <a:cubicBezTo>
                      <a:pt x="871" y="3001"/>
                      <a:pt x="1036" y="2938"/>
                      <a:pt x="1161" y="2813"/>
                    </a:cubicBezTo>
                    <a:cubicBezTo>
                      <a:pt x="1297" y="2699"/>
                      <a:pt x="1365" y="2540"/>
                      <a:pt x="1365" y="2358"/>
                    </a:cubicBezTo>
                    <a:cubicBezTo>
                      <a:pt x="1354" y="2300"/>
                      <a:pt x="1348" y="2241"/>
                      <a:pt x="1348" y="2186"/>
                    </a:cubicBezTo>
                    <a:lnTo>
                      <a:pt x="1348" y="2186"/>
                    </a:lnTo>
                    <a:cubicBezTo>
                      <a:pt x="1347" y="2190"/>
                      <a:pt x="1345" y="2195"/>
                      <a:pt x="1343" y="2199"/>
                    </a:cubicBezTo>
                    <a:cubicBezTo>
                      <a:pt x="1343" y="2090"/>
                      <a:pt x="1372" y="1995"/>
                      <a:pt x="1407" y="1891"/>
                    </a:cubicBezTo>
                    <a:lnTo>
                      <a:pt x="1407" y="1891"/>
                    </a:lnTo>
                    <a:cubicBezTo>
                      <a:pt x="1451" y="1808"/>
                      <a:pt x="1496" y="1735"/>
                      <a:pt x="1541" y="1671"/>
                    </a:cubicBezTo>
                    <a:lnTo>
                      <a:pt x="1541" y="1671"/>
                    </a:lnTo>
                    <a:cubicBezTo>
                      <a:pt x="1590" y="1615"/>
                      <a:pt x="1645" y="1560"/>
                      <a:pt x="1700" y="1509"/>
                    </a:cubicBezTo>
                    <a:lnTo>
                      <a:pt x="1700" y="1509"/>
                    </a:lnTo>
                    <a:cubicBezTo>
                      <a:pt x="1755" y="1468"/>
                      <a:pt x="1810" y="1432"/>
                      <a:pt x="1868" y="1401"/>
                    </a:cubicBezTo>
                    <a:lnTo>
                      <a:pt x="1868" y="1401"/>
                    </a:lnTo>
                    <a:cubicBezTo>
                      <a:pt x="1867" y="1402"/>
                      <a:pt x="1867" y="1402"/>
                      <a:pt x="1866" y="1403"/>
                    </a:cubicBezTo>
                    <a:lnTo>
                      <a:pt x="2015" y="1339"/>
                    </a:lnTo>
                    <a:lnTo>
                      <a:pt x="2015" y="1339"/>
                    </a:lnTo>
                    <a:cubicBezTo>
                      <a:pt x="2008" y="1341"/>
                      <a:pt x="2001" y="1343"/>
                      <a:pt x="1993" y="1346"/>
                    </a:cubicBezTo>
                    <a:lnTo>
                      <a:pt x="1993" y="1346"/>
                    </a:lnTo>
                    <a:cubicBezTo>
                      <a:pt x="2004" y="1342"/>
                      <a:pt x="2014" y="1338"/>
                      <a:pt x="2025" y="1334"/>
                    </a:cubicBezTo>
                    <a:lnTo>
                      <a:pt x="2025" y="1334"/>
                    </a:lnTo>
                    <a:lnTo>
                      <a:pt x="2015" y="1339"/>
                    </a:lnTo>
                    <a:lnTo>
                      <a:pt x="2015" y="1339"/>
                    </a:lnTo>
                    <a:cubicBezTo>
                      <a:pt x="2080" y="1319"/>
                      <a:pt x="2148" y="1307"/>
                      <a:pt x="2216" y="1295"/>
                    </a:cubicBezTo>
                    <a:lnTo>
                      <a:pt x="2216" y="1295"/>
                    </a:lnTo>
                    <a:cubicBezTo>
                      <a:pt x="2225" y="1295"/>
                      <a:pt x="2233" y="1295"/>
                      <a:pt x="2241" y="1295"/>
                    </a:cubicBezTo>
                    <a:cubicBezTo>
                      <a:pt x="2298" y="1295"/>
                      <a:pt x="2355" y="1300"/>
                      <a:pt x="2412" y="1312"/>
                    </a:cubicBezTo>
                    <a:cubicBezTo>
                      <a:pt x="2571" y="1312"/>
                      <a:pt x="2753" y="1243"/>
                      <a:pt x="2867" y="1130"/>
                    </a:cubicBezTo>
                    <a:cubicBezTo>
                      <a:pt x="3117" y="857"/>
                      <a:pt x="3117" y="447"/>
                      <a:pt x="2867" y="197"/>
                    </a:cubicBezTo>
                    <a:lnTo>
                      <a:pt x="2730" y="106"/>
                    </a:lnTo>
                    <a:cubicBezTo>
                      <a:pt x="2639" y="38"/>
                      <a:pt x="2525" y="15"/>
                      <a:pt x="2412" y="15"/>
                    </a:cubicBezTo>
                    <a:cubicBezTo>
                      <a:pt x="2346" y="6"/>
                      <a:pt x="2276" y="0"/>
                      <a:pt x="2205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49"/>
              <p:cNvSpPr/>
              <p:nvPr/>
            </p:nvSpPr>
            <p:spPr>
              <a:xfrm>
                <a:off x="6108900" y="1042275"/>
                <a:ext cx="58600" cy="96625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865" extrusionOk="0">
                    <a:moveTo>
                      <a:pt x="1632" y="0"/>
                    </a:moveTo>
                    <a:cubicBezTo>
                      <a:pt x="1346" y="0"/>
                      <a:pt x="1077" y="190"/>
                      <a:pt x="1001" y="477"/>
                    </a:cubicBezTo>
                    <a:lnTo>
                      <a:pt x="91" y="3047"/>
                    </a:lnTo>
                    <a:cubicBezTo>
                      <a:pt x="0" y="3388"/>
                      <a:pt x="205" y="3752"/>
                      <a:pt x="546" y="3843"/>
                    </a:cubicBezTo>
                    <a:cubicBezTo>
                      <a:pt x="601" y="3858"/>
                      <a:pt x="656" y="3865"/>
                      <a:pt x="710" y="3865"/>
                    </a:cubicBezTo>
                    <a:cubicBezTo>
                      <a:pt x="991" y="3865"/>
                      <a:pt x="1247" y="3675"/>
                      <a:pt x="1342" y="3388"/>
                    </a:cubicBezTo>
                    <a:cubicBezTo>
                      <a:pt x="1638" y="2524"/>
                      <a:pt x="1934" y="1682"/>
                      <a:pt x="2252" y="818"/>
                    </a:cubicBezTo>
                    <a:cubicBezTo>
                      <a:pt x="2343" y="477"/>
                      <a:pt x="2138" y="113"/>
                      <a:pt x="1797" y="22"/>
                    </a:cubicBezTo>
                    <a:cubicBezTo>
                      <a:pt x="1742" y="7"/>
                      <a:pt x="1687" y="0"/>
                      <a:pt x="1632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Google Shape;2823;p49"/>
              <p:cNvSpPr/>
              <p:nvPr/>
            </p:nvSpPr>
            <p:spPr>
              <a:xfrm>
                <a:off x="6027000" y="891250"/>
                <a:ext cx="32450" cy="75650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3026" extrusionOk="0">
                    <a:moveTo>
                      <a:pt x="649" y="1"/>
                    </a:moveTo>
                    <a:cubicBezTo>
                      <a:pt x="325" y="1"/>
                      <a:pt x="1" y="217"/>
                      <a:pt x="1" y="649"/>
                    </a:cubicBezTo>
                    <a:lnTo>
                      <a:pt x="1" y="2378"/>
                    </a:lnTo>
                    <a:cubicBezTo>
                      <a:pt x="1" y="2810"/>
                      <a:pt x="325" y="3026"/>
                      <a:pt x="649" y="3026"/>
                    </a:cubicBezTo>
                    <a:cubicBezTo>
                      <a:pt x="973" y="3026"/>
                      <a:pt x="1297" y="2810"/>
                      <a:pt x="1297" y="2378"/>
                    </a:cubicBezTo>
                    <a:lnTo>
                      <a:pt x="1297" y="649"/>
                    </a:lnTo>
                    <a:cubicBezTo>
                      <a:pt x="1297" y="217"/>
                      <a:pt x="973" y="1"/>
                      <a:pt x="649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Google Shape;2824;p49"/>
              <p:cNvSpPr/>
              <p:nvPr/>
            </p:nvSpPr>
            <p:spPr>
              <a:xfrm>
                <a:off x="5595375" y="999450"/>
                <a:ext cx="53475" cy="53625"/>
              </a:xfrm>
              <a:custGeom>
                <a:avLst/>
                <a:gdLst/>
                <a:ahLst/>
                <a:cxnLst/>
                <a:rect l="l" t="t" r="r" b="b"/>
                <a:pathLst>
                  <a:path w="2139" h="2145" extrusionOk="0">
                    <a:moveTo>
                      <a:pt x="1490" y="0"/>
                    </a:moveTo>
                    <a:cubicBezTo>
                      <a:pt x="1325" y="0"/>
                      <a:pt x="1160" y="63"/>
                      <a:pt x="1024" y="188"/>
                    </a:cubicBezTo>
                    <a:lnTo>
                      <a:pt x="182" y="1052"/>
                    </a:lnTo>
                    <a:cubicBezTo>
                      <a:pt x="68" y="1166"/>
                      <a:pt x="0" y="1325"/>
                      <a:pt x="0" y="1507"/>
                    </a:cubicBezTo>
                    <a:cubicBezTo>
                      <a:pt x="0" y="1666"/>
                      <a:pt x="68" y="1848"/>
                      <a:pt x="182" y="1962"/>
                    </a:cubicBezTo>
                    <a:cubicBezTo>
                      <a:pt x="296" y="2076"/>
                      <a:pt x="455" y="2144"/>
                      <a:pt x="637" y="2144"/>
                    </a:cubicBezTo>
                    <a:cubicBezTo>
                      <a:pt x="819" y="2144"/>
                      <a:pt x="978" y="2076"/>
                      <a:pt x="1092" y="1962"/>
                    </a:cubicBezTo>
                    <a:lnTo>
                      <a:pt x="1957" y="1121"/>
                    </a:lnTo>
                    <a:cubicBezTo>
                      <a:pt x="2070" y="984"/>
                      <a:pt x="2139" y="825"/>
                      <a:pt x="2139" y="643"/>
                    </a:cubicBezTo>
                    <a:cubicBezTo>
                      <a:pt x="2139" y="575"/>
                      <a:pt x="2116" y="484"/>
                      <a:pt x="2070" y="415"/>
                    </a:cubicBezTo>
                    <a:cubicBezTo>
                      <a:pt x="2048" y="324"/>
                      <a:pt x="2002" y="256"/>
                      <a:pt x="1957" y="188"/>
                    </a:cubicBezTo>
                    <a:cubicBezTo>
                      <a:pt x="1820" y="63"/>
                      <a:pt x="1655" y="0"/>
                      <a:pt x="1490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Google Shape;2825;p49"/>
              <p:cNvSpPr/>
              <p:nvPr/>
            </p:nvSpPr>
            <p:spPr>
              <a:xfrm>
                <a:off x="6286900" y="1302125"/>
                <a:ext cx="54050" cy="32450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298" extrusionOk="0">
                    <a:moveTo>
                      <a:pt x="660" y="1"/>
                    </a:moveTo>
                    <a:cubicBezTo>
                      <a:pt x="478" y="1"/>
                      <a:pt x="319" y="69"/>
                      <a:pt x="205" y="205"/>
                    </a:cubicBezTo>
                    <a:cubicBezTo>
                      <a:pt x="137" y="251"/>
                      <a:pt x="91" y="319"/>
                      <a:pt x="68" y="410"/>
                    </a:cubicBezTo>
                    <a:cubicBezTo>
                      <a:pt x="23" y="478"/>
                      <a:pt x="0" y="569"/>
                      <a:pt x="0" y="660"/>
                    </a:cubicBezTo>
                    <a:cubicBezTo>
                      <a:pt x="0" y="819"/>
                      <a:pt x="68" y="1001"/>
                      <a:pt x="182" y="1115"/>
                    </a:cubicBezTo>
                    <a:cubicBezTo>
                      <a:pt x="319" y="1229"/>
                      <a:pt x="478" y="1297"/>
                      <a:pt x="660" y="1297"/>
                    </a:cubicBezTo>
                    <a:lnTo>
                      <a:pt x="1502" y="1297"/>
                    </a:lnTo>
                    <a:cubicBezTo>
                      <a:pt x="1684" y="1297"/>
                      <a:pt x="1843" y="1229"/>
                      <a:pt x="1956" y="1115"/>
                    </a:cubicBezTo>
                    <a:cubicBezTo>
                      <a:pt x="2025" y="1047"/>
                      <a:pt x="2070" y="979"/>
                      <a:pt x="2093" y="910"/>
                    </a:cubicBezTo>
                    <a:cubicBezTo>
                      <a:pt x="2138" y="819"/>
                      <a:pt x="2161" y="751"/>
                      <a:pt x="2161" y="660"/>
                    </a:cubicBezTo>
                    <a:cubicBezTo>
                      <a:pt x="2161" y="478"/>
                      <a:pt x="2093" y="319"/>
                      <a:pt x="1956" y="205"/>
                    </a:cubicBezTo>
                    <a:cubicBezTo>
                      <a:pt x="1843" y="69"/>
                      <a:pt x="1684" y="1"/>
                      <a:pt x="1502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Google Shape;2826;p49"/>
              <p:cNvSpPr/>
              <p:nvPr/>
            </p:nvSpPr>
            <p:spPr>
              <a:xfrm>
                <a:off x="6135625" y="1669850"/>
                <a:ext cx="31875" cy="53700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2148" extrusionOk="0">
                    <a:moveTo>
                      <a:pt x="710" y="0"/>
                    </a:moveTo>
                    <a:cubicBezTo>
                      <a:pt x="686" y="0"/>
                      <a:pt x="662" y="3"/>
                      <a:pt x="637" y="9"/>
                    </a:cubicBezTo>
                    <a:cubicBezTo>
                      <a:pt x="455" y="9"/>
                      <a:pt x="296" y="77"/>
                      <a:pt x="182" y="191"/>
                    </a:cubicBezTo>
                    <a:cubicBezTo>
                      <a:pt x="69" y="305"/>
                      <a:pt x="0" y="487"/>
                      <a:pt x="0" y="646"/>
                    </a:cubicBezTo>
                    <a:lnTo>
                      <a:pt x="0" y="1511"/>
                    </a:lnTo>
                    <a:cubicBezTo>
                      <a:pt x="0" y="1670"/>
                      <a:pt x="69" y="1829"/>
                      <a:pt x="182" y="1966"/>
                    </a:cubicBezTo>
                    <a:cubicBezTo>
                      <a:pt x="228" y="2011"/>
                      <a:pt x="296" y="2056"/>
                      <a:pt x="387" y="2102"/>
                    </a:cubicBezTo>
                    <a:cubicBezTo>
                      <a:pt x="455" y="2125"/>
                      <a:pt x="546" y="2147"/>
                      <a:pt x="637" y="2147"/>
                    </a:cubicBezTo>
                    <a:cubicBezTo>
                      <a:pt x="819" y="2147"/>
                      <a:pt x="979" y="2079"/>
                      <a:pt x="1092" y="1966"/>
                    </a:cubicBezTo>
                    <a:cubicBezTo>
                      <a:pt x="1206" y="1829"/>
                      <a:pt x="1274" y="1670"/>
                      <a:pt x="1274" y="1511"/>
                    </a:cubicBezTo>
                    <a:lnTo>
                      <a:pt x="1274" y="646"/>
                    </a:lnTo>
                    <a:cubicBezTo>
                      <a:pt x="1274" y="464"/>
                      <a:pt x="1206" y="305"/>
                      <a:pt x="1092" y="191"/>
                    </a:cubicBezTo>
                    <a:cubicBezTo>
                      <a:pt x="1047" y="123"/>
                      <a:pt x="956" y="77"/>
                      <a:pt x="888" y="55"/>
                    </a:cubicBezTo>
                    <a:cubicBezTo>
                      <a:pt x="838" y="21"/>
                      <a:pt x="775" y="0"/>
                      <a:pt x="710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Google Shape;2827;p49"/>
              <p:cNvSpPr/>
              <p:nvPr/>
            </p:nvSpPr>
            <p:spPr>
              <a:xfrm>
                <a:off x="5503800" y="1302125"/>
                <a:ext cx="41550" cy="32450"/>
              </a:xfrm>
              <a:custGeom>
                <a:avLst/>
                <a:gdLst/>
                <a:ahLst/>
                <a:cxnLst/>
                <a:rect l="l" t="t" r="r" b="b"/>
                <a:pathLst>
                  <a:path w="1662" h="1298" extrusionOk="0">
                    <a:moveTo>
                      <a:pt x="820" y="1"/>
                    </a:moveTo>
                    <a:cubicBezTo>
                      <a:pt x="1" y="1"/>
                      <a:pt x="1" y="1297"/>
                      <a:pt x="820" y="1297"/>
                    </a:cubicBezTo>
                    <a:cubicBezTo>
                      <a:pt x="1661" y="1297"/>
                      <a:pt x="1661" y="1"/>
                      <a:pt x="820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28" name="Google Shape;2828;p49"/>
            <p:cNvSpPr/>
            <p:nvPr/>
          </p:nvSpPr>
          <p:spPr>
            <a:xfrm>
              <a:off x="311223" y="1370377"/>
              <a:ext cx="498175" cy="505200"/>
            </a:xfrm>
            <a:custGeom>
              <a:avLst/>
              <a:gdLst/>
              <a:ahLst/>
              <a:cxnLst/>
              <a:rect l="l" t="t" r="r" b="b"/>
              <a:pathLst>
                <a:path w="19927" h="20208" extrusionOk="0">
                  <a:moveTo>
                    <a:pt x="15955" y="1"/>
                  </a:moveTo>
                  <a:cubicBezTo>
                    <a:pt x="15108" y="1"/>
                    <a:pt x="14229" y="196"/>
                    <a:pt x="13421" y="461"/>
                  </a:cubicBezTo>
                  <a:cubicBezTo>
                    <a:pt x="5664" y="2918"/>
                    <a:pt x="205" y="10743"/>
                    <a:pt x="0" y="18887"/>
                  </a:cubicBezTo>
                  <a:cubicBezTo>
                    <a:pt x="0" y="19410"/>
                    <a:pt x="341" y="19865"/>
                    <a:pt x="842" y="20024"/>
                  </a:cubicBezTo>
                  <a:cubicBezTo>
                    <a:pt x="1216" y="20146"/>
                    <a:pt x="1603" y="20207"/>
                    <a:pt x="1988" y="20207"/>
                  </a:cubicBezTo>
                  <a:cubicBezTo>
                    <a:pt x="2750" y="20207"/>
                    <a:pt x="3505" y="19969"/>
                    <a:pt x="4140" y="19501"/>
                  </a:cubicBezTo>
                  <a:cubicBezTo>
                    <a:pt x="7257" y="16134"/>
                    <a:pt x="10714" y="13063"/>
                    <a:pt x="14467" y="10379"/>
                  </a:cubicBezTo>
                  <a:cubicBezTo>
                    <a:pt x="16128" y="9174"/>
                    <a:pt x="17902" y="7991"/>
                    <a:pt x="18926" y="6216"/>
                  </a:cubicBezTo>
                  <a:cubicBezTo>
                    <a:pt x="19927" y="4465"/>
                    <a:pt x="19904" y="1872"/>
                    <a:pt x="18244" y="666"/>
                  </a:cubicBezTo>
                  <a:cubicBezTo>
                    <a:pt x="17571" y="184"/>
                    <a:pt x="16778" y="1"/>
                    <a:pt x="15955" y="1"/>
                  </a:cubicBezTo>
                  <a:close/>
                </a:path>
              </a:pathLst>
            </a:custGeom>
            <a:solidFill>
              <a:srgbClr val="4E5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49"/>
            <p:cNvSpPr/>
            <p:nvPr/>
          </p:nvSpPr>
          <p:spPr>
            <a:xfrm>
              <a:off x="7889588" y="4005450"/>
              <a:ext cx="1082275" cy="983950"/>
            </a:xfrm>
            <a:custGeom>
              <a:avLst/>
              <a:gdLst/>
              <a:ahLst/>
              <a:cxnLst/>
              <a:rect l="l" t="t" r="r" b="b"/>
              <a:pathLst>
                <a:path w="43291" h="39358" extrusionOk="0">
                  <a:moveTo>
                    <a:pt x="22644" y="0"/>
                  </a:moveTo>
                  <a:cubicBezTo>
                    <a:pt x="11227" y="0"/>
                    <a:pt x="1" y="9991"/>
                    <a:pt x="2231" y="22917"/>
                  </a:cubicBezTo>
                  <a:cubicBezTo>
                    <a:pt x="3664" y="31128"/>
                    <a:pt x="10761" y="38021"/>
                    <a:pt x="19041" y="39181"/>
                  </a:cubicBezTo>
                  <a:cubicBezTo>
                    <a:pt x="19886" y="39300"/>
                    <a:pt x="20736" y="39357"/>
                    <a:pt x="21584" y="39357"/>
                  </a:cubicBezTo>
                  <a:cubicBezTo>
                    <a:pt x="29032" y="39357"/>
                    <a:pt x="36406" y="34910"/>
                    <a:pt x="39673" y="28171"/>
                  </a:cubicBezTo>
                  <a:cubicBezTo>
                    <a:pt x="43290" y="20665"/>
                    <a:pt x="41539" y="10929"/>
                    <a:pt x="35511" y="5174"/>
                  </a:cubicBezTo>
                  <a:cubicBezTo>
                    <a:pt x="31746" y="1577"/>
                    <a:pt x="27180" y="0"/>
                    <a:pt x="22644" y="0"/>
                  </a:cubicBezTo>
                  <a:close/>
                </a:path>
              </a:pathLst>
            </a:custGeom>
            <a:solidFill>
              <a:srgbClr val="CD63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5">
  <p:cSld name="CUSTOM_1_1_1_1_1_1_1_1_1_1_1_1_1_1_1_1_1_1_1_1_1_1_1_1_1">
    <p:spTree>
      <p:nvGrpSpPr>
        <p:cNvPr id="1" name="Shape 2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1" name="Google Shape;2831;p50"/>
          <p:cNvGrpSpPr/>
          <p:nvPr/>
        </p:nvGrpSpPr>
        <p:grpSpPr>
          <a:xfrm>
            <a:off x="-345289" y="3271"/>
            <a:ext cx="11404692" cy="5080535"/>
            <a:chOff x="-345289" y="3271"/>
            <a:chExt cx="11404692" cy="5080535"/>
          </a:xfrm>
        </p:grpSpPr>
        <p:grpSp>
          <p:nvGrpSpPr>
            <p:cNvPr id="2832" name="Google Shape;2832;p50"/>
            <p:cNvGrpSpPr/>
            <p:nvPr/>
          </p:nvGrpSpPr>
          <p:grpSpPr>
            <a:xfrm>
              <a:off x="-345289" y="3356"/>
              <a:ext cx="5702342" cy="2509164"/>
              <a:chOff x="-345289" y="1374956"/>
              <a:chExt cx="5702342" cy="2509164"/>
            </a:xfrm>
          </p:grpSpPr>
          <p:cxnSp>
            <p:nvCxnSpPr>
              <p:cNvPr id="2833" name="Google Shape;2833;p50"/>
              <p:cNvCxnSpPr/>
              <p:nvPr/>
            </p:nvCxnSpPr>
            <p:spPr>
              <a:xfrm rot="10800000" flipH="1">
                <a:off x="-345289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4" name="Google Shape;2834;p50"/>
              <p:cNvCxnSpPr/>
              <p:nvPr/>
            </p:nvCxnSpPr>
            <p:spPr>
              <a:xfrm>
                <a:off x="224938" y="188253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5" name="Google Shape;2835;p50"/>
              <p:cNvCxnSpPr/>
              <p:nvPr/>
            </p:nvCxnSpPr>
            <p:spPr>
              <a:xfrm rot="10800000" flipH="1">
                <a:off x="795166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6" name="Google Shape;2836;p50"/>
              <p:cNvCxnSpPr/>
              <p:nvPr/>
            </p:nvCxnSpPr>
            <p:spPr>
              <a:xfrm>
                <a:off x="1365393" y="188253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7" name="Google Shape;2837;p50"/>
              <p:cNvCxnSpPr/>
              <p:nvPr/>
            </p:nvCxnSpPr>
            <p:spPr>
              <a:xfrm rot="10800000" flipH="1">
                <a:off x="1935621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8" name="Google Shape;2838;p50"/>
              <p:cNvCxnSpPr/>
              <p:nvPr/>
            </p:nvCxnSpPr>
            <p:spPr>
              <a:xfrm>
                <a:off x="2505848" y="188253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9" name="Google Shape;2839;p50"/>
              <p:cNvCxnSpPr/>
              <p:nvPr/>
            </p:nvCxnSpPr>
            <p:spPr>
              <a:xfrm rot="10800000" flipH="1">
                <a:off x="3076076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0" name="Google Shape;2840;p50"/>
              <p:cNvCxnSpPr/>
              <p:nvPr/>
            </p:nvCxnSpPr>
            <p:spPr>
              <a:xfrm>
                <a:off x="3646303" y="188253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1" name="Google Shape;2841;p50"/>
              <p:cNvCxnSpPr/>
              <p:nvPr/>
            </p:nvCxnSpPr>
            <p:spPr>
              <a:xfrm rot="10800000" flipH="1">
                <a:off x="4216531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2" name="Google Shape;2842;p50"/>
              <p:cNvCxnSpPr/>
              <p:nvPr/>
            </p:nvCxnSpPr>
            <p:spPr>
              <a:xfrm rot="10800000" flipH="1">
                <a:off x="-345289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3" name="Google Shape;2843;p50"/>
              <p:cNvCxnSpPr/>
              <p:nvPr/>
            </p:nvCxnSpPr>
            <p:spPr>
              <a:xfrm>
                <a:off x="224938" y="2051744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4" name="Google Shape;2844;p50"/>
              <p:cNvCxnSpPr/>
              <p:nvPr/>
            </p:nvCxnSpPr>
            <p:spPr>
              <a:xfrm rot="10800000" flipH="1">
                <a:off x="795166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5" name="Google Shape;2845;p50"/>
              <p:cNvCxnSpPr/>
              <p:nvPr/>
            </p:nvCxnSpPr>
            <p:spPr>
              <a:xfrm>
                <a:off x="1365393" y="2051744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6" name="Google Shape;2846;p50"/>
              <p:cNvCxnSpPr/>
              <p:nvPr/>
            </p:nvCxnSpPr>
            <p:spPr>
              <a:xfrm rot="10800000" flipH="1">
                <a:off x="1935621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7" name="Google Shape;2847;p50"/>
              <p:cNvCxnSpPr/>
              <p:nvPr/>
            </p:nvCxnSpPr>
            <p:spPr>
              <a:xfrm>
                <a:off x="2505848" y="2051744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8" name="Google Shape;2848;p50"/>
              <p:cNvCxnSpPr/>
              <p:nvPr/>
            </p:nvCxnSpPr>
            <p:spPr>
              <a:xfrm rot="10800000" flipH="1">
                <a:off x="3076076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9" name="Google Shape;2849;p50"/>
              <p:cNvCxnSpPr/>
              <p:nvPr/>
            </p:nvCxnSpPr>
            <p:spPr>
              <a:xfrm>
                <a:off x="3646303" y="2051744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0" name="Google Shape;2850;p50"/>
              <p:cNvCxnSpPr/>
              <p:nvPr/>
            </p:nvCxnSpPr>
            <p:spPr>
              <a:xfrm rot="10800000" flipH="1">
                <a:off x="4216531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1" name="Google Shape;2851;p50"/>
              <p:cNvCxnSpPr/>
              <p:nvPr/>
            </p:nvCxnSpPr>
            <p:spPr>
              <a:xfrm rot="10800000" flipH="1">
                <a:off x="-345289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2" name="Google Shape;2852;p50"/>
              <p:cNvCxnSpPr/>
              <p:nvPr/>
            </p:nvCxnSpPr>
            <p:spPr>
              <a:xfrm>
                <a:off x="224938" y="222094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3" name="Google Shape;2853;p50"/>
              <p:cNvCxnSpPr/>
              <p:nvPr/>
            </p:nvCxnSpPr>
            <p:spPr>
              <a:xfrm rot="10800000" flipH="1">
                <a:off x="795166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4" name="Google Shape;2854;p50"/>
              <p:cNvCxnSpPr/>
              <p:nvPr/>
            </p:nvCxnSpPr>
            <p:spPr>
              <a:xfrm>
                <a:off x="1365393" y="222094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5" name="Google Shape;2855;p50"/>
              <p:cNvCxnSpPr/>
              <p:nvPr/>
            </p:nvCxnSpPr>
            <p:spPr>
              <a:xfrm rot="10800000" flipH="1">
                <a:off x="1935621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6" name="Google Shape;2856;p50"/>
              <p:cNvCxnSpPr/>
              <p:nvPr/>
            </p:nvCxnSpPr>
            <p:spPr>
              <a:xfrm>
                <a:off x="2505848" y="222094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7" name="Google Shape;2857;p50"/>
              <p:cNvCxnSpPr/>
              <p:nvPr/>
            </p:nvCxnSpPr>
            <p:spPr>
              <a:xfrm rot="10800000" flipH="1">
                <a:off x="3076076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8" name="Google Shape;2858;p50"/>
              <p:cNvCxnSpPr/>
              <p:nvPr/>
            </p:nvCxnSpPr>
            <p:spPr>
              <a:xfrm>
                <a:off x="3646303" y="222094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9" name="Google Shape;2859;p50"/>
              <p:cNvCxnSpPr/>
              <p:nvPr/>
            </p:nvCxnSpPr>
            <p:spPr>
              <a:xfrm rot="10800000" flipH="1">
                <a:off x="4216531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0" name="Google Shape;2860;p50"/>
              <p:cNvCxnSpPr/>
              <p:nvPr/>
            </p:nvCxnSpPr>
            <p:spPr>
              <a:xfrm rot="10800000" flipH="1">
                <a:off x="-345289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1" name="Google Shape;2861;p50"/>
              <p:cNvCxnSpPr/>
              <p:nvPr/>
            </p:nvCxnSpPr>
            <p:spPr>
              <a:xfrm>
                <a:off x="224938" y="23901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2" name="Google Shape;2862;p50"/>
              <p:cNvCxnSpPr/>
              <p:nvPr/>
            </p:nvCxnSpPr>
            <p:spPr>
              <a:xfrm rot="10800000" flipH="1">
                <a:off x="795166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3" name="Google Shape;2863;p50"/>
              <p:cNvCxnSpPr/>
              <p:nvPr/>
            </p:nvCxnSpPr>
            <p:spPr>
              <a:xfrm>
                <a:off x="1365393" y="23901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4" name="Google Shape;2864;p50"/>
              <p:cNvCxnSpPr/>
              <p:nvPr/>
            </p:nvCxnSpPr>
            <p:spPr>
              <a:xfrm rot="10800000" flipH="1">
                <a:off x="1935621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5" name="Google Shape;2865;p50"/>
              <p:cNvCxnSpPr/>
              <p:nvPr/>
            </p:nvCxnSpPr>
            <p:spPr>
              <a:xfrm>
                <a:off x="2505848" y="23901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6" name="Google Shape;2866;p50"/>
              <p:cNvCxnSpPr/>
              <p:nvPr/>
            </p:nvCxnSpPr>
            <p:spPr>
              <a:xfrm rot="10800000" flipH="1">
                <a:off x="3076076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7" name="Google Shape;2867;p50"/>
              <p:cNvCxnSpPr/>
              <p:nvPr/>
            </p:nvCxnSpPr>
            <p:spPr>
              <a:xfrm>
                <a:off x="3646303" y="23901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8" name="Google Shape;2868;p50"/>
              <p:cNvCxnSpPr/>
              <p:nvPr/>
            </p:nvCxnSpPr>
            <p:spPr>
              <a:xfrm rot="10800000" flipH="1">
                <a:off x="4216531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9" name="Google Shape;2869;p50"/>
              <p:cNvCxnSpPr/>
              <p:nvPr/>
            </p:nvCxnSpPr>
            <p:spPr>
              <a:xfrm rot="10800000" flipH="1">
                <a:off x="-345289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0" name="Google Shape;2870;p50"/>
              <p:cNvCxnSpPr/>
              <p:nvPr/>
            </p:nvCxnSpPr>
            <p:spPr>
              <a:xfrm>
                <a:off x="224938" y="2559358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1" name="Google Shape;2871;p50"/>
              <p:cNvCxnSpPr/>
              <p:nvPr/>
            </p:nvCxnSpPr>
            <p:spPr>
              <a:xfrm rot="10800000" flipH="1">
                <a:off x="795166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2" name="Google Shape;2872;p50"/>
              <p:cNvCxnSpPr/>
              <p:nvPr/>
            </p:nvCxnSpPr>
            <p:spPr>
              <a:xfrm>
                <a:off x="1365393" y="2559358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3" name="Google Shape;2873;p50"/>
              <p:cNvCxnSpPr/>
              <p:nvPr/>
            </p:nvCxnSpPr>
            <p:spPr>
              <a:xfrm rot="10800000" flipH="1">
                <a:off x="1935621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4" name="Google Shape;2874;p50"/>
              <p:cNvCxnSpPr/>
              <p:nvPr/>
            </p:nvCxnSpPr>
            <p:spPr>
              <a:xfrm>
                <a:off x="2505848" y="2559358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5" name="Google Shape;2875;p50"/>
              <p:cNvCxnSpPr/>
              <p:nvPr/>
            </p:nvCxnSpPr>
            <p:spPr>
              <a:xfrm rot="10800000" flipH="1">
                <a:off x="3076076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6" name="Google Shape;2876;p50"/>
              <p:cNvCxnSpPr/>
              <p:nvPr/>
            </p:nvCxnSpPr>
            <p:spPr>
              <a:xfrm>
                <a:off x="3646303" y="2559358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7" name="Google Shape;2877;p50"/>
              <p:cNvCxnSpPr/>
              <p:nvPr/>
            </p:nvCxnSpPr>
            <p:spPr>
              <a:xfrm rot="10800000" flipH="1">
                <a:off x="4216531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8" name="Google Shape;2878;p50"/>
              <p:cNvCxnSpPr/>
              <p:nvPr/>
            </p:nvCxnSpPr>
            <p:spPr>
              <a:xfrm rot="10800000" flipH="1">
                <a:off x="-345289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9" name="Google Shape;2879;p50"/>
              <p:cNvCxnSpPr/>
              <p:nvPr/>
            </p:nvCxnSpPr>
            <p:spPr>
              <a:xfrm>
                <a:off x="224938" y="27285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0" name="Google Shape;2880;p50"/>
              <p:cNvCxnSpPr/>
              <p:nvPr/>
            </p:nvCxnSpPr>
            <p:spPr>
              <a:xfrm rot="10800000" flipH="1">
                <a:off x="795166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1" name="Google Shape;2881;p50"/>
              <p:cNvCxnSpPr/>
              <p:nvPr/>
            </p:nvCxnSpPr>
            <p:spPr>
              <a:xfrm>
                <a:off x="1365393" y="27285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2" name="Google Shape;2882;p50"/>
              <p:cNvCxnSpPr/>
              <p:nvPr/>
            </p:nvCxnSpPr>
            <p:spPr>
              <a:xfrm rot="10800000" flipH="1">
                <a:off x="1935621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3" name="Google Shape;2883;p50"/>
              <p:cNvCxnSpPr/>
              <p:nvPr/>
            </p:nvCxnSpPr>
            <p:spPr>
              <a:xfrm>
                <a:off x="2505848" y="27285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4" name="Google Shape;2884;p50"/>
              <p:cNvCxnSpPr/>
              <p:nvPr/>
            </p:nvCxnSpPr>
            <p:spPr>
              <a:xfrm rot="10800000" flipH="1">
                <a:off x="3076076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5" name="Google Shape;2885;p50"/>
              <p:cNvCxnSpPr/>
              <p:nvPr/>
            </p:nvCxnSpPr>
            <p:spPr>
              <a:xfrm>
                <a:off x="3646303" y="27285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6" name="Google Shape;2886;p50"/>
              <p:cNvCxnSpPr/>
              <p:nvPr/>
            </p:nvCxnSpPr>
            <p:spPr>
              <a:xfrm rot="10800000" flipH="1">
                <a:off x="4216531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7" name="Google Shape;2887;p50"/>
              <p:cNvCxnSpPr/>
              <p:nvPr/>
            </p:nvCxnSpPr>
            <p:spPr>
              <a:xfrm rot="10800000" flipH="1">
                <a:off x="-345289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8" name="Google Shape;2888;p50"/>
              <p:cNvCxnSpPr/>
              <p:nvPr/>
            </p:nvCxnSpPr>
            <p:spPr>
              <a:xfrm>
                <a:off x="224938" y="2897747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9" name="Google Shape;2889;p50"/>
              <p:cNvCxnSpPr/>
              <p:nvPr/>
            </p:nvCxnSpPr>
            <p:spPr>
              <a:xfrm rot="10800000" flipH="1">
                <a:off x="795166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0" name="Google Shape;2890;p50"/>
              <p:cNvCxnSpPr/>
              <p:nvPr/>
            </p:nvCxnSpPr>
            <p:spPr>
              <a:xfrm>
                <a:off x="1365393" y="2897747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1" name="Google Shape;2891;p50"/>
              <p:cNvCxnSpPr/>
              <p:nvPr/>
            </p:nvCxnSpPr>
            <p:spPr>
              <a:xfrm rot="10800000" flipH="1">
                <a:off x="1935621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2" name="Google Shape;2892;p50"/>
              <p:cNvCxnSpPr/>
              <p:nvPr/>
            </p:nvCxnSpPr>
            <p:spPr>
              <a:xfrm>
                <a:off x="2505848" y="2897747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3" name="Google Shape;2893;p50"/>
              <p:cNvCxnSpPr/>
              <p:nvPr/>
            </p:nvCxnSpPr>
            <p:spPr>
              <a:xfrm rot="10800000" flipH="1">
                <a:off x="3076076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4" name="Google Shape;2894;p50"/>
              <p:cNvCxnSpPr/>
              <p:nvPr/>
            </p:nvCxnSpPr>
            <p:spPr>
              <a:xfrm>
                <a:off x="3646303" y="2897747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5" name="Google Shape;2895;p50"/>
              <p:cNvCxnSpPr/>
              <p:nvPr/>
            </p:nvCxnSpPr>
            <p:spPr>
              <a:xfrm rot="10800000" flipH="1">
                <a:off x="4216531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6" name="Google Shape;2896;p50"/>
              <p:cNvCxnSpPr/>
              <p:nvPr/>
            </p:nvCxnSpPr>
            <p:spPr>
              <a:xfrm rot="10800000" flipH="1">
                <a:off x="-345289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7" name="Google Shape;2897;p50"/>
              <p:cNvCxnSpPr/>
              <p:nvPr/>
            </p:nvCxnSpPr>
            <p:spPr>
              <a:xfrm>
                <a:off x="224938" y="3066942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8" name="Google Shape;2898;p50"/>
              <p:cNvCxnSpPr/>
              <p:nvPr/>
            </p:nvCxnSpPr>
            <p:spPr>
              <a:xfrm rot="10800000" flipH="1">
                <a:off x="795166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9" name="Google Shape;2899;p50"/>
              <p:cNvCxnSpPr/>
              <p:nvPr/>
            </p:nvCxnSpPr>
            <p:spPr>
              <a:xfrm>
                <a:off x="1365393" y="3066942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0" name="Google Shape;2900;p50"/>
              <p:cNvCxnSpPr/>
              <p:nvPr/>
            </p:nvCxnSpPr>
            <p:spPr>
              <a:xfrm rot="10800000" flipH="1">
                <a:off x="1935621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1" name="Google Shape;2901;p50"/>
              <p:cNvCxnSpPr/>
              <p:nvPr/>
            </p:nvCxnSpPr>
            <p:spPr>
              <a:xfrm>
                <a:off x="2505848" y="3066942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2" name="Google Shape;2902;p50"/>
              <p:cNvCxnSpPr/>
              <p:nvPr/>
            </p:nvCxnSpPr>
            <p:spPr>
              <a:xfrm rot="10800000" flipH="1">
                <a:off x="3076076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3" name="Google Shape;2903;p50"/>
              <p:cNvCxnSpPr/>
              <p:nvPr/>
            </p:nvCxnSpPr>
            <p:spPr>
              <a:xfrm>
                <a:off x="3646303" y="3066942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4" name="Google Shape;2904;p50"/>
              <p:cNvCxnSpPr/>
              <p:nvPr/>
            </p:nvCxnSpPr>
            <p:spPr>
              <a:xfrm rot="10800000" flipH="1">
                <a:off x="4216531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5" name="Google Shape;2905;p50"/>
              <p:cNvCxnSpPr/>
              <p:nvPr/>
            </p:nvCxnSpPr>
            <p:spPr>
              <a:xfrm rot="10800000" flipH="1">
                <a:off x="-345289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6" name="Google Shape;2906;p50"/>
              <p:cNvCxnSpPr/>
              <p:nvPr/>
            </p:nvCxnSpPr>
            <p:spPr>
              <a:xfrm>
                <a:off x="224938" y="323613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7" name="Google Shape;2907;p50"/>
              <p:cNvCxnSpPr/>
              <p:nvPr/>
            </p:nvCxnSpPr>
            <p:spPr>
              <a:xfrm rot="10800000" flipH="1">
                <a:off x="795166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8" name="Google Shape;2908;p50"/>
              <p:cNvCxnSpPr/>
              <p:nvPr/>
            </p:nvCxnSpPr>
            <p:spPr>
              <a:xfrm>
                <a:off x="1365393" y="323613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9" name="Google Shape;2909;p50"/>
              <p:cNvCxnSpPr/>
              <p:nvPr/>
            </p:nvCxnSpPr>
            <p:spPr>
              <a:xfrm rot="10800000" flipH="1">
                <a:off x="1935621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0" name="Google Shape;2910;p50"/>
              <p:cNvCxnSpPr/>
              <p:nvPr/>
            </p:nvCxnSpPr>
            <p:spPr>
              <a:xfrm>
                <a:off x="2505848" y="323613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1" name="Google Shape;2911;p50"/>
              <p:cNvCxnSpPr/>
              <p:nvPr/>
            </p:nvCxnSpPr>
            <p:spPr>
              <a:xfrm rot="10800000" flipH="1">
                <a:off x="3076076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2" name="Google Shape;2912;p50"/>
              <p:cNvCxnSpPr/>
              <p:nvPr/>
            </p:nvCxnSpPr>
            <p:spPr>
              <a:xfrm>
                <a:off x="3646303" y="323613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3" name="Google Shape;2913;p50"/>
              <p:cNvCxnSpPr/>
              <p:nvPr/>
            </p:nvCxnSpPr>
            <p:spPr>
              <a:xfrm rot="10800000" flipH="1">
                <a:off x="4216531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4" name="Google Shape;2914;p50"/>
              <p:cNvCxnSpPr/>
              <p:nvPr/>
            </p:nvCxnSpPr>
            <p:spPr>
              <a:xfrm rot="10800000" flipH="1">
                <a:off x="-345289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5" name="Google Shape;2915;p50"/>
              <p:cNvCxnSpPr/>
              <p:nvPr/>
            </p:nvCxnSpPr>
            <p:spPr>
              <a:xfrm>
                <a:off x="224938" y="340533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6" name="Google Shape;2916;p50"/>
              <p:cNvCxnSpPr/>
              <p:nvPr/>
            </p:nvCxnSpPr>
            <p:spPr>
              <a:xfrm rot="10800000" flipH="1">
                <a:off x="795166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7" name="Google Shape;2917;p50"/>
              <p:cNvCxnSpPr/>
              <p:nvPr/>
            </p:nvCxnSpPr>
            <p:spPr>
              <a:xfrm>
                <a:off x="1365393" y="340533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8" name="Google Shape;2918;p50"/>
              <p:cNvCxnSpPr/>
              <p:nvPr/>
            </p:nvCxnSpPr>
            <p:spPr>
              <a:xfrm rot="10800000" flipH="1">
                <a:off x="1935621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9" name="Google Shape;2919;p50"/>
              <p:cNvCxnSpPr/>
              <p:nvPr/>
            </p:nvCxnSpPr>
            <p:spPr>
              <a:xfrm>
                <a:off x="2505848" y="340533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0" name="Google Shape;2920;p50"/>
              <p:cNvCxnSpPr/>
              <p:nvPr/>
            </p:nvCxnSpPr>
            <p:spPr>
              <a:xfrm rot="10800000" flipH="1">
                <a:off x="3076076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1" name="Google Shape;2921;p50"/>
              <p:cNvCxnSpPr/>
              <p:nvPr/>
            </p:nvCxnSpPr>
            <p:spPr>
              <a:xfrm>
                <a:off x="3646303" y="340533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2" name="Google Shape;2922;p50"/>
              <p:cNvCxnSpPr/>
              <p:nvPr/>
            </p:nvCxnSpPr>
            <p:spPr>
              <a:xfrm rot="10800000" flipH="1">
                <a:off x="4216531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3" name="Google Shape;2923;p50"/>
              <p:cNvCxnSpPr/>
              <p:nvPr/>
            </p:nvCxnSpPr>
            <p:spPr>
              <a:xfrm rot="10800000" flipH="1">
                <a:off x="-345289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4" name="Google Shape;2924;p50"/>
              <p:cNvCxnSpPr/>
              <p:nvPr/>
            </p:nvCxnSpPr>
            <p:spPr>
              <a:xfrm>
                <a:off x="224938" y="357452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5" name="Google Shape;2925;p50"/>
              <p:cNvCxnSpPr/>
              <p:nvPr/>
            </p:nvCxnSpPr>
            <p:spPr>
              <a:xfrm rot="10800000" flipH="1">
                <a:off x="795166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6" name="Google Shape;2926;p50"/>
              <p:cNvCxnSpPr/>
              <p:nvPr/>
            </p:nvCxnSpPr>
            <p:spPr>
              <a:xfrm>
                <a:off x="1365393" y="357452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7" name="Google Shape;2927;p50"/>
              <p:cNvCxnSpPr/>
              <p:nvPr/>
            </p:nvCxnSpPr>
            <p:spPr>
              <a:xfrm rot="10800000" flipH="1">
                <a:off x="1935621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8" name="Google Shape;2928;p50"/>
              <p:cNvCxnSpPr/>
              <p:nvPr/>
            </p:nvCxnSpPr>
            <p:spPr>
              <a:xfrm>
                <a:off x="2505848" y="357452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9" name="Google Shape;2929;p50"/>
              <p:cNvCxnSpPr/>
              <p:nvPr/>
            </p:nvCxnSpPr>
            <p:spPr>
              <a:xfrm rot="10800000" flipH="1">
                <a:off x="3076076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0" name="Google Shape;2930;p50"/>
              <p:cNvCxnSpPr/>
              <p:nvPr/>
            </p:nvCxnSpPr>
            <p:spPr>
              <a:xfrm>
                <a:off x="3646303" y="357452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1" name="Google Shape;2931;p50"/>
              <p:cNvCxnSpPr/>
              <p:nvPr/>
            </p:nvCxnSpPr>
            <p:spPr>
              <a:xfrm rot="10800000" flipH="1">
                <a:off x="4216531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2" name="Google Shape;2932;p50"/>
              <p:cNvCxnSpPr/>
              <p:nvPr/>
            </p:nvCxnSpPr>
            <p:spPr>
              <a:xfrm rot="10800000" flipH="1">
                <a:off x="-345289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3" name="Google Shape;2933;p50"/>
              <p:cNvCxnSpPr/>
              <p:nvPr/>
            </p:nvCxnSpPr>
            <p:spPr>
              <a:xfrm>
                <a:off x="224938" y="374371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4" name="Google Shape;2934;p50"/>
              <p:cNvCxnSpPr/>
              <p:nvPr/>
            </p:nvCxnSpPr>
            <p:spPr>
              <a:xfrm rot="10800000" flipH="1">
                <a:off x="795166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5" name="Google Shape;2935;p50"/>
              <p:cNvCxnSpPr/>
              <p:nvPr/>
            </p:nvCxnSpPr>
            <p:spPr>
              <a:xfrm>
                <a:off x="1365393" y="374371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6" name="Google Shape;2936;p50"/>
              <p:cNvCxnSpPr/>
              <p:nvPr/>
            </p:nvCxnSpPr>
            <p:spPr>
              <a:xfrm rot="10800000" flipH="1">
                <a:off x="1935621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7" name="Google Shape;2937;p50"/>
              <p:cNvCxnSpPr/>
              <p:nvPr/>
            </p:nvCxnSpPr>
            <p:spPr>
              <a:xfrm>
                <a:off x="2505848" y="374371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8" name="Google Shape;2938;p50"/>
              <p:cNvCxnSpPr/>
              <p:nvPr/>
            </p:nvCxnSpPr>
            <p:spPr>
              <a:xfrm rot="10800000" flipH="1">
                <a:off x="3076076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9" name="Google Shape;2939;p50"/>
              <p:cNvCxnSpPr/>
              <p:nvPr/>
            </p:nvCxnSpPr>
            <p:spPr>
              <a:xfrm>
                <a:off x="3646303" y="374371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0" name="Google Shape;2940;p50"/>
              <p:cNvCxnSpPr/>
              <p:nvPr/>
            </p:nvCxnSpPr>
            <p:spPr>
              <a:xfrm rot="10800000" flipH="1">
                <a:off x="4216531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1" name="Google Shape;2941;p50"/>
              <p:cNvCxnSpPr/>
              <p:nvPr/>
            </p:nvCxnSpPr>
            <p:spPr>
              <a:xfrm rot="10800000" flipH="1">
                <a:off x="-345289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2" name="Google Shape;2942;p50"/>
              <p:cNvCxnSpPr/>
              <p:nvPr/>
            </p:nvCxnSpPr>
            <p:spPr>
              <a:xfrm>
                <a:off x="224938" y="171334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3" name="Google Shape;2943;p50"/>
              <p:cNvCxnSpPr/>
              <p:nvPr/>
            </p:nvCxnSpPr>
            <p:spPr>
              <a:xfrm rot="10800000" flipH="1">
                <a:off x="795166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4" name="Google Shape;2944;p50"/>
              <p:cNvCxnSpPr/>
              <p:nvPr/>
            </p:nvCxnSpPr>
            <p:spPr>
              <a:xfrm>
                <a:off x="1365393" y="171334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5" name="Google Shape;2945;p50"/>
              <p:cNvCxnSpPr/>
              <p:nvPr/>
            </p:nvCxnSpPr>
            <p:spPr>
              <a:xfrm rot="10800000" flipH="1">
                <a:off x="1935621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6" name="Google Shape;2946;p50"/>
              <p:cNvCxnSpPr/>
              <p:nvPr/>
            </p:nvCxnSpPr>
            <p:spPr>
              <a:xfrm>
                <a:off x="2505848" y="171334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7" name="Google Shape;2947;p50"/>
              <p:cNvCxnSpPr/>
              <p:nvPr/>
            </p:nvCxnSpPr>
            <p:spPr>
              <a:xfrm rot="10800000" flipH="1">
                <a:off x="3076076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8" name="Google Shape;2948;p50"/>
              <p:cNvCxnSpPr/>
              <p:nvPr/>
            </p:nvCxnSpPr>
            <p:spPr>
              <a:xfrm>
                <a:off x="3646303" y="171334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9" name="Google Shape;2949;p50"/>
              <p:cNvCxnSpPr/>
              <p:nvPr/>
            </p:nvCxnSpPr>
            <p:spPr>
              <a:xfrm rot="10800000" flipH="1">
                <a:off x="4216531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0" name="Google Shape;2950;p50"/>
              <p:cNvCxnSpPr/>
              <p:nvPr/>
            </p:nvCxnSpPr>
            <p:spPr>
              <a:xfrm rot="10800000" flipH="1">
                <a:off x="-345289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1" name="Google Shape;2951;p50"/>
              <p:cNvCxnSpPr/>
              <p:nvPr/>
            </p:nvCxnSpPr>
            <p:spPr>
              <a:xfrm>
                <a:off x="224938" y="154415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2" name="Google Shape;2952;p50"/>
              <p:cNvCxnSpPr/>
              <p:nvPr/>
            </p:nvCxnSpPr>
            <p:spPr>
              <a:xfrm rot="10800000" flipH="1">
                <a:off x="795166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3" name="Google Shape;2953;p50"/>
              <p:cNvCxnSpPr/>
              <p:nvPr/>
            </p:nvCxnSpPr>
            <p:spPr>
              <a:xfrm>
                <a:off x="1365393" y="154415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4" name="Google Shape;2954;p50"/>
              <p:cNvCxnSpPr/>
              <p:nvPr/>
            </p:nvCxnSpPr>
            <p:spPr>
              <a:xfrm rot="10800000" flipH="1">
                <a:off x="1935621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5" name="Google Shape;2955;p50"/>
              <p:cNvCxnSpPr/>
              <p:nvPr/>
            </p:nvCxnSpPr>
            <p:spPr>
              <a:xfrm>
                <a:off x="2505848" y="154415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6" name="Google Shape;2956;p50"/>
              <p:cNvCxnSpPr/>
              <p:nvPr/>
            </p:nvCxnSpPr>
            <p:spPr>
              <a:xfrm rot="10800000" flipH="1">
                <a:off x="3076076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7" name="Google Shape;2957;p50"/>
              <p:cNvCxnSpPr/>
              <p:nvPr/>
            </p:nvCxnSpPr>
            <p:spPr>
              <a:xfrm>
                <a:off x="3646303" y="154415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8" name="Google Shape;2958;p50"/>
              <p:cNvCxnSpPr/>
              <p:nvPr/>
            </p:nvCxnSpPr>
            <p:spPr>
              <a:xfrm rot="10800000" flipH="1">
                <a:off x="4216531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9" name="Google Shape;2959;p50"/>
              <p:cNvCxnSpPr/>
              <p:nvPr/>
            </p:nvCxnSpPr>
            <p:spPr>
              <a:xfrm rot="10800000" flipH="1">
                <a:off x="-345289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0" name="Google Shape;2960;p50"/>
              <p:cNvCxnSpPr/>
              <p:nvPr/>
            </p:nvCxnSpPr>
            <p:spPr>
              <a:xfrm>
                <a:off x="224938" y="137495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1" name="Google Shape;2961;p50"/>
              <p:cNvCxnSpPr/>
              <p:nvPr/>
            </p:nvCxnSpPr>
            <p:spPr>
              <a:xfrm rot="10800000" flipH="1">
                <a:off x="795166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2" name="Google Shape;2962;p50"/>
              <p:cNvCxnSpPr/>
              <p:nvPr/>
            </p:nvCxnSpPr>
            <p:spPr>
              <a:xfrm>
                <a:off x="1365393" y="137495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3" name="Google Shape;2963;p50"/>
              <p:cNvCxnSpPr/>
              <p:nvPr/>
            </p:nvCxnSpPr>
            <p:spPr>
              <a:xfrm rot="10800000" flipH="1">
                <a:off x="1935621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4" name="Google Shape;2964;p50"/>
              <p:cNvCxnSpPr/>
              <p:nvPr/>
            </p:nvCxnSpPr>
            <p:spPr>
              <a:xfrm>
                <a:off x="2505848" y="137495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5" name="Google Shape;2965;p50"/>
              <p:cNvCxnSpPr/>
              <p:nvPr/>
            </p:nvCxnSpPr>
            <p:spPr>
              <a:xfrm rot="10800000" flipH="1">
                <a:off x="3076076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6" name="Google Shape;2966;p50"/>
              <p:cNvCxnSpPr/>
              <p:nvPr/>
            </p:nvCxnSpPr>
            <p:spPr>
              <a:xfrm>
                <a:off x="3646303" y="137495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7" name="Google Shape;2967;p50"/>
              <p:cNvCxnSpPr/>
              <p:nvPr/>
            </p:nvCxnSpPr>
            <p:spPr>
              <a:xfrm rot="10800000" flipH="1">
                <a:off x="4216531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8" name="Google Shape;2968;p50"/>
              <p:cNvCxnSpPr/>
              <p:nvPr/>
            </p:nvCxnSpPr>
            <p:spPr>
              <a:xfrm>
                <a:off x="4786753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9" name="Google Shape;2969;p50"/>
              <p:cNvCxnSpPr/>
              <p:nvPr/>
            </p:nvCxnSpPr>
            <p:spPr>
              <a:xfrm>
                <a:off x="4786753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0" name="Google Shape;2970;p50"/>
              <p:cNvCxnSpPr/>
              <p:nvPr/>
            </p:nvCxnSpPr>
            <p:spPr>
              <a:xfrm>
                <a:off x="4786753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1" name="Google Shape;2971;p50"/>
              <p:cNvCxnSpPr/>
              <p:nvPr/>
            </p:nvCxnSpPr>
            <p:spPr>
              <a:xfrm>
                <a:off x="4786753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2" name="Google Shape;2972;p50"/>
              <p:cNvCxnSpPr/>
              <p:nvPr/>
            </p:nvCxnSpPr>
            <p:spPr>
              <a:xfrm>
                <a:off x="4786753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3" name="Google Shape;2973;p50"/>
              <p:cNvCxnSpPr/>
              <p:nvPr/>
            </p:nvCxnSpPr>
            <p:spPr>
              <a:xfrm>
                <a:off x="4786753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4" name="Google Shape;2974;p50"/>
              <p:cNvCxnSpPr/>
              <p:nvPr/>
            </p:nvCxnSpPr>
            <p:spPr>
              <a:xfrm>
                <a:off x="4786753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5" name="Google Shape;2975;p50"/>
              <p:cNvCxnSpPr/>
              <p:nvPr/>
            </p:nvCxnSpPr>
            <p:spPr>
              <a:xfrm>
                <a:off x="4786753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6" name="Google Shape;2976;p50"/>
              <p:cNvCxnSpPr/>
              <p:nvPr/>
            </p:nvCxnSpPr>
            <p:spPr>
              <a:xfrm>
                <a:off x="4786753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7" name="Google Shape;2977;p50"/>
              <p:cNvCxnSpPr/>
              <p:nvPr/>
            </p:nvCxnSpPr>
            <p:spPr>
              <a:xfrm>
                <a:off x="4786753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8" name="Google Shape;2978;p50"/>
              <p:cNvCxnSpPr/>
              <p:nvPr/>
            </p:nvCxnSpPr>
            <p:spPr>
              <a:xfrm>
                <a:off x="4786753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9" name="Google Shape;2979;p50"/>
              <p:cNvCxnSpPr/>
              <p:nvPr/>
            </p:nvCxnSpPr>
            <p:spPr>
              <a:xfrm>
                <a:off x="4786753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0" name="Google Shape;2980;p50"/>
              <p:cNvCxnSpPr/>
              <p:nvPr/>
            </p:nvCxnSpPr>
            <p:spPr>
              <a:xfrm>
                <a:off x="4786753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1" name="Google Shape;2981;p50"/>
              <p:cNvCxnSpPr/>
              <p:nvPr/>
            </p:nvCxnSpPr>
            <p:spPr>
              <a:xfrm>
                <a:off x="4786753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2" name="Google Shape;2982;p50"/>
              <p:cNvCxnSpPr/>
              <p:nvPr/>
            </p:nvCxnSpPr>
            <p:spPr>
              <a:xfrm>
                <a:off x="4786753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983" name="Google Shape;2983;p50"/>
            <p:cNvGrpSpPr/>
            <p:nvPr/>
          </p:nvGrpSpPr>
          <p:grpSpPr>
            <a:xfrm>
              <a:off x="5357061" y="3271"/>
              <a:ext cx="5702342" cy="2509249"/>
              <a:chOff x="-345289" y="1374871"/>
              <a:chExt cx="5702342" cy="2509249"/>
            </a:xfrm>
          </p:grpSpPr>
          <p:cxnSp>
            <p:nvCxnSpPr>
              <p:cNvPr id="2984" name="Google Shape;2984;p50"/>
              <p:cNvCxnSpPr/>
              <p:nvPr/>
            </p:nvCxnSpPr>
            <p:spPr>
              <a:xfrm rot="10800000" flipH="1">
                <a:off x="-345289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5" name="Google Shape;2985;p50"/>
              <p:cNvCxnSpPr/>
              <p:nvPr/>
            </p:nvCxnSpPr>
            <p:spPr>
              <a:xfrm>
                <a:off x="224938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6" name="Google Shape;2986;p50"/>
              <p:cNvCxnSpPr/>
              <p:nvPr/>
            </p:nvCxnSpPr>
            <p:spPr>
              <a:xfrm rot="10800000" flipH="1">
                <a:off x="795166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7" name="Google Shape;2987;p50"/>
              <p:cNvCxnSpPr/>
              <p:nvPr/>
            </p:nvCxnSpPr>
            <p:spPr>
              <a:xfrm>
                <a:off x="1365393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8" name="Google Shape;2988;p50"/>
              <p:cNvCxnSpPr/>
              <p:nvPr/>
            </p:nvCxnSpPr>
            <p:spPr>
              <a:xfrm rot="10800000" flipH="1">
                <a:off x="1935621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9" name="Google Shape;2989;p50"/>
              <p:cNvCxnSpPr/>
              <p:nvPr/>
            </p:nvCxnSpPr>
            <p:spPr>
              <a:xfrm>
                <a:off x="2505848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0" name="Google Shape;2990;p50"/>
              <p:cNvCxnSpPr/>
              <p:nvPr/>
            </p:nvCxnSpPr>
            <p:spPr>
              <a:xfrm rot="10800000" flipH="1">
                <a:off x="3076076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1" name="Google Shape;2991;p50"/>
              <p:cNvCxnSpPr/>
              <p:nvPr/>
            </p:nvCxnSpPr>
            <p:spPr>
              <a:xfrm>
                <a:off x="3646303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2" name="Google Shape;2992;p50"/>
              <p:cNvCxnSpPr/>
              <p:nvPr/>
            </p:nvCxnSpPr>
            <p:spPr>
              <a:xfrm rot="10800000" flipH="1">
                <a:off x="4216531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3" name="Google Shape;2993;p50"/>
              <p:cNvCxnSpPr/>
              <p:nvPr/>
            </p:nvCxnSpPr>
            <p:spPr>
              <a:xfrm rot="10800000" flipH="1">
                <a:off x="-345289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4" name="Google Shape;2994;p50"/>
              <p:cNvCxnSpPr/>
              <p:nvPr/>
            </p:nvCxnSpPr>
            <p:spPr>
              <a:xfrm>
                <a:off x="224938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5" name="Google Shape;2995;p50"/>
              <p:cNvCxnSpPr/>
              <p:nvPr/>
            </p:nvCxnSpPr>
            <p:spPr>
              <a:xfrm rot="10800000" flipH="1">
                <a:off x="795166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6" name="Google Shape;2996;p50"/>
              <p:cNvCxnSpPr/>
              <p:nvPr/>
            </p:nvCxnSpPr>
            <p:spPr>
              <a:xfrm>
                <a:off x="1365393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7" name="Google Shape;2997;p50"/>
              <p:cNvCxnSpPr/>
              <p:nvPr/>
            </p:nvCxnSpPr>
            <p:spPr>
              <a:xfrm rot="10800000" flipH="1">
                <a:off x="1935621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8" name="Google Shape;2998;p50"/>
              <p:cNvCxnSpPr/>
              <p:nvPr/>
            </p:nvCxnSpPr>
            <p:spPr>
              <a:xfrm>
                <a:off x="2505848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9" name="Google Shape;2999;p50"/>
              <p:cNvCxnSpPr/>
              <p:nvPr/>
            </p:nvCxnSpPr>
            <p:spPr>
              <a:xfrm rot="10800000" flipH="1">
                <a:off x="3076076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0" name="Google Shape;3000;p50"/>
              <p:cNvCxnSpPr/>
              <p:nvPr/>
            </p:nvCxnSpPr>
            <p:spPr>
              <a:xfrm>
                <a:off x="3646303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1" name="Google Shape;3001;p50"/>
              <p:cNvCxnSpPr/>
              <p:nvPr/>
            </p:nvCxnSpPr>
            <p:spPr>
              <a:xfrm rot="10800000" flipH="1">
                <a:off x="4216531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2" name="Google Shape;3002;p50"/>
              <p:cNvCxnSpPr/>
              <p:nvPr/>
            </p:nvCxnSpPr>
            <p:spPr>
              <a:xfrm rot="10800000" flipH="1">
                <a:off x="-345289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3" name="Google Shape;3003;p50"/>
              <p:cNvCxnSpPr/>
              <p:nvPr/>
            </p:nvCxnSpPr>
            <p:spPr>
              <a:xfrm>
                <a:off x="224938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4" name="Google Shape;3004;p50"/>
              <p:cNvCxnSpPr/>
              <p:nvPr/>
            </p:nvCxnSpPr>
            <p:spPr>
              <a:xfrm rot="10800000" flipH="1">
                <a:off x="795166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5" name="Google Shape;3005;p50"/>
              <p:cNvCxnSpPr/>
              <p:nvPr/>
            </p:nvCxnSpPr>
            <p:spPr>
              <a:xfrm>
                <a:off x="1365393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6" name="Google Shape;3006;p50"/>
              <p:cNvCxnSpPr/>
              <p:nvPr/>
            </p:nvCxnSpPr>
            <p:spPr>
              <a:xfrm rot="10800000" flipH="1">
                <a:off x="1935621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7" name="Google Shape;3007;p50"/>
              <p:cNvCxnSpPr/>
              <p:nvPr/>
            </p:nvCxnSpPr>
            <p:spPr>
              <a:xfrm>
                <a:off x="2505848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8" name="Google Shape;3008;p50"/>
              <p:cNvCxnSpPr/>
              <p:nvPr/>
            </p:nvCxnSpPr>
            <p:spPr>
              <a:xfrm rot="10800000" flipH="1">
                <a:off x="3076076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9" name="Google Shape;3009;p50"/>
              <p:cNvCxnSpPr/>
              <p:nvPr/>
            </p:nvCxnSpPr>
            <p:spPr>
              <a:xfrm>
                <a:off x="3646303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0" name="Google Shape;3010;p50"/>
              <p:cNvCxnSpPr/>
              <p:nvPr/>
            </p:nvCxnSpPr>
            <p:spPr>
              <a:xfrm rot="10800000" flipH="1">
                <a:off x="4216531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1" name="Google Shape;3011;p50"/>
              <p:cNvCxnSpPr/>
              <p:nvPr/>
            </p:nvCxnSpPr>
            <p:spPr>
              <a:xfrm rot="10800000" flipH="1">
                <a:off x="-345289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2" name="Google Shape;3012;p50"/>
              <p:cNvCxnSpPr/>
              <p:nvPr/>
            </p:nvCxnSpPr>
            <p:spPr>
              <a:xfrm>
                <a:off x="224938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3" name="Google Shape;3013;p50"/>
              <p:cNvCxnSpPr/>
              <p:nvPr/>
            </p:nvCxnSpPr>
            <p:spPr>
              <a:xfrm rot="10800000" flipH="1">
                <a:off x="795166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4" name="Google Shape;3014;p50"/>
              <p:cNvCxnSpPr/>
              <p:nvPr/>
            </p:nvCxnSpPr>
            <p:spPr>
              <a:xfrm>
                <a:off x="1365393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5" name="Google Shape;3015;p50"/>
              <p:cNvCxnSpPr/>
              <p:nvPr/>
            </p:nvCxnSpPr>
            <p:spPr>
              <a:xfrm rot="10800000" flipH="1">
                <a:off x="1935621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6" name="Google Shape;3016;p50"/>
              <p:cNvCxnSpPr/>
              <p:nvPr/>
            </p:nvCxnSpPr>
            <p:spPr>
              <a:xfrm>
                <a:off x="2505848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7" name="Google Shape;3017;p50"/>
              <p:cNvCxnSpPr/>
              <p:nvPr/>
            </p:nvCxnSpPr>
            <p:spPr>
              <a:xfrm rot="10800000" flipH="1">
                <a:off x="3076076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8" name="Google Shape;3018;p50"/>
              <p:cNvCxnSpPr/>
              <p:nvPr/>
            </p:nvCxnSpPr>
            <p:spPr>
              <a:xfrm>
                <a:off x="3646303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9" name="Google Shape;3019;p50"/>
              <p:cNvCxnSpPr/>
              <p:nvPr/>
            </p:nvCxnSpPr>
            <p:spPr>
              <a:xfrm rot="10800000" flipH="1">
                <a:off x="4216531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0" name="Google Shape;3020;p50"/>
              <p:cNvCxnSpPr/>
              <p:nvPr/>
            </p:nvCxnSpPr>
            <p:spPr>
              <a:xfrm rot="10800000" flipH="1">
                <a:off x="-345289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1" name="Google Shape;3021;p50"/>
              <p:cNvCxnSpPr/>
              <p:nvPr/>
            </p:nvCxnSpPr>
            <p:spPr>
              <a:xfrm>
                <a:off x="224938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2" name="Google Shape;3022;p50"/>
              <p:cNvCxnSpPr/>
              <p:nvPr/>
            </p:nvCxnSpPr>
            <p:spPr>
              <a:xfrm rot="10800000" flipH="1">
                <a:off x="795166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3" name="Google Shape;3023;p50"/>
              <p:cNvCxnSpPr/>
              <p:nvPr/>
            </p:nvCxnSpPr>
            <p:spPr>
              <a:xfrm>
                <a:off x="1365393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4" name="Google Shape;3024;p50"/>
              <p:cNvCxnSpPr/>
              <p:nvPr/>
            </p:nvCxnSpPr>
            <p:spPr>
              <a:xfrm rot="10800000" flipH="1">
                <a:off x="1935621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5" name="Google Shape;3025;p50"/>
              <p:cNvCxnSpPr/>
              <p:nvPr/>
            </p:nvCxnSpPr>
            <p:spPr>
              <a:xfrm>
                <a:off x="2505848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6" name="Google Shape;3026;p50"/>
              <p:cNvCxnSpPr/>
              <p:nvPr/>
            </p:nvCxnSpPr>
            <p:spPr>
              <a:xfrm rot="10800000" flipH="1">
                <a:off x="3076076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7" name="Google Shape;3027;p50"/>
              <p:cNvCxnSpPr/>
              <p:nvPr/>
            </p:nvCxnSpPr>
            <p:spPr>
              <a:xfrm>
                <a:off x="3646303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8" name="Google Shape;3028;p50"/>
              <p:cNvCxnSpPr/>
              <p:nvPr/>
            </p:nvCxnSpPr>
            <p:spPr>
              <a:xfrm rot="10800000" flipH="1">
                <a:off x="4216531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9" name="Google Shape;3029;p50"/>
              <p:cNvCxnSpPr/>
              <p:nvPr/>
            </p:nvCxnSpPr>
            <p:spPr>
              <a:xfrm rot="10800000" flipH="1">
                <a:off x="-345289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0" name="Google Shape;3030;p50"/>
              <p:cNvCxnSpPr/>
              <p:nvPr/>
            </p:nvCxnSpPr>
            <p:spPr>
              <a:xfrm>
                <a:off x="224938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1" name="Google Shape;3031;p50"/>
              <p:cNvCxnSpPr/>
              <p:nvPr/>
            </p:nvCxnSpPr>
            <p:spPr>
              <a:xfrm rot="10800000" flipH="1">
                <a:off x="795166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2" name="Google Shape;3032;p50"/>
              <p:cNvCxnSpPr/>
              <p:nvPr/>
            </p:nvCxnSpPr>
            <p:spPr>
              <a:xfrm>
                <a:off x="1365393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3" name="Google Shape;3033;p50"/>
              <p:cNvCxnSpPr/>
              <p:nvPr/>
            </p:nvCxnSpPr>
            <p:spPr>
              <a:xfrm rot="10800000" flipH="1">
                <a:off x="1935621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4" name="Google Shape;3034;p50"/>
              <p:cNvCxnSpPr/>
              <p:nvPr/>
            </p:nvCxnSpPr>
            <p:spPr>
              <a:xfrm>
                <a:off x="2505848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5" name="Google Shape;3035;p50"/>
              <p:cNvCxnSpPr/>
              <p:nvPr/>
            </p:nvCxnSpPr>
            <p:spPr>
              <a:xfrm rot="10800000" flipH="1">
                <a:off x="3076076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6" name="Google Shape;3036;p50"/>
              <p:cNvCxnSpPr/>
              <p:nvPr/>
            </p:nvCxnSpPr>
            <p:spPr>
              <a:xfrm>
                <a:off x="3646303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7" name="Google Shape;3037;p50"/>
              <p:cNvCxnSpPr/>
              <p:nvPr/>
            </p:nvCxnSpPr>
            <p:spPr>
              <a:xfrm rot="10800000" flipH="1">
                <a:off x="4216531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8" name="Google Shape;3038;p50"/>
              <p:cNvCxnSpPr/>
              <p:nvPr/>
            </p:nvCxnSpPr>
            <p:spPr>
              <a:xfrm rot="10800000" flipH="1">
                <a:off x="-345289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9" name="Google Shape;3039;p50"/>
              <p:cNvCxnSpPr/>
              <p:nvPr/>
            </p:nvCxnSpPr>
            <p:spPr>
              <a:xfrm>
                <a:off x="224938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0" name="Google Shape;3040;p50"/>
              <p:cNvCxnSpPr/>
              <p:nvPr/>
            </p:nvCxnSpPr>
            <p:spPr>
              <a:xfrm rot="10800000" flipH="1">
                <a:off x="795166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1" name="Google Shape;3041;p50"/>
              <p:cNvCxnSpPr/>
              <p:nvPr/>
            </p:nvCxnSpPr>
            <p:spPr>
              <a:xfrm>
                <a:off x="1365393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2" name="Google Shape;3042;p50"/>
              <p:cNvCxnSpPr/>
              <p:nvPr/>
            </p:nvCxnSpPr>
            <p:spPr>
              <a:xfrm rot="10800000" flipH="1">
                <a:off x="1935621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3" name="Google Shape;3043;p50"/>
              <p:cNvCxnSpPr/>
              <p:nvPr/>
            </p:nvCxnSpPr>
            <p:spPr>
              <a:xfrm>
                <a:off x="2505848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4" name="Google Shape;3044;p50"/>
              <p:cNvCxnSpPr/>
              <p:nvPr/>
            </p:nvCxnSpPr>
            <p:spPr>
              <a:xfrm rot="10800000" flipH="1">
                <a:off x="3076076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5" name="Google Shape;3045;p50"/>
              <p:cNvCxnSpPr/>
              <p:nvPr/>
            </p:nvCxnSpPr>
            <p:spPr>
              <a:xfrm>
                <a:off x="3646303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6" name="Google Shape;3046;p50"/>
              <p:cNvCxnSpPr/>
              <p:nvPr/>
            </p:nvCxnSpPr>
            <p:spPr>
              <a:xfrm rot="10800000" flipH="1">
                <a:off x="4216531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7" name="Google Shape;3047;p50"/>
              <p:cNvCxnSpPr/>
              <p:nvPr/>
            </p:nvCxnSpPr>
            <p:spPr>
              <a:xfrm rot="10800000" flipH="1">
                <a:off x="-345289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8" name="Google Shape;3048;p50"/>
              <p:cNvCxnSpPr/>
              <p:nvPr/>
            </p:nvCxnSpPr>
            <p:spPr>
              <a:xfrm>
                <a:off x="224938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9" name="Google Shape;3049;p50"/>
              <p:cNvCxnSpPr/>
              <p:nvPr/>
            </p:nvCxnSpPr>
            <p:spPr>
              <a:xfrm rot="10800000" flipH="1">
                <a:off x="795166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0" name="Google Shape;3050;p50"/>
              <p:cNvCxnSpPr/>
              <p:nvPr/>
            </p:nvCxnSpPr>
            <p:spPr>
              <a:xfrm>
                <a:off x="1365393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1" name="Google Shape;3051;p50"/>
              <p:cNvCxnSpPr/>
              <p:nvPr/>
            </p:nvCxnSpPr>
            <p:spPr>
              <a:xfrm rot="10800000" flipH="1">
                <a:off x="1935621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2" name="Google Shape;3052;p50"/>
              <p:cNvCxnSpPr/>
              <p:nvPr/>
            </p:nvCxnSpPr>
            <p:spPr>
              <a:xfrm>
                <a:off x="2505848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3" name="Google Shape;3053;p50"/>
              <p:cNvCxnSpPr/>
              <p:nvPr/>
            </p:nvCxnSpPr>
            <p:spPr>
              <a:xfrm rot="10800000" flipH="1">
                <a:off x="3076076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4" name="Google Shape;3054;p50"/>
              <p:cNvCxnSpPr/>
              <p:nvPr/>
            </p:nvCxnSpPr>
            <p:spPr>
              <a:xfrm>
                <a:off x="3646303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5" name="Google Shape;3055;p50"/>
              <p:cNvCxnSpPr/>
              <p:nvPr/>
            </p:nvCxnSpPr>
            <p:spPr>
              <a:xfrm rot="10800000" flipH="1">
                <a:off x="4216531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6" name="Google Shape;3056;p50"/>
              <p:cNvCxnSpPr/>
              <p:nvPr/>
            </p:nvCxnSpPr>
            <p:spPr>
              <a:xfrm rot="10800000" flipH="1">
                <a:off x="-345289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7" name="Google Shape;3057;p50"/>
              <p:cNvCxnSpPr/>
              <p:nvPr/>
            </p:nvCxnSpPr>
            <p:spPr>
              <a:xfrm>
                <a:off x="224938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8" name="Google Shape;3058;p50"/>
              <p:cNvCxnSpPr/>
              <p:nvPr/>
            </p:nvCxnSpPr>
            <p:spPr>
              <a:xfrm rot="10800000" flipH="1">
                <a:off x="795166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9" name="Google Shape;3059;p50"/>
              <p:cNvCxnSpPr/>
              <p:nvPr/>
            </p:nvCxnSpPr>
            <p:spPr>
              <a:xfrm>
                <a:off x="1365393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0" name="Google Shape;3060;p50"/>
              <p:cNvCxnSpPr/>
              <p:nvPr/>
            </p:nvCxnSpPr>
            <p:spPr>
              <a:xfrm rot="10800000" flipH="1">
                <a:off x="1935621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1" name="Google Shape;3061;p50"/>
              <p:cNvCxnSpPr/>
              <p:nvPr/>
            </p:nvCxnSpPr>
            <p:spPr>
              <a:xfrm>
                <a:off x="2505848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2" name="Google Shape;3062;p50"/>
              <p:cNvCxnSpPr/>
              <p:nvPr/>
            </p:nvCxnSpPr>
            <p:spPr>
              <a:xfrm rot="10800000" flipH="1">
                <a:off x="3076076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3" name="Google Shape;3063;p50"/>
              <p:cNvCxnSpPr/>
              <p:nvPr/>
            </p:nvCxnSpPr>
            <p:spPr>
              <a:xfrm>
                <a:off x="3646303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4" name="Google Shape;3064;p50"/>
              <p:cNvCxnSpPr/>
              <p:nvPr/>
            </p:nvCxnSpPr>
            <p:spPr>
              <a:xfrm rot="10800000" flipH="1">
                <a:off x="4216531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5" name="Google Shape;3065;p50"/>
              <p:cNvCxnSpPr/>
              <p:nvPr/>
            </p:nvCxnSpPr>
            <p:spPr>
              <a:xfrm rot="10800000" flipH="1">
                <a:off x="-345289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6" name="Google Shape;3066;p50"/>
              <p:cNvCxnSpPr/>
              <p:nvPr/>
            </p:nvCxnSpPr>
            <p:spPr>
              <a:xfrm>
                <a:off x="224938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7" name="Google Shape;3067;p50"/>
              <p:cNvCxnSpPr/>
              <p:nvPr/>
            </p:nvCxnSpPr>
            <p:spPr>
              <a:xfrm rot="10800000" flipH="1">
                <a:off x="795166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8" name="Google Shape;3068;p50"/>
              <p:cNvCxnSpPr/>
              <p:nvPr/>
            </p:nvCxnSpPr>
            <p:spPr>
              <a:xfrm>
                <a:off x="1365393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9" name="Google Shape;3069;p50"/>
              <p:cNvCxnSpPr/>
              <p:nvPr/>
            </p:nvCxnSpPr>
            <p:spPr>
              <a:xfrm rot="10800000" flipH="1">
                <a:off x="1935621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0" name="Google Shape;3070;p50"/>
              <p:cNvCxnSpPr/>
              <p:nvPr/>
            </p:nvCxnSpPr>
            <p:spPr>
              <a:xfrm>
                <a:off x="2505848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1" name="Google Shape;3071;p50"/>
              <p:cNvCxnSpPr/>
              <p:nvPr/>
            </p:nvCxnSpPr>
            <p:spPr>
              <a:xfrm rot="10800000" flipH="1">
                <a:off x="3076076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2" name="Google Shape;3072;p50"/>
              <p:cNvCxnSpPr/>
              <p:nvPr/>
            </p:nvCxnSpPr>
            <p:spPr>
              <a:xfrm>
                <a:off x="3646303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3" name="Google Shape;3073;p50"/>
              <p:cNvCxnSpPr/>
              <p:nvPr/>
            </p:nvCxnSpPr>
            <p:spPr>
              <a:xfrm rot="10800000" flipH="1">
                <a:off x="4216531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4" name="Google Shape;3074;p50"/>
              <p:cNvCxnSpPr/>
              <p:nvPr/>
            </p:nvCxnSpPr>
            <p:spPr>
              <a:xfrm rot="10800000" flipH="1">
                <a:off x="-345289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5" name="Google Shape;3075;p50"/>
              <p:cNvCxnSpPr/>
              <p:nvPr/>
            </p:nvCxnSpPr>
            <p:spPr>
              <a:xfrm>
                <a:off x="224938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6" name="Google Shape;3076;p50"/>
              <p:cNvCxnSpPr/>
              <p:nvPr/>
            </p:nvCxnSpPr>
            <p:spPr>
              <a:xfrm rot="10800000" flipH="1">
                <a:off x="795166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7" name="Google Shape;3077;p50"/>
              <p:cNvCxnSpPr/>
              <p:nvPr/>
            </p:nvCxnSpPr>
            <p:spPr>
              <a:xfrm>
                <a:off x="1365393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8" name="Google Shape;3078;p50"/>
              <p:cNvCxnSpPr/>
              <p:nvPr/>
            </p:nvCxnSpPr>
            <p:spPr>
              <a:xfrm rot="10800000" flipH="1">
                <a:off x="1935621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9" name="Google Shape;3079;p50"/>
              <p:cNvCxnSpPr/>
              <p:nvPr/>
            </p:nvCxnSpPr>
            <p:spPr>
              <a:xfrm>
                <a:off x="2505848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0" name="Google Shape;3080;p50"/>
              <p:cNvCxnSpPr/>
              <p:nvPr/>
            </p:nvCxnSpPr>
            <p:spPr>
              <a:xfrm rot="10800000" flipH="1">
                <a:off x="3076076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1" name="Google Shape;3081;p50"/>
              <p:cNvCxnSpPr/>
              <p:nvPr/>
            </p:nvCxnSpPr>
            <p:spPr>
              <a:xfrm>
                <a:off x="3646303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2" name="Google Shape;3082;p50"/>
              <p:cNvCxnSpPr/>
              <p:nvPr/>
            </p:nvCxnSpPr>
            <p:spPr>
              <a:xfrm rot="10800000" flipH="1">
                <a:off x="4216531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3" name="Google Shape;3083;p50"/>
              <p:cNvCxnSpPr/>
              <p:nvPr/>
            </p:nvCxnSpPr>
            <p:spPr>
              <a:xfrm rot="10800000" flipH="1">
                <a:off x="-345289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4" name="Google Shape;3084;p50"/>
              <p:cNvCxnSpPr/>
              <p:nvPr/>
            </p:nvCxnSpPr>
            <p:spPr>
              <a:xfrm>
                <a:off x="224938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5" name="Google Shape;3085;p50"/>
              <p:cNvCxnSpPr/>
              <p:nvPr/>
            </p:nvCxnSpPr>
            <p:spPr>
              <a:xfrm rot="10800000" flipH="1">
                <a:off x="795166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6" name="Google Shape;3086;p50"/>
              <p:cNvCxnSpPr/>
              <p:nvPr/>
            </p:nvCxnSpPr>
            <p:spPr>
              <a:xfrm>
                <a:off x="1365393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7" name="Google Shape;3087;p50"/>
              <p:cNvCxnSpPr/>
              <p:nvPr/>
            </p:nvCxnSpPr>
            <p:spPr>
              <a:xfrm rot="10800000" flipH="1">
                <a:off x="1935621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8" name="Google Shape;3088;p50"/>
              <p:cNvCxnSpPr/>
              <p:nvPr/>
            </p:nvCxnSpPr>
            <p:spPr>
              <a:xfrm>
                <a:off x="2505848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9" name="Google Shape;3089;p50"/>
              <p:cNvCxnSpPr/>
              <p:nvPr/>
            </p:nvCxnSpPr>
            <p:spPr>
              <a:xfrm rot="10800000" flipH="1">
                <a:off x="3076076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0" name="Google Shape;3090;p50"/>
              <p:cNvCxnSpPr/>
              <p:nvPr/>
            </p:nvCxnSpPr>
            <p:spPr>
              <a:xfrm>
                <a:off x="3646303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1" name="Google Shape;3091;p50"/>
              <p:cNvCxnSpPr/>
              <p:nvPr/>
            </p:nvCxnSpPr>
            <p:spPr>
              <a:xfrm rot="10800000" flipH="1">
                <a:off x="4216531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2" name="Google Shape;3092;p50"/>
              <p:cNvCxnSpPr/>
              <p:nvPr/>
            </p:nvCxnSpPr>
            <p:spPr>
              <a:xfrm rot="10800000" flipH="1">
                <a:off x="-345289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3" name="Google Shape;3093;p50"/>
              <p:cNvCxnSpPr/>
              <p:nvPr/>
            </p:nvCxnSpPr>
            <p:spPr>
              <a:xfrm>
                <a:off x="224938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4" name="Google Shape;3094;p50"/>
              <p:cNvCxnSpPr/>
              <p:nvPr/>
            </p:nvCxnSpPr>
            <p:spPr>
              <a:xfrm rot="10800000" flipH="1">
                <a:off x="795166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5" name="Google Shape;3095;p50"/>
              <p:cNvCxnSpPr/>
              <p:nvPr/>
            </p:nvCxnSpPr>
            <p:spPr>
              <a:xfrm>
                <a:off x="1365393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6" name="Google Shape;3096;p50"/>
              <p:cNvCxnSpPr/>
              <p:nvPr/>
            </p:nvCxnSpPr>
            <p:spPr>
              <a:xfrm rot="10800000" flipH="1">
                <a:off x="1935621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7" name="Google Shape;3097;p50"/>
              <p:cNvCxnSpPr/>
              <p:nvPr/>
            </p:nvCxnSpPr>
            <p:spPr>
              <a:xfrm>
                <a:off x="2505848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8" name="Google Shape;3098;p50"/>
              <p:cNvCxnSpPr/>
              <p:nvPr/>
            </p:nvCxnSpPr>
            <p:spPr>
              <a:xfrm rot="10800000" flipH="1">
                <a:off x="3076076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9" name="Google Shape;3099;p50"/>
              <p:cNvCxnSpPr/>
              <p:nvPr/>
            </p:nvCxnSpPr>
            <p:spPr>
              <a:xfrm>
                <a:off x="3646303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0" name="Google Shape;3100;p50"/>
              <p:cNvCxnSpPr/>
              <p:nvPr/>
            </p:nvCxnSpPr>
            <p:spPr>
              <a:xfrm rot="10800000" flipH="1">
                <a:off x="4216531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1" name="Google Shape;3101;p50"/>
              <p:cNvCxnSpPr/>
              <p:nvPr/>
            </p:nvCxnSpPr>
            <p:spPr>
              <a:xfrm rot="10800000" flipH="1">
                <a:off x="-345289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2" name="Google Shape;3102;p50"/>
              <p:cNvCxnSpPr/>
              <p:nvPr/>
            </p:nvCxnSpPr>
            <p:spPr>
              <a:xfrm>
                <a:off x="224938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3" name="Google Shape;3103;p50"/>
              <p:cNvCxnSpPr/>
              <p:nvPr/>
            </p:nvCxnSpPr>
            <p:spPr>
              <a:xfrm rot="10800000" flipH="1">
                <a:off x="795166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4" name="Google Shape;3104;p50"/>
              <p:cNvCxnSpPr/>
              <p:nvPr/>
            </p:nvCxnSpPr>
            <p:spPr>
              <a:xfrm>
                <a:off x="1365393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5" name="Google Shape;3105;p50"/>
              <p:cNvCxnSpPr/>
              <p:nvPr/>
            </p:nvCxnSpPr>
            <p:spPr>
              <a:xfrm rot="10800000" flipH="1">
                <a:off x="1935621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6" name="Google Shape;3106;p50"/>
              <p:cNvCxnSpPr/>
              <p:nvPr/>
            </p:nvCxnSpPr>
            <p:spPr>
              <a:xfrm>
                <a:off x="2505848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7" name="Google Shape;3107;p50"/>
              <p:cNvCxnSpPr/>
              <p:nvPr/>
            </p:nvCxnSpPr>
            <p:spPr>
              <a:xfrm rot="10800000" flipH="1">
                <a:off x="3076076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8" name="Google Shape;3108;p50"/>
              <p:cNvCxnSpPr/>
              <p:nvPr/>
            </p:nvCxnSpPr>
            <p:spPr>
              <a:xfrm>
                <a:off x="3646303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9" name="Google Shape;3109;p50"/>
              <p:cNvCxnSpPr/>
              <p:nvPr/>
            </p:nvCxnSpPr>
            <p:spPr>
              <a:xfrm rot="10800000" flipH="1">
                <a:off x="4216531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0" name="Google Shape;3110;p50"/>
              <p:cNvCxnSpPr/>
              <p:nvPr/>
            </p:nvCxnSpPr>
            <p:spPr>
              <a:xfrm rot="10800000" flipH="1">
                <a:off x="-345289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1" name="Google Shape;3111;p50"/>
              <p:cNvCxnSpPr/>
              <p:nvPr/>
            </p:nvCxnSpPr>
            <p:spPr>
              <a:xfrm>
                <a:off x="224938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2" name="Google Shape;3112;p50"/>
              <p:cNvCxnSpPr/>
              <p:nvPr/>
            </p:nvCxnSpPr>
            <p:spPr>
              <a:xfrm rot="10800000" flipH="1">
                <a:off x="795166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3" name="Google Shape;3113;p50"/>
              <p:cNvCxnSpPr/>
              <p:nvPr/>
            </p:nvCxnSpPr>
            <p:spPr>
              <a:xfrm>
                <a:off x="1365393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4" name="Google Shape;3114;p50"/>
              <p:cNvCxnSpPr/>
              <p:nvPr/>
            </p:nvCxnSpPr>
            <p:spPr>
              <a:xfrm rot="10800000" flipH="1">
                <a:off x="1935621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5" name="Google Shape;3115;p50"/>
              <p:cNvCxnSpPr/>
              <p:nvPr/>
            </p:nvCxnSpPr>
            <p:spPr>
              <a:xfrm>
                <a:off x="2505848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6" name="Google Shape;3116;p50"/>
              <p:cNvCxnSpPr/>
              <p:nvPr/>
            </p:nvCxnSpPr>
            <p:spPr>
              <a:xfrm rot="10800000" flipH="1">
                <a:off x="3076076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7" name="Google Shape;3117;p50"/>
              <p:cNvCxnSpPr/>
              <p:nvPr/>
            </p:nvCxnSpPr>
            <p:spPr>
              <a:xfrm>
                <a:off x="3646303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8" name="Google Shape;3118;p50"/>
              <p:cNvCxnSpPr/>
              <p:nvPr/>
            </p:nvCxnSpPr>
            <p:spPr>
              <a:xfrm rot="10800000" flipH="1">
                <a:off x="4216531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9" name="Google Shape;3119;p50"/>
              <p:cNvCxnSpPr/>
              <p:nvPr/>
            </p:nvCxnSpPr>
            <p:spPr>
              <a:xfrm>
                <a:off x="4786753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0" name="Google Shape;3120;p50"/>
              <p:cNvCxnSpPr/>
              <p:nvPr/>
            </p:nvCxnSpPr>
            <p:spPr>
              <a:xfrm>
                <a:off x="4786753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1" name="Google Shape;3121;p50"/>
              <p:cNvCxnSpPr/>
              <p:nvPr/>
            </p:nvCxnSpPr>
            <p:spPr>
              <a:xfrm>
                <a:off x="4786753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2" name="Google Shape;3122;p50"/>
              <p:cNvCxnSpPr/>
              <p:nvPr/>
            </p:nvCxnSpPr>
            <p:spPr>
              <a:xfrm>
                <a:off x="4786753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3" name="Google Shape;3123;p50"/>
              <p:cNvCxnSpPr/>
              <p:nvPr/>
            </p:nvCxnSpPr>
            <p:spPr>
              <a:xfrm>
                <a:off x="4786753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4" name="Google Shape;3124;p50"/>
              <p:cNvCxnSpPr/>
              <p:nvPr/>
            </p:nvCxnSpPr>
            <p:spPr>
              <a:xfrm>
                <a:off x="4786753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5" name="Google Shape;3125;p50"/>
              <p:cNvCxnSpPr/>
              <p:nvPr/>
            </p:nvCxnSpPr>
            <p:spPr>
              <a:xfrm>
                <a:off x="4786753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6" name="Google Shape;3126;p50"/>
              <p:cNvCxnSpPr/>
              <p:nvPr/>
            </p:nvCxnSpPr>
            <p:spPr>
              <a:xfrm>
                <a:off x="4786753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7" name="Google Shape;3127;p50"/>
              <p:cNvCxnSpPr/>
              <p:nvPr/>
            </p:nvCxnSpPr>
            <p:spPr>
              <a:xfrm>
                <a:off x="4786753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8" name="Google Shape;3128;p50"/>
              <p:cNvCxnSpPr/>
              <p:nvPr/>
            </p:nvCxnSpPr>
            <p:spPr>
              <a:xfrm>
                <a:off x="4786753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9" name="Google Shape;3129;p50"/>
              <p:cNvCxnSpPr/>
              <p:nvPr/>
            </p:nvCxnSpPr>
            <p:spPr>
              <a:xfrm>
                <a:off x="4786753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0" name="Google Shape;3130;p50"/>
              <p:cNvCxnSpPr/>
              <p:nvPr/>
            </p:nvCxnSpPr>
            <p:spPr>
              <a:xfrm>
                <a:off x="4786753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1" name="Google Shape;3131;p50"/>
              <p:cNvCxnSpPr/>
              <p:nvPr/>
            </p:nvCxnSpPr>
            <p:spPr>
              <a:xfrm>
                <a:off x="4786753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2" name="Google Shape;3132;p50"/>
              <p:cNvCxnSpPr/>
              <p:nvPr/>
            </p:nvCxnSpPr>
            <p:spPr>
              <a:xfrm>
                <a:off x="4786753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3" name="Google Shape;3133;p50"/>
              <p:cNvCxnSpPr/>
              <p:nvPr/>
            </p:nvCxnSpPr>
            <p:spPr>
              <a:xfrm>
                <a:off x="4786753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134" name="Google Shape;3134;p50"/>
            <p:cNvGrpSpPr/>
            <p:nvPr/>
          </p:nvGrpSpPr>
          <p:grpSpPr>
            <a:xfrm>
              <a:off x="-345289" y="2574642"/>
              <a:ext cx="5702342" cy="2509164"/>
              <a:chOff x="-345289" y="1374956"/>
              <a:chExt cx="5702342" cy="2509164"/>
            </a:xfrm>
          </p:grpSpPr>
          <p:cxnSp>
            <p:nvCxnSpPr>
              <p:cNvPr id="3135" name="Google Shape;3135;p50"/>
              <p:cNvCxnSpPr/>
              <p:nvPr/>
            </p:nvCxnSpPr>
            <p:spPr>
              <a:xfrm rot="10800000" flipH="1">
                <a:off x="-345289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6" name="Google Shape;3136;p50"/>
              <p:cNvCxnSpPr/>
              <p:nvPr/>
            </p:nvCxnSpPr>
            <p:spPr>
              <a:xfrm>
                <a:off x="224938" y="188253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7" name="Google Shape;3137;p50"/>
              <p:cNvCxnSpPr/>
              <p:nvPr/>
            </p:nvCxnSpPr>
            <p:spPr>
              <a:xfrm rot="10800000" flipH="1">
                <a:off x="795166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8" name="Google Shape;3138;p50"/>
              <p:cNvCxnSpPr/>
              <p:nvPr/>
            </p:nvCxnSpPr>
            <p:spPr>
              <a:xfrm>
                <a:off x="1365393" y="188253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9" name="Google Shape;3139;p50"/>
              <p:cNvCxnSpPr/>
              <p:nvPr/>
            </p:nvCxnSpPr>
            <p:spPr>
              <a:xfrm rot="10800000" flipH="1">
                <a:off x="1935621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0" name="Google Shape;3140;p50"/>
              <p:cNvCxnSpPr/>
              <p:nvPr/>
            </p:nvCxnSpPr>
            <p:spPr>
              <a:xfrm>
                <a:off x="2505848" y="188253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1" name="Google Shape;3141;p50"/>
              <p:cNvCxnSpPr/>
              <p:nvPr/>
            </p:nvCxnSpPr>
            <p:spPr>
              <a:xfrm rot="10800000" flipH="1">
                <a:off x="3076076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2" name="Google Shape;3142;p50"/>
              <p:cNvCxnSpPr/>
              <p:nvPr/>
            </p:nvCxnSpPr>
            <p:spPr>
              <a:xfrm>
                <a:off x="3646303" y="188253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3" name="Google Shape;3143;p50"/>
              <p:cNvCxnSpPr/>
              <p:nvPr/>
            </p:nvCxnSpPr>
            <p:spPr>
              <a:xfrm rot="10800000" flipH="1">
                <a:off x="4216531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4" name="Google Shape;3144;p50"/>
              <p:cNvCxnSpPr/>
              <p:nvPr/>
            </p:nvCxnSpPr>
            <p:spPr>
              <a:xfrm rot="10800000" flipH="1">
                <a:off x="-345289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5" name="Google Shape;3145;p50"/>
              <p:cNvCxnSpPr/>
              <p:nvPr/>
            </p:nvCxnSpPr>
            <p:spPr>
              <a:xfrm>
                <a:off x="224938" y="2051744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6" name="Google Shape;3146;p50"/>
              <p:cNvCxnSpPr/>
              <p:nvPr/>
            </p:nvCxnSpPr>
            <p:spPr>
              <a:xfrm rot="10800000" flipH="1">
                <a:off x="795166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7" name="Google Shape;3147;p50"/>
              <p:cNvCxnSpPr/>
              <p:nvPr/>
            </p:nvCxnSpPr>
            <p:spPr>
              <a:xfrm>
                <a:off x="1365393" y="2051744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8" name="Google Shape;3148;p50"/>
              <p:cNvCxnSpPr/>
              <p:nvPr/>
            </p:nvCxnSpPr>
            <p:spPr>
              <a:xfrm rot="10800000" flipH="1">
                <a:off x="1935621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9" name="Google Shape;3149;p50"/>
              <p:cNvCxnSpPr/>
              <p:nvPr/>
            </p:nvCxnSpPr>
            <p:spPr>
              <a:xfrm>
                <a:off x="2505848" y="2051744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0" name="Google Shape;3150;p50"/>
              <p:cNvCxnSpPr/>
              <p:nvPr/>
            </p:nvCxnSpPr>
            <p:spPr>
              <a:xfrm rot="10800000" flipH="1">
                <a:off x="3076076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1" name="Google Shape;3151;p50"/>
              <p:cNvCxnSpPr/>
              <p:nvPr/>
            </p:nvCxnSpPr>
            <p:spPr>
              <a:xfrm>
                <a:off x="3646303" y="2051744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2" name="Google Shape;3152;p50"/>
              <p:cNvCxnSpPr/>
              <p:nvPr/>
            </p:nvCxnSpPr>
            <p:spPr>
              <a:xfrm rot="10800000" flipH="1">
                <a:off x="4216531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3" name="Google Shape;3153;p50"/>
              <p:cNvCxnSpPr/>
              <p:nvPr/>
            </p:nvCxnSpPr>
            <p:spPr>
              <a:xfrm rot="10800000" flipH="1">
                <a:off x="-345289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4" name="Google Shape;3154;p50"/>
              <p:cNvCxnSpPr/>
              <p:nvPr/>
            </p:nvCxnSpPr>
            <p:spPr>
              <a:xfrm>
                <a:off x="224938" y="222094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5" name="Google Shape;3155;p50"/>
              <p:cNvCxnSpPr/>
              <p:nvPr/>
            </p:nvCxnSpPr>
            <p:spPr>
              <a:xfrm rot="10800000" flipH="1">
                <a:off x="795166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6" name="Google Shape;3156;p50"/>
              <p:cNvCxnSpPr/>
              <p:nvPr/>
            </p:nvCxnSpPr>
            <p:spPr>
              <a:xfrm>
                <a:off x="1365393" y="222094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7" name="Google Shape;3157;p50"/>
              <p:cNvCxnSpPr/>
              <p:nvPr/>
            </p:nvCxnSpPr>
            <p:spPr>
              <a:xfrm rot="10800000" flipH="1">
                <a:off x="1935621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8" name="Google Shape;3158;p50"/>
              <p:cNvCxnSpPr/>
              <p:nvPr/>
            </p:nvCxnSpPr>
            <p:spPr>
              <a:xfrm>
                <a:off x="2505848" y="222094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9" name="Google Shape;3159;p50"/>
              <p:cNvCxnSpPr/>
              <p:nvPr/>
            </p:nvCxnSpPr>
            <p:spPr>
              <a:xfrm rot="10800000" flipH="1">
                <a:off x="3076076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0" name="Google Shape;3160;p50"/>
              <p:cNvCxnSpPr/>
              <p:nvPr/>
            </p:nvCxnSpPr>
            <p:spPr>
              <a:xfrm>
                <a:off x="3646303" y="222094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1" name="Google Shape;3161;p50"/>
              <p:cNvCxnSpPr/>
              <p:nvPr/>
            </p:nvCxnSpPr>
            <p:spPr>
              <a:xfrm rot="10800000" flipH="1">
                <a:off x="4216531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2" name="Google Shape;3162;p50"/>
              <p:cNvCxnSpPr/>
              <p:nvPr/>
            </p:nvCxnSpPr>
            <p:spPr>
              <a:xfrm rot="10800000" flipH="1">
                <a:off x="-345289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3" name="Google Shape;3163;p50"/>
              <p:cNvCxnSpPr/>
              <p:nvPr/>
            </p:nvCxnSpPr>
            <p:spPr>
              <a:xfrm>
                <a:off x="224938" y="23901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4" name="Google Shape;3164;p50"/>
              <p:cNvCxnSpPr/>
              <p:nvPr/>
            </p:nvCxnSpPr>
            <p:spPr>
              <a:xfrm rot="10800000" flipH="1">
                <a:off x="795166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5" name="Google Shape;3165;p50"/>
              <p:cNvCxnSpPr/>
              <p:nvPr/>
            </p:nvCxnSpPr>
            <p:spPr>
              <a:xfrm>
                <a:off x="1365393" y="23901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6" name="Google Shape;3166;p50"/>
              <p:cNvCxnSpPr/>
              <p:nvPr/>
            </p:nvCxnSpPr>
            <p:spPr>
              <a:xfrm rot="10800000" flipH="1">
                <a:off x="1935621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7" name="Google Shape;3167;p50"/>
              <p:cNvCxnSpPr/>
              <p:nvPr/>
            </p:nvCxnSpPr>
            <p:spPr>
              <a:xfrm>
                <a:off x="2505848" y="23901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8" name="Google Shape;3168;p50"/>
              <p:cNvCxnSpPr/>
              <p:nvPr/>
            </p:nvCxnSpPr>
            <p:spPr>
              <a:xfrm rot="10800000" flipH="1">
                <a:off x="3076076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9" name="Google Shape;3169;p50"/>
              <p:cNvCxnSpPr/>
              <p:nvPr/>
            </p:nvCxnSpPr>
            <p:spPr>
              <a:xfrm>
                <a:off x="3646303" y="23901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0" name="Google Shape;3170;p50"/>
              <p:cNvCxnSpPr/>
              <p:nvPr/>
            </p:nvCxnSpPr>
            <p:spPr>
              <a:xfrm rot="10800000" flipH="1">
                <a:off x="4216531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1" name="Google Shape;3171;p50"/>
              <p:cNvCxnSpPr/>
              <p:nvPr/>
            </p:nvCxnSpPr>
            <p:spPr>
              <a:xfrm rot="10800000" flipH="1">
                <a:off x="-345289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2" name="Google Shape;3172;p50"/>
              <p:cNvCxnSpPr/>
              <p:nvPr/>
            </p:nvCxnSpPr>
            <p:spPr>
              <a:xfrm>
                <a:off x="224938" y="2559358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3" name="Google Shape;3173;p50"/>
              <p:cNvCxnSpPr/>
              <p:nvPr/>
            </p:nvCxnSpPr>
            <p:spPr>
              <a:xfrm rot="10800000" flipH="1">
                <a:off x="795166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4" name="Google Shape;3174;p50"/>
              <p:cNvCxnSpPr/>
              <p:nvPr/>
            </p:nvCxnSpPr>
            <p:spPr>
              <a:xfrm>
                <a:off x="1365393" y="2559358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5" name="Google Shape;3175;p50"/>
              <p:cNvCxnSpPr/>
              <p:nvPr/>
            </p:nvCxnSpPr>
            <p:spPr>
              <a:xfrm rot="10800000" flipH="1">
                <a:off x="1935621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6" name="Google Shape;3176;p50"/>
              <p:cNvCxnSpPr/>
              <p:nvPr/>
            </p:nvCxnSpPr>
            <p:spPr>
              <a:xfrm>
                <a:off x="2505848" y="2559358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7" name="Google Shape;3177;p50"/>
              <p:cNvCxnSpPr/>
              <p:nvPr/>
            </p:nvCxnSpPr>
            <p:spPr>
              <a:xfrm rot="10800000" flipH="1">
                <a:off x="3076076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8" name="Google Shape;3178;p50"/>
              <p:cNvCxnSpPr/>
              <p:nvPr/>
            </p:nvCxnSpPr>
            <p:spPr>
              <a:xfrm>
                <a:off x="3646303" y="2559358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9" name="Google Shape;3179;p50"/>
              <p:cNvCxnSpPr/>
              <p:nvPr/>
            </p:nvCxnSpPr>
            <p:spPr>
              <a:xfrm rot="10800000" flipH="1">
                <a:off x="4216531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0" name="Google Shape;3180;p50"/>
              <p:cNvCxnSpPr/>
              <p:nvPr/>
            </p:nvCxnSpPr>
            <p:spPr>
              <a:xfrm rot="10800000" flipH="1">
                <a:off x="-345289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1" name="Google Shape;3181;p50"/>
              <p:cNvCxnSpPr/>
              <p:nvPr/>
            </p:nvCxnSpPr>
            <p:spPr>
              <a:xfrm>
                <a:off x="224938" y="27285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2" name="Google Shape;3182;p50"/>
              <p:cNvCxnSpPr/>
              <p:nvPr/>
            </p:nvCxnSpPr>
            <p:spPr>
              <a:xfrm rot="10800000" flipH="1">
                <a:off x="795166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3" name="Google Shape;3183;p50"/>
              <p:cNvCxnSpPr/>
              <p:nvPr/>
            </p:nvCxnSpPr>
            <p:spPr>
              <a:xfrm>
                <a:off x="1365393" y="27285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4" name="Google Shape;3184;p50"/>
              <p:cNvCxnSpPr/>
              <p:nvPr/>
            </p:nvCxnSpPr>
            <p:spPr>
              <a:xfrm rot="10800000" flipH="1">
                <a:off x="1935621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5" name="Google Shape;3185;p50"/>
              <p:cNvCxnSpPr/>
              <p:nvPr/>
            </p:nvCxnSpPr>
            <p:spPr>
              <a:xfrm>
                <a:off x="2505848" y="27285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6" name="Google Shape;3186;p50"/>
              <p:cNvCxnSpPr/>
              <p:nvPr/>
            </p:nvCxnSpPr>
            <p:spPr>
              <a:xfrm rot="10800000" flipH="1">
                <a:off x="3076076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7" name="Google Shape;3187;p50"/>
              <p:cNvCxnSpPr/>
              <p:nvPr/>
            </p:nvCxnSpPr>
            <p:spPr>
              <a:xfrm>
                <a:off x="3646303" y="27285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8" name="Google Shape;3188;p50"/>
              <p:cNvCxnSpPr/>
              <p:nvPr/>
            </p:nvCxnSpPr>
            <p:spPr>
              <a:xfrm rot="10800000" flipH="1">
                <a:off x="4216531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9" name="Google Shape;3189;p50"/>
              <p:cNvCxnSpPr/>
              <p:nvPr/>
            </p:nvCxnSpPr>
            <p:spPr>
              <a:xfrm rot="10800000" flipH="1">
                <a:off x="-345289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0" name="Google Shape;3190;p50"/>
              <p:cNvCxnSpPr/>
              <p:nvPr/>
            </p:nvCxnSpPr>
            <p:spPr>
              <a:xfrm>
                <a:off x="224938" y="2897747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1" name="Google Shape;3191;p50"/>
              <p:cNvCxnSpPr/>
              <p:nvPr/>
            </p:nvCxnSpPr>
            <p:spPr>
              <a:xfrm rot="10800000" flipH="1">
                <a:off x="795166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2" name="Google Shape;3192;p50"/>
              <p:cNvCxnSpPr/>
              <p:nvPr/>
            </p:nvCxnSpPr>
            <p:spPr>
              <a:xfrm>
                <a:off x="1365393" y="2897747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3" name="Google Shape;3193;p50"/>
              <p:cNvCxnSpPr/>
              <p:nvPr/>
            </p:nvCxnSpPr>
            <p:spPr>
              <a:xfrm rot="10800000" flipH="1">
                <a:off x="1935621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4" name="Google Shape;3194;p50"/>
              <p:cNvCxnSpPr/>
              <p:nvPr/>
            </p:nvCxnSpPr>
            <p:spPr>
              <a:xfrm>
                <a:off x="2505848" y="2897747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5" name="Google Shape;3195;p50"/>
              <p:cNvCxnSpPr/>
              <p:nvPr/>
            </p:nvCxnSpPr>
            <p:spPr>
              <a:xfrm rot="10800000" flipH="1">
                <a:off x="3076076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6" name="Google Shape;3196;p50"/>
              <p:cNvCxnSpPr/>
              <p:nvPr/>
            </p:nvCxnSpPr>
            <p:spPr>
              <a:xfrm>
                <a:off x="3646303" y="2897747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7" name="Google Shape;3197;p50"/>
              <p:cNvCxnSpPr/>
              <p:nvPr/>
            </p:nvCxnSpPr>
            <p:spPr>
              <a:xfrm rot="10800000" flipH="1">
                <a:off x="4216531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8" name="Google Shape;3198;p50"/>
              <p:cNvCxnSpPr/>
              <p:nvPr/>
            </p:nvCxnSpPr>
            <p:spPr>
              <a:xfrm rot="10800000" flipH="1">
                <a:off x="-345289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9" name="Google Shape;3199;p50"/>
              <p:cNvCxnSpPr/>
              <p:nvPr/>
            </p:nvCxnSpPr>
            <p:spPr>
              <a:xfrm>
                <a:off x="224938" y="3066942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0" name="Google Shape;3200;p50"/>
              <p:cNvCxnSpPr/>
              <p:nvPr/>
            </p:nvCxnSpPr>
            <p:spPr>
              <a:xfrm rot="10800000" flipH="1">
                <a:off x="795166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1" name="Google Shape;3201;p50"/>
              <p:cNvCxnSpPr/>
              <p:nvPr/>
            </p:nvCxnSpPr>
            <p:spPr>
              <a:xfrm>
                <a:off x="1365393" y="3066942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2" name="Google Shape;3202;p50"/>
              <p:cNvCxnSpPr/>
              <p:nvPr/>
            </p:nvCxnSpPr>
            <p:spPr>
              <a:xfrm rot="10800000" flipH="1">
                <a:off x="1935621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3" name="Google Shape;3203;p50"/>
              <p:cNvCxnSpPr/>
              <p:nvPr/>
            </p:nvCxnSpPr>
            <p:spPr>
              <a:xfrm>
                <a:off x="2505848" y="3066942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4" name="Google Shape;3204;p50"/>
              <p:cNvCxnSpPr/>
              <p:nvPr/>
            </p:nvCxnSpPr>
            <p:spPr>
              <a:xfrm rot="10800000" flipH="1">
                <a:off x="3076076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5" name="Google Shape;3205;p50"/>
              <p:cNvCxnSpPr/>
              <p:nvPr/>
            </p:nvCxnSpPr>
            <p:spPr>
              <a:xfrm>
                <a:off x="3646303" y="3066942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6" name="Google Shape;3206;p50"/>
              <p:cNvCxnSpPr/>
              <p:nvPr/>
            </p:nvCxnSpPr>
            <p:spPr>
              <a:xfrm rot="10800000" flipH="1">
                <a:off x="4216531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7" name="Google Shape;3207;p50"/>
              <p:cNvCxnSpPr/>
              <p:nvPr/>
            </p:nvCxnSpPr>
            <p:spPr>
              <a:xfrm rot="10800000" flipH="1">
                <a:off x="-345289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8" name="Google Shape;3208;p50"/>
              <p:cNvCxnSpPr/>
              <p:nvPr/>
            </p:nvCxnSpPr>
            <p:spPr>
              <a:xfrm>
                <a:off x="224938" y="323613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9" name="Google Shape;3209;p50"/>
              <p:cNvCxnSpPr/>
              <p:nvPr/>
            </p:nvCxnSpPr>
            <p:spPr>
              <a:xfrm rot="10800000" flipH="1">
                <a:off x="795166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0" name="Google Shape;3210;p50"/>
              <p:cNvCxnSpPr/>
              <p:nvPr/>
            </p:nvCxnSpPr>
            <p:spPr>
              <a:xfrm>
                <a:off x="1365393" y="323613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1" name="Google Shape;3211;p50"/>
              <p:cNvCxnSpPr/>
              <p:nvPr/>
            </p:nvCxnSpPr>
            <p:spPr>
              <a:xfrm rot="10800000" flipH="1">
                <a:off x="1935621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2" name="Google Shape;3212;p50"/>
              <p:cNvCxnSpPr/>
              <p:nvPr/>
            </p:nvCxnSpPr>
            <p:spPr>
              <a:xfrm>
                <a:off x="2505848" y="323613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3" name="Google Shape;3213;p50"/>
              <p:cNvCxnSpPr/>
              <p:nvPr/>
            </p:nvCxnSpPr>
            <p:spPr>
              <a:xfrm rot="10800000" flipH="1">
                <a:off x="3076076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4" name="Google Shape;3214;p50"/>
              <p:cNvCxnSpPr/>
              <p:nvPr/>
            </p:nvCxnSpPr>
            <p:spPr>
              <a:xfrm>
                <a:off x="3646303" y="323613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5" name="Google Shape;3215;p50"/>
              <p:cNvCxnSpPr/>
              <p:nvPr/>
            </p:nvCxnSpPr>
            <p:spPr>
              <a:xfrm rot="10800000" flipH="1">
                <a:off x="4216531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6" name="Google Shape;3216;p50"/>
              <p:cNvCxnSpPr/>
              <p:nvPr/>
            </p:nvCxnSpPr>
            <p:spPr>
              <a:xfrm rot="10800000" flipH="1">
                <a:off x="-345289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7" name="Google Shape;3217;p50"/>
              <p:cNvCxnSpPr/>
              <p:nvPr/>
            </p:nvCxnSpPr>
            <p:spPr>
              <a:xfrm>
                <a:off x="224938" y="340533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8" name="Google Shape;3218;p50"/>
              <p:cNvCxnSpPr/>
              <p:nvPr/>
            </p:nvCxnSpPr>
            <p:spPr>
              <a:xfrm rot="10800000" flipH="1">
                <a:off x="795166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9" name="Google Shape;3219;p50"/>
              <p:cNvCxnSpPr/>
              <p:nvPr/>
            </p:nvCxnSpPr>
            <p:spPr>
              <a:xfrm>
                <a:off x="1365393" y="340533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0" name="Google Shape;3220;p50"/>
              <p:cNvCxnSpPr/>
              <p:nvPr/>
            </p:nvCxnSpPr>
            <p:spPr>
              <a:xfrm rot="10800000" flipH="1">
                <a:off x="1935621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1" name="Google Shape;3221;p50"/>
              <p:cNvCxnSpPr/>
              <p:nvPr/>
            </p:nvCxnSpPr>
            <p:spPr>
              <a:xfrm>
                <a:off x="2505848" y="340533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2" name="Google Shape;3222;p50"/>
              <p:cNvCxnSpPr/>
              <p:nvPr/>
            </p:nvCxnSpPr>
            <p:spPr>
              <a:xfrm rot="10800000" flipH="1">
                <a:off x="3076076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3" name="Google Shape;3223;p50"/>
              <p:cNvCxnSpPr/>
              <p:nvPr/>
            </p:nvCxnSpPr>
            <p:spPr>
              <a:xfrm>
                <a:off x="3646303" y="340533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4" name="Google Shape;3224;p50"/>
              <p:cNvCxnSpPr/>
              <p:nvPr/>
            </p:nvCxnSpPr>
            <p:spPr>
              <a:xfrm rot="10800000" flipH="1">
                <a:off x="4216531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5" name="Google Shape;3225;p50"/>
              <p:cNvCxnSpPr/>
              <p:nvPr/>
            </p:nvCxnSpPr>
            <p:spPr>
              <a:xfrm rot="10800000" flipH="1">
                <a:off x="-345289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6" name="Google Shape;3226;p50"/>
              <p:cNvCxnSpPr/>
              <p:nvPr/>
            </p:nvCxnSpPr>
            <p:spPr>
              <a:xfrm>
                <a:off x="224938" y="357452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7" name="Google Shape;3227;p50"/>
              <p:cNvCxnSpPr/>
              <p:nvPr/>
            </p:nvCxnSpPr>
            <p:spPr>
              <a:xfrm rot="10800000" flipH="1">
                <a:off x="795166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8" name="Google Shape;3228;p50"/>
              <p:cNvCxnSpPr/>
              <p:nvPr/>
            </p:nvCxnSpPr>
            <p:spPr>
              <a:xfrm>
                <a:off x="1365393" y="357452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9" name="Google Shape;3229;p50"/>
              <p:cNvCxnSpPr/>
              <p:nvPr/>
            </p:nvCxnSpPr>
            <p:spPr>
              <a:xfrm rot="10800000" flipH="1">
                <a:off x="1935621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0" name="Google Shape;3230;p50"/>
              <p:cNvCxnSpPr/>
              <p:nvPr/>
            </p:nvCxnSpPr>
            <p:spPr>
              <a:xfrm>
                <a:off x="2505848" y="357452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1" name="Google Shape;3231;p50"/>
              <p:cNvCxnSpPr/>
              <p:nvPr/>
            </p:nvCxnSpPr>
            <p:spPr>
              <a:xfrm rot="10800000" flipH="1">
                <a:off x="3076076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2" name="Google Shape;3232;p50"/>
              <p:cNvCxnSpPr/>
              <p:nvPr/>
            </p:nvCxnSpPr>
            <p:spPr>
              <a:xfrm>
                <a:off x="3646303" y="357452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3" name="Google Shape;3233;p50"/>
              <p:cNvCxnSpPr/>
              <p:nvPr/>
            </p:nvCxnSpPr>
            <p:spPr>
              <a:xfrm rot="10800000" flipH="1">
                <a:off x="4216531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4" name="Google Shape;3234;p50"/>
              <p:cNvCxnSpPr/>
              <p:nvPr/>
            </p:nvCxnSpPr>
            <p:spPr>
              <a:xfrm rot="10800000" flipH="1">
                <a:off x="-345289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5" name="Google Shape;3235;p50"/>
              <p:cNvCxnSpPr/>
              <p:nvPr/>
            </p:nvCxnSpPr>
            <p:spPr>
              <a:xfrm>
                <a:off x="224938" y="374371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6" name="Google Shape;3236;p50"/>
              <p:cNvCxnSpPr/>
              <p:nvPr/>
            </p:nvCxnSpPr>
            <p:spPr>
              <a:xfrm rot="10800000" flipH="1">
                <a:off x="795166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7" name="Google Shape;3237;p50"/>
              <p:cNvCxnSpPr/>
              <p:nvPr/>
            </p:nvCxnSpPr>
            <p:spPr>
              <a:xfrm>
                <a:off x="1365393" y="374371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8" name="Google Shape;3238;p50"/>
              <p:cNvCxnSpPr/>
              <p:nvPr/>
            </p:nvCxnSpPr>
            <p:spPr>
              <a:xfrm rot="10800000" flipH="1">
                <a:off x="1935621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9" name="Google Shape;3239;p50"/>
              <p:cNvCxnSpPr/>
              <p:nvPr/>
            </p:nvCxnSpPr>
            <p:spPr>
              <a:xfrm>
                <a:off x="2505848" y="374371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0" name="Google Shape;3240;p50"/>
              <p:cNvCxnSpPr/>
              <p:nvPr/>
            </p:nvCxnSpPr>
            <p:spPr>
              <a:xfrm rot="10800000" flipH="1">
                <a:off x="3076076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1" name="Google Shape;3241;p50"/>
              <p:cNvCxnSpPr/>
              <p:nvPr/>
            </p:nvCxnSpPr>
            <p:spPr>
              <a:xfrm>
                <a:off x="3646303" y="374371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2" name="Google Shape;3242;p50"/>
              <p:cNvCxnSpPr/>
              <p:nvPr/>
            </p:nvCxnSpPr>
            <p:spPr>
              <a:xfrm rot="10800000" flipH="1">
                <a:off x="4216531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3" name="Google Shape;3243;p50"/>
              <p:cNvCxnSpPr/>
              <p:nvPr/>
            </p:nvCxnSpPr>
            <p:spPr>
              <a:xfrm rot="10800000" flipH="1">
                <a:off x="-345289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4" name="Google Shape;3244;p50"/>
              <p:cNvCxnSpPr/>
              <p:nvPr/>
            </p:nvCxnSpPr>
            <p:spPr>
              <a:xfrm>
                <a:off x="224938" y="171334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5" name="Google Shape;3245;p50"/>
              <p:cNvCxnSpPr/>
              <p:nvPr/>
            </p:nvCxnSpPr>
            <p:spPr>
              <a:xfrm rot="10800000" flipH="1">
                <a:off x="795166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6" name="Google Shape;3246;p50"/>
              <p:cNvCxnSpPr/>
              <p:nvPr/>
            </p:nvCxnSpPr>
            <p:spPr>
              <a:xfrm>
                <a:off x="1365393" y="171334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7" name="Google Shape;3247;p50"/>
              <p:cNvCxnSpPr/>
              <p:nvPr/>
            </p:nvCxnSpPr>
            <p:spPr>
              <a:xfrm rot="10800000" flipH="1">
                <a:off x="1935621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8" name="Google Shape;3248;p50"/>
              <p:cNvCxnSpPr/>
              <p:nvPr/>
            </p:nvCxnSpPr>
            <p:spPr>
              <a:xfrm>
                <a:off x="2505848" y="171334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9" name="Google Shape;3249;p50"/>
              <p:cNvCxnSpPr/>
              <p:nvPr/>
            </p:nvCxnSpPr>
            <p:spPr>
              <a:xfrm rot="10800000" flipH="1">
                <a:off x="3076076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0" name="Google Shape;3250;p50"/>
              <p:cNvCxnSpPr/>
              <p:nvPr/>
            </p:nvCxnSpPr>
            <p:spPr>
              <a:xfrm>
                <a:off x="3646303" y="171334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1" name="Google Shape;3251;p50"/>
              <p:cNvCxnSpPr/>
              <p:nvPr/>
            </p:nvCxnSpPr>
            <p:spPr>
              <a:xfrm rot="10800000" flipH="1">
                <a:off x="4216531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2" name="Google Shape;3252;p50"/>
              <p:cNvCxnSpPr/>
              <p:nvPr/>
            </p:nvCxnSpPr>
            <p:spPr>
              <a:xfrm rot="10800000" flipH="1">
                <a:off x="-345289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3" name="Google Shape;3253;p50"/>
              <p:cNvCxnSpPr/>
              <p:nvPr/>
            </p:nvCxnSpPr>
            <p:spPr>
              <a:xfrm>
                <a:off x="224938" y="154415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4" name="Google Shape;3254;p50"/>
              <p:cNvCxnSpPr/>
              <p:nvPr/>
            </p:nvCxnSpPr>
            <p:spPr>
              <a:xfrm rot="10800000" flipH="1">
                <a:off x="795166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5" name="Google Shape;3255;p50"/>
              <p:cNvCxnSpPr/>
              <p:nvPr/>
            </p:nvCxnSpPr>
            <p:spPr>
              <a:xfrm>
                <a:off x="1365393" y="154415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6" name="Google Shape;3256;p50"/>
              <p:cNvCxnSpPr/>
              <p:nvPr/>
            </p:nvCxnSpPr>
            <p:spPr>
              <a:xfrm rot="10800000" flipH="1">
                <a:off x="1935621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7" name="Google Shape;3257;p50"/>
              <p:cNvCxnSpPr/>
              <p:nvPr/>
            </p:nvCxnSpPr>
            <p:spPr>
              <a:xfrm>
                <a:off x="2505848" y="154415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8" name="Google Shape;3258;p50"/>
              <p:cNvCxnSpPr/>
              <p:nvPr/>
            </p:nvCxnSpPr>
            <p:spPr>
              <a:xfrm rot="10800000" flipH="1">
                <a:off x="3076076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9" name="Google Shape;3259;p50"/>
              <p:cNvCxnSpPr/>
              <p:nvPr/>
            </p:nvCxnSpPr>
            <p:spPr>
              <a:xfrm>
                <a:off x="3646303" y="154415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0" name="Google Shape;3260;p50"/>
              <p:cNvCxnSpPr/>
              <p:nvPr/>
            </p:nvCxnSpPr>
            <p:spPr>
              <a:xfrm rot="10800000" flipH="1">
                <a:off x="4216531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1" name="Google Shape;3261;p50"/>
              <p:cNvCxnSpPr/>
              <p:nvPr/>
            </p:nvCxnSpPr>
            <p:spPr>
              <a:xfrm rot="10800000" flipH="1">
                <a:off x="-345289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2" name="Google Shape;3262;p50"/>
              <p:cNvCxnSpPr/>
              <p:nvPr/>
            </p:nvCxnSpPr>
            <p:spPr>
              <a:xfrm>
                <a:off x="224938" y="137495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3" name="Google Shape;3263;p50"/>
              <p:cNvCxnSpPr/>
              <p:nvPr/>
            </p:nvCxnSpPr>
            <p:spPr>
              <a:xfrm rot="10800000" flipH="1">
                <a:off x="795166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4" name="Google Shape;3264;p50"/>
              <p:cNvCxnSpPr/>
              <p:nvPr/>
            </p:nvCxnSpPr>
            <p:spPr>
              <a:xfrm>
                <a:off x="1365393" y="137495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5" name="Google Shape;3265;p50"/>
              <p:cNvCxnSpPr/>
              <p:nvPr/>
            </p:nvCxnSpPr>
            <p:spPr>
              <a:xfrm rot="10800000" flipH="1">
                <a:off x="1935621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6" name="Google Shape;3266;p50"/>
              <p:cNvCxnSpPr/>
              <p:nvPr/>
            </p:nvCxnSpPr>
            <p:spPr>
              <a:xfrm>
                <a:off x="2505848" y="137495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7" name="Google Shape;3267;p50"/>
              <p:cNvCxnSpPr/>
              <p:nvPr/>
            </p:nvCxnSpPr>
            <p:spPr>
              <a:xfrm rot="10800000" flipH="1">
                <a:off x="3076076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8" name="Google Shape;3268;p50"/>
              <p:cNvCxnSpPr/>
              <p:nvPr/>
            </p:nvCxnSpPr>
            <p:spPr>
              <a:xfrm>
                <a:off x="3646303" y="137495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9" name="Google Shape;3269;p50"/>
              <p:cNvCxnSpPr/>
              <p:nvPr/>
            </p:nvCxnSpPr>
            <p:spPr>
              <a:xfrm rot="10800000" flipH="1">
                <a:off x="4216531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0" name="Google Shape;3270;p50"/>
              <p:cNvCxnSpPr/>
              <p:nvPr/>
            </p:nvCxnSpPr>
            <p:spPr>
              <a:xfrm>
                <a:off x="4786753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1" name="Google Shape;3271;p50"/>
              <p:cNvCxnSpPr/>
              <p:nvPr/>
            </p:nvCxnSpPr>
            <p:spPr>
              <a:xfrm>
                <a:off x="4786753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2" name="Google Shape;3272;p50"/>
              <p:cNvCxnSpPr/>
              <p:nvPr/>
            </p:nvCxnSpPr>
            <p:spPr>
              <a:xfrm>
                <a:off x="4786753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3" name="Google Shape;3273;p50"/>
              <p:cNvCxnSpPr/>
              <p:nvPr/>
            </p:nvCxnSpPr>
            <p:spPr>
              <a:xfrm>
                <a:off x="4786753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4" name="Google Shape;3274;p50"/>
              <p:cNvCxnSpPr/>
              <p:nvPr/>
            </p:nvCxnSpPr>
            <p:spPr>
              <a:xfrm>
                <a:off x="4786753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5" name="Google Shape;3275;p50"/>
              <p:cNvCxnSpPr/>
              <p:nvPr/>
            </p:nvCxnSpPr>
            <p:spPr>
              <a:xfrm>
                <a:off x="4786753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6" name="Google Shape;3276;p50"/>
              <p:cNvCxnSpPr/>
              <p:nvPr/>
            </p:nvCxnSpPr>
            <p:spPr>
              <a:xfrm>
                <a:off x="4786753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7" name="Google Shape;3277;p50"/>
              <p:cNvCxnSpPr/>
              <p:nvPr/>
            </p:nvCxnSpPr>
            <p:spPr>
              <a:xfrm>
                <a:off x="4786753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8" name="Google Shape;3278;p50"/>
              <p:cNvCxnSpPr/>
              <p:nvPr/>
            </p:nvCxnSpPr>
            <p:spPr>
              <a:xfrm>
                <a:off x="4786753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9" name="Google Shape;3279;p50"/>
              <p:cNvCxnSpPr/>
              <p:nvPr/>
            </p:nvCxnSpPr>
            <p:spPr>
              <a:xfrm>
                <a:off x="4786753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0" name="Google Shape;3280;p50"/>
              <p:cNvCxnSpPr/>
              <p:nvPr/>
            </p:nvCxnSpPr>
            <p:spPr>
              <a:xfrm>
                <a:off x="4786753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1" name="Google Shape;3281;p50"/>
              <p:cNvCxnSpPr/>
              <p:nvPr/>
            </p:nvCxnSpPr>
            <p:spPr>
              <a:xfrm>
                <a:off x="4786753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2" name="Google Shape;3282;p50"/>
              <p:cNvCxnSpPr/>
              <p:nvPr/>
            </p:nvCxnSpPr>
            <p:spPr>
              <a:xfrm>
                <a:off x="4786753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3" name="Google Shape;3283;p50"/>
              <p:cNvCxnSpPr/>
              <p:nvPr/>
            </p:nvCxnSpPr>
            <p:spPr>
              <a:xfrm>
                <a:off x="4786753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4" name="Google Shape;3284;p50"/>
              <p:cNvCxnSpPr/>
              <p:nvPr/>
            </p:nvCxnSpPr>
            <p:spPr>
              <a:xfrm>
                <a:off x="4786753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285" name="Google Shape;3285;p50"/>
            <p:cNvGrpSpPr/>
            <p:nvPr/>
          </p:nvGrpSpPr>
          <p:grpSpPr>
            <a:xfrm>
              <a:off x="5357061" y="2574557"/>
              <a:ext cx="5702342" cy="2509249"/>
              <a:chOff x="-345289" y="1374871"/>
              <a:chExt cx="5702342" cy="2509249"/>
            </a:xfrm>
          </p:grpSpPr>
          <p:cxnSp>
            <p:nvCxnSpPr>
              <p:cNvPr id="3286" name="Google Shape;3286;p50"/>
              <p:cNvCxnSpPr/>
              <p:nvPr/>
            </p:nvCxnSpPr>
            <p:spPr>
              <a:xfrm rot="10800000" flipH="1">
                <a:off x="-345289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7" name="Google Shape;3287;p50"/>
              <p:cNvCxnSpPr/>
              <p:nvPr/>
            </p:nvCxnSpPr>
            <p:spPr>
              <a:xfrm>
                <a:off x="224938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8" name="Google Shape;3288;p50"/>
              <p:cNvCxnSpPr/>
              <p:nvPr/>
            </p:nvCxnSpPr>
            <p:spPr>
              <a:xfrm rot="10800000" flipH="1">
                <a:off x="795166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9" name="Google Shape;3289;p50"/>
              <p:cNvCxnSpPr/>
              <p:nvPr/>
            </p:nvCxnSpPr>
            <p:spPr>
              <a:xfrm>
                <a:off x="1365393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0" name="Google Shape;3290;p50"/>
              <p:cNvCxnSpPr/>
              <p:nvPr/>
            </p:nvCxnSpPr>
            <p:spPr>
              <a:xfrm rot="10800000" flipH="1">
                <a:off x="1935621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1" name="Google Shape;3291;p50"/>
              <p:cNvCxnSpPr/>
              <p:nvPr/>
            </p:nvCxnSpPr>
            <p:spPr>
              <a:xfrm>
                <a:off x="2505848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2" name="Google Shape;3292;p50"/>
              <p:cNvCxnSpPr/>
              <p:nvPr/>
            </p:nvCxnSpPr>
            <p:spPr>
              <a:xfrm rot="10800000" flipH="1">
                <a:off x="3076076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3" name="Google Shape;3293;p50"/>
              <p:cNvCxnSpPr/>
              <p:nvPr/>
            </p:nvCxnSpPr>
            <p:spPr>
              <a:xfrm>
                <a:off x="3646303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4" name="Google Shape;3294;p50"/>
              <p:cNvCxnSpPr/>
              <p:nvPr/>
            </p:nvCxnSpPr>
            <p:spPr>
              <a:xfrm rot="10800000" flipH="1">
                <a:off x="4216531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5" name="Google Shape;3295;p50"/>
              <p:cNvCxnSpPr/>
              <p:nvPr/>
            </p:nvCxnSpPr>
            <p:spPr>
              <a:xfrm rot="10800000" flipH="1">
                <a:off x="-345289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6" name="Google Shape;3296;p50"/>
              <p:cNvCxnSpPr/>
              <p:nvPr/>
            </p:nvCxnSpPr>
            <p:spPr>
              <a:xfrm>
                <a:off x="224938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7" name="Google Shape;3297;p50"/>
              <p:cNvCxnSpPr/>
              <p:nvPr/>
            </p:nvCxnSpPr>
            <p:spPr>
              <a:xfrm rot="10800000" flipH="1">
                <a:off x="795166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8" name="Google Shape;3298;p50"/>
              <p:cNvCxnSpPr/>
              <p:nvPr/>
            </p:nvCxnSpPr>
            <p:spPr>
              <a:xfrm>
                <a:off x="1365393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9" name="Google Shape;3299;p50"/>
              <p:cNvCxnSpPr/>
              <p:nvPr/>
            </p:nvCxnSpPr>
            <p:spPr>
              <a:xfrm rot="10800000" flipH="1">
                <a:off x="1935621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0" name="Google Shape;3300;p50"/>
              <p:cNvCxnSpPr/>
              <p:nvPr/>
            </p:nvCxnSpPr>
            <p:spPr>
              <a:xfrm>
                <a:off x="2505848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1" name="Google Shape;3301;p50"/>
              <p:cNvCxnSpPr/>
              <p:nvPr/>
            </p:nvCxnSpPr>
            <p:spPr>
              <a:xfrm rot="10800000" flipH="1">
                <a:off x="3076076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2" name="Google Shape;3302;p50"/>
              <p:cNvCxnSpPr/>
              <p:nvPr/>
            </p:nvCxnSpPr>
            <p:spPr>
              <a:xfrm>
                <a:off x="3646303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3" name="Google Shape;3303;p50"/>
              <p:cNvCxnSpPr/>
              <p:nvPr/>
            </p:nvCxnSpPr>
            <p:spPr>
              <a:xfrm rot="10800000" flipH="1">
                <a:off x="4216531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4" name="Google Shape;3304;p50"/>
              <p:cNvCxnSpPr/>
              <p:nvPr/>
            </p:nvCxnSpPr>
            <p:spPr>
              <a:xfrm rot="10800000" flipH="1">
                <a:off x="-345289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5" name="Google Shape;3305;p50"/>
              <p:cNvCxnSpPr/>
              <p:nvPr/>
            </p:nvCxnSpPr>
            <p:spPr>
              <a:xfrm>
                <a:off x="224938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6" name="Google Shape;3306;p50"/>
              <p:cNvCxnSpPr/>
              <p:nvPr/>
            </p:nvCxnSpPr>
            <p:spPr>
              <a:xfrm rot="10800000" flipH="1">
                <a:off x="795166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7" name="Google Shape;3307;p50"/>
              <p:cNvCxnSpPr/>
              <p:nvPr/>
            </p:nvCxnSpPr>
            <p:spPr>
              <a:xfrm>
                <a:off x="1365393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8" name="Google Shape;3308;p50"/>
              <p:cNvCxnSpPr/>
              <p:nvPr/>
            </p:nvCxnSpPr>
            <p:spPr>
              <a:xfrm rot="10800000" flipH="1">
                <a:off x="1935621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9" name="Google Shape;3309;p50"/>
              <p:cNvCxnSpPr/>
              <p:nvPr/>
            </p:nvCxnSpPr>
            <p:spPr>
              <a:xfrm>
                <a:off x="2505848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0" name="Google Shape;3310;p50"/>
              <p:cNvCxnSpPr/>
              <p:nvPr/>
            </p:nvCxnSpPr>
            <p:spPr>
              <a:xfrm rot="10800000" flipH="1">
                <a:off x="3076076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1" name="Google Shape;3311;p50"/>
              <p:cNvCxnSpPr/>
              <p:nvPr/>
            </p:nvCxnSpPr>
            <p:spPr>
              <a:xfrm>
                <a:off x="3646303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2" name="Google Shape;3312;p50"/>
              <p:cNvCxnSpPr/>
              <p:nvPr/>
            </p:nvCxnSpPr>
            <p:spPr>
              <a:xfrm rot="10800000" flipH="1">
                <a:off x="4216531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3" name="Google Shape;3313;p50"/>
              <p:cNvCxnSpPr/>
              <p:nvPr/>
            </p:nvCxnSpPr>
            <p:spPr>
              <a:xfrm rot="10800000" flipH="1">
                <a:off x="-345289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4" name="Google Shape;3314;p50"/>
              <p:cNvCxnSpPr/>
              <p:nvPr/>
            </p:nvCxnSpPr>
            <p:spPr>
              <a:xfrm>
                <a:off x="224938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5" name="Google Shape;3315;p50"/>
              <p:cNvCxnSpPr/>
              <p:nvPr/>
            </p:nvCxnSpPr>
            <p:spPr>
              <a:xfrm rot="10800000" flipH="1">
                <a:off x="795166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6" name="Google Shape;3316;p50"/>
              <p:cNvCxnSpPr/>
              <p:nvPr/>
            </p:nvCxnSpPr>
            <p:spPr>
              <a:xfrm>
                <a:off x="1365393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7" name="Google Shape;3317;p50"/>
              <p:cNvCxnSpPr/>
              <p:nvPr/>
            </p:nvCxnSpPr>
            <p:spPr>
              <a:xfrm rot="10800000" flipH="1">
                <a:off x="1935621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8" name="Google Shape;3318;p50"/>
              <p:cNvCxnSpPr/>
              <p:nvPr/>
            </p:nvCxnSpPr>
            <p:spPr>
              <a:xfrm>
                <a:off x="2505848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9" name="Google Shape;3319;p50"/>
              <p:cNvCxnSpPr/>
              <p:nvPr/>
            </p:nvCxnSpPr>
            <p:spPr>
              <a:xfrm rot="10800000" flipH="1">
                <a:off x="3076076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0" name="Google Shape;3320;p50"/>
              <p:cNvCxnSpPr/>
              <p:nvPr/>
            </p:nvCxnSpPr>
            <p:spPr>
              <a:xfrm>
                <a:off x="3646303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1" name="Google Shape;3321;p50"/>
              <p:cNvCxnSpPr/>
              <p:nvPr/>
            </p:nvCxnSpPr>
            <p:spPr>
              <a:xfrm rot="10800000" flipH="1">
                <a:off x="4216531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2" name="Google Shape;3322;p50"/>
              <p:cNvCxnSpPr/>
              <p:nvPr/>
            </p:nvCxnSpPr>
            <p:spPr>
              <a:xfrm rot="10800000" flipH="1">
                <a:off x="-345289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3" name="Google Shape;3323;p50"/>
              <p:cNvCxnSpPr/>
              <p:nvPr/>
            </p:nvCxnSpPr>
            <p:spPr>
              <a:xfrm>
                <a:off x="224938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4" name="Google Shape;3324;p50"/>
              <p:cNvCxnSpPr/>
              <p:nvPr/>
            </p:nvCxnSpPr>
            <p:spPr>
              <a:xfrm rot="10800000" flipH="1">
                <a:off x="795166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5" name="Google Shape;3325;p50"/>
              <p:cNvCxnSpPr/>
              <p:nvPr/>
            </p:nvCxnSpPr>
            <p:spPr>
              <a:xfrm>
                <a:off x="1365393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6" name="Google Shape;3326;p50"/>
              <p:cNvCxnSpPr/>
              <p:nvPr/>
            </p:nvCxnSpPr>
            <p:spPr>
              <a:xfrm rot="10800000" flipH="1">
                <a:off x="1935621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7" name="Google Shape;3327;p50"/>
              <p:cNvCxnSpPr/>
              <p:nvPr/>
            </p:nvCxnSpPr>
            <p:spPr>
              <a:xfrm>
                <a:off x="2505848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8" name="Google Shape;3328;p50"/>
              <p:cNvCxnSpPr/>
              <p:nvPr/>
            </p:nvCxnSpPr>
            <p:spPr>
              <a:xfrm rot="10800000" flipH="1">
                <a:off x="3076076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9" name="Google Shape;3329;p50"/>
              <p:cNvCxnSpPr/>
              <p:nvPr/>
            </p:nvCxnSpPr>
            <p:spPr>
              <a:xfrm>
                <a:off x="3646303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0" name="Google Shape;3330;p50"/>
              <p:cNvCxnSpPr/>
              <p:nvPr/>
            </p:nvCxnSpPr>
            <p:spPr>
              <a:xfrm rot="10800000" flipH="1">
                <a:off x="4216531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1" name="Google Shape;3331;p50"/>
              <p:cNvCxnSpPr/>
              <p:nvPr/>
            </p:nvCxnSpPr>
            <p:spPr>
              <a:xfrm rot="10800000" flipH="1">
                <a:off x="-345289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2" name="Google Shape;3332;p50"/>
              <p:cNvCxnSpPr/>
              <p:nvPr/>
            </p:nvCxnSpPr>
            <p:spPr>
              <a:xfrm>
                <a:off x="224938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3" name="Google Shape;3333;p50"/>
              <p:cNvCxnSpPr/>
              <p:nvPr/>
            </p:nvCxnSpPr>
            <p:spPr>
              <a:xfrm rot="10800000" flipH="1">
                <a:off x="795166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4" name="Google Shape;3334;p50"/>
              <p:cNvCxnSpPr/>
              <p:nvPr/>
            </p:nvCxnSpPr>
            <p:spPr>
              <a:xfrm>
                <a:off x="1365393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5" name="Google Shape;3335;p50"/>
              <p:cNvCxnSpPr/>
              <p:nvPr/>
            </p:nvCxnSpPr>
            <p:spPr>
              <a:xfrm rot="10800000" flipH="1">
                <a:off x="1935621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6" name="Google Shape;3336;p50"/>
              <p:cNvCxnSpPr/>
              <p:nvPr/>
            </p:nvCxnSpPr>
            <p:spPr>
              <a:xfrm>
                <a:off x="2505848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7" name="Google Shape;3337;p50"/>
              <p:cNvCxnSpPr/>
              <p:nvPr/>
            </p:nvCxnSpPr>
            <p:spPr>
              <a:xfrm rot="10800000" flipH="1">
                <a:off x="3076076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8" name="Google Shape;3338;p50"/>
              <p:cNvCxnSpPr/>
              <p:nvPr/>
            </p:nvCxnSpPr>
            <p:spPr>
              <a:xfrm>
                <a:off x="3646303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9" name="Google Shape;3339;p50"/>
              <p:cNvCxnSpPr/>
              <p:nvPr/>
            </p:nvCxnSpPr>
            <p:spPr>
              <a:xfrm rot="10800000" flipH="1">
                <a:off x="4216531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0" name="Google Shape;3340;p50"/>
              <p:cNvCxnSpPr/>
              <p:nvPr/>
            </p:nvCxnSpPr>
            <p:spPr>
              <a:xfrm rot="10800000" flipH="1">
                <a:off x="-345289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1" name="Google Shape;3341;p50"/>
              <p:cNvCxnSpPr/>
              <p:nvPr/>
            </p:nvCxnSpPr>
            <p:spPr>
              <a:xfrm>
                <a:off x="224938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2" name="Google Shape;3342;p50"/>
              <p:cNvCxnSpPr/>
              <p:nvPr/>
            </p:nvCxnSpPr>
            <p:spPr>
              <a:xfrm rot="10800000" flipH="1">
                <a:off x="795166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3" name="Google Shape;3343;p50"/>
              <p:cNvCxnSpPr/>
              <p:nvPr/>
            </p:nvCxnSpPr>
            <p:spPr>
              <a:xfrm>
                <a:off x="1365393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4" name="Google Shape;3344;p50"/>
              <p:cNvCxnSpPr/>
              <p:nvPr/>
            </p:nvCxnSpPr>
            <p:spPr>
              <a:xfrm rot="10800000" flipH="1">
                <a:off x="1935621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5" name="Google Shape;3345;p50"/>
              <p:cNvCxnSpPr/>
              <p:nvPr/>
            </p:nvCxnSpPr>
            <p:spPr>
              <a:xfrm>
                <a:off x="2505848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6" name="Google Shape;3346;p50"/>
              <p:cNvCxnSpPr/>
              <p:nvPr/>
            </p:nvCxnSpPr>
            <p:spPr>
              <a:xfrm rot="10800000" flipH="1">
                <a:off x="3076076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7" name="Google Shape;3347;p50"/>
              <p:cNvCxnSpPr/>
              <p:nvPr/>
            </p:nvCxnSpPr>
            <p:spPr>
              <a:xfrm>
                <a:off x="3646303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8" name="Google Shape;3348;p50"/>
              <p:cNvCxnSpPr/>
              <p:nvPr/>
            </p:nvCxnSpPr>
            <p:spPr>
              <a:xfrm rot="10800000" flipH="1">
                <a:off x="4216531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9" name="Google Shape;3349;p50"/>
              <p:cNvCxnSpPr/>
              <p:nvPr/>
            </p:nvCxnSpPr>
            <p:spPr>
              <a:xfrm rot="10800000" flipH="1">
                <a:off x="-345289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0" name="Google Shape;3350;p50"/>
              <p:cNvCxnSpPr/>
              <p:nvPr/>
            </p:nvCxnSpPr>
            <p:spPr>
              <a:xfrm>
                <a:off x="224938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1" name="Google Shape;3351;p50"/>
              <p:cNvCxnSpPr/>
              <p:nvPr/>
            </p:nvCxnSpPr>
            <p:spPr>
              <a:xfrm rot="10800000" flipH="1">
                <a:off x="795166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2" name="Google Shape;3352;p50"/>
              <p:cNvCxnSpPr/>
              <p:nvPr/>
            </p:nvCxnSpPr>
            <p:spPr>
              <a:xfrm>
                <a:off x="1365393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3" name="Google Shape;3353;p50"/>
              <p:cNvCxnSpPr/>
              <p:nvPr/>
            </p:nvCxnSpPr>
            <p:spPr>
              <a:xfrm rot="10800000" flipH="1">
                <a:off x="1935621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4" name="Google Shape;3354;p50"/>
              <p:cNvCxnSpPr/>
              <p:nvPr/>
            </p:nvCxnSpPr>
            <p:spPr>
              <a:xfrm>
                <a:off x="2505848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5" name="Google Shape;3355;p50"/>
              <p:cNvCxnSpPr/>
              <p:nvPr/>
            </p:nvCxnSpPr>
            <p:spPr>
              <a:xfrm rot="10800000" flipH="1">
                <a:off x="3076076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6" name="Google Shape;3356;p50"/>
              <p:cNvCxnSpPr/>
              <p:nvPr/>
            </p:nvCxnSpPr>
            <p:spPr>
              <a:xfrm>
                <a:off x="3646303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7" name="Google Shape;3357;p50"/>
              <p:cNvCxnSpPr/>
              <p:nvPr/>
            </p:nvCxnSpPr>
            <p:spPr>
              <a:xfrm rot="10800000" flipH="1">
                <a:off x="4216531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8" name="Google Shape;3358;p50"/>
              <p:cNvCxnSpPr/>
              <p:nvPr/>
            </p:nvCxnSpPr>
            <p:spPr>
              <a:xfrm rot="10800000" flipH="1">
                <a:off x="-345289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9" name="Google Shape;3359;p50"/>
              <p:cNvCxnSpPr/>
              <p:nvPr/>
            </p:nvCxnSpPr>
            <p:spPr>
              <a:xfrm>
                <a:off x="224938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0" name="Google Shape;3360;p50"/>
              <p:cNvCxnSpPr/>
              <p:nvPr/>
            </p:nvCxnSpPr>
            <p:spPr>
              <a:xfrm rot="10800000" flipH="1">
                <a:off x="795166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1" name="Google Shape;3361;p50"/>
              <p:cNvCxnSpPr/>
              <p:nvPr/>
            </p:nvCxnSpPr>
            <p:spPr>
              <a:xfrm>
                <a:off x="1365393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2" name="Google Shape;3362;p50"/>
              <p:cNvCxnSpPr/>
              <p:nvPr/>
            </p:nvCxnSpPr>
            <p:spPr>
              <a:xfrm rot="10800000" flipH="1">
                <a:off x="1935621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3" name="Google Shape;3363;p50"/>
              <p:cNvCxnSpPr/>
              <p:nvPr/>
            </p:nvCxnSpPr>
            <p:spPr>
              <a:xfrm>
                <a:off x="2505848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4" name="Google Shape;3364;p50"/>
              <p:cNvCxnSpPr/>
              <p:nvPr/>
            </p:nvCxnSpPr>
            <p:spPr>
              <a:xfrm rot="10800000" flipH="1">
                <a:off x="3076076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5" name="Google Shape;3365;p50"/>
              <p:cNvCxnSpPr/>
              <p:nvPr/>
            </p:nvCxnSpPr>
            <p:spPr>
              <a:xfrm>
                <a:off x="3646303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6" name="Google Shape;3366;p50"/>
              <p:cNvCxnSpPr/>
              <p:nvPr/>
            </p:nvCxnSpPr>
            <p:spPr>
              <a:xfrm rot="10800000" flipH="1">
                <a:off x="4216531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7" name="Google Shape;3367;p50"/>
              <p:cNvCxnSpPr/>
              <p:nvPr/>
            </p:nvCxnSpPr>
            <p:spPr>
              <a:xfrm rot="10800000" flipH="1">
                <a:off x="-345289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8" name="Google Shape;3368;p50"/>
              <p:cNvCxnSpPr/>
              <p:nvPr/>
            </p:nvCxnSpPr>
            <p:spPr>
              <a:xfrm>
                <a:off x="224938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9" name="Google Shape;3369;p50"/>
              <p:cNvCxnSpPr/>
              <p:nvPr/>
            </p:nvCxnSpPr>
            <p:spPr>
              <a:xfrm rot="10800000" flipH="1">
                <a:off x="795166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0" name="Google Shape;3370;p50"/>
              <p:cNvCxnSpPr/>
              <p:nvPr/>
            </p:nvCxnSpPr>
            <p:spPr>
              <a:xfrm>
                <a:off x="1365393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1" name="Google Shape;3371;p50"/>
              <p:cNvCxnSpPr/>
              <p:nvPr/>
            </p:nvCxnSpPr>
            <p:spPr>
              <a:xfrm rot="10800000" flipH="1">
                <a:off x="1935621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2" name="Google Shape;3372;p50"/>
              <p:cNvCxnSpPr/>
              <p:nvPr/>
            </p:nvCxnSpPr>
            <p:spPr>
              <a:xfrm>
                <a:off x="2505848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3" name="Google Shape;3373;p50"/>
              <p:cNvCxnSpPr/>
              <p:nvPr/>
            </p:nvCxnSpPr>
            <p:spPr>
              <a:xfrm rot="10800000" flipH="1">
                <a:off x="3076076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4" name="Google Shape;3374;p50"/>
              <p:cNvCxnSpPr/>
              <p:nvPr/>
            </p:nvCxnSpPr>
            <p:spPr>
              <a:xfrm>
                <a:off x="3646303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5" name="Google Shape;3375;p50"/>
              <p:cNvCxnSpPr/>
              <p:nvPr/>
            </p:nvCxnSpPr>
            <p:spPr>
              <a:xfrm rot="10800000" flipH="1">
                <a:off x="4216531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6" name="Google Shape;3376;p50"/>
              <p:cNvCxnSpPr/>
              <p:nvPr/>
            </p:nvCxnSpPr>
            <p:spPr>
              <a:xfrm rot="10800000" flipH="1">
                <a:off x="-345289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7" name="Google Shape;3377;p50"/>
              <p:cNvCxnSpPr/>
              <p:nvPr/>
            </p:nvCxnSpPr>
            <p:spPr>
              <a:xfrm>
                <a:off x="224938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8" name="Google Shape;3378;p50"/>
              <p:cNvCxnSpPr/>
              <p:nvPr/>
            </p:nvCxnSpPr>
            <p:spPr>
              <a:xfrm rot="10800000" flipH="1">
                <a:off x="795166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9" name="Google Shape;3379;p50"/>
              <p:cNvCxnSpPr/>
              <p:nvPr/>
            </p:nvCxnSpPr>
            <p:spPr>
              <a:xfrm>
                <a:off x="1365393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0" name="Google Shape;3380;p50"/>
              <p:cNvCxnSpPr/>
              <p:nvPr/>
            </p:nvCxnSpPr>
            <p:spPr>
              <a:xfrm rot="10800000" flipH="1">
                <a:off x="1935621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1" name="Google Shape;3381;p50"/>
              <p:cNvCxnSpPr/>
              <p:nvPr/>
            </p:nvCxnSpPr>
            <p:spPr>
              <a:xfrm>
                <a:off x="2505848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2" name="Google Shape;3382;p50"/>
              <p:cNvCxnSpPr/>
              <p:nvPr/>
            </p:nvCxnSpPr>
            <p:spPr>
              <a:xfrm rot="10800000" flipH="1">
                <a:off x="3076076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3" name="Google Shape;3383;p50"/>
              <p:cNvCxnSpPr/>
              <p:nvPr/>
            </p:nvCxnSpPr>
            <p:spPr>
              <a:xfrm>
                <a:off x="3646303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4" name="Google Shape;3384;p50"/>
              <p:cNvCxnSpPr/>
              <p:nvPr/>
            </p:nvCxnSpPr>
            <p:spPr>
              <a:xfrm rot="10800000" flipH="1">
                <a:off x="4216531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5" name="Google Shape;3385;p50"/>
              <p:cNvCxnSpPr/>
              <p:nvPr/>
            </p:nvCxnSpPr>
            <p:spPr>
              <a:xfrm rot="10800000" flipH="1">
                <a:off x="-345289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6" name="Google Shape;3386;p50"/>
              <p:cNvCxnSpPr/>
              <p:nvPr/>
            </p:nvCxnSpPr>
            <p:spPr>
              <a:xfrm>
                <a:off x="224938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7" name="Google Shape;3387;p50"/>
              <p:cNvCxnSpPr/>
              <p:nvPr/>
            </p:nvCxnSpPr>
            <p:spPr>
              <a:xfrm rot="10800000" flipH="1">
                <a:off x="795166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8" name="Google Shape;3388;p50"/>
              <p:cNvCxnSpPr/>
              <p:nvPr/>
            </p:nvCxnSpPr>
            <p:spPr>
              <a:xfrm>
                <a:off x="1365393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9" name="Google Shape;3389;p50"/>
              <p:cNvCxnSpPr/>
              <p:nvPr/>
            </p:nvCxnSpPr>
            <p:spPr>
              <a:xfrm rot="10800000" flipH="1">
                <a:off x="1935621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0" name="Google Shape;3390;p50"/>
              <p:cNvCxnSpPr/>
              <p:nvPr/>
            </p:nvCxnSpPr>
            <p:spPr>
              <a:xfrm>
                <a:off x="2505848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1" name="Google Shape;3391;p50"/>
              <p:cNvCxnSpPr/>
              <p:nvPr/>
            </p:nvCxnSpPr>
            <p:spPr>
              <a:xfrm rot="10800000" flipH="1">
                <a:off x="3076076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2" name="Google Shape;3392;p50"/>
              <p:cNvCxnSpPr/>
              <p:nvPr/>
            </p:nvCxnSpPr>
            <p:spPr>
              <a:xfrm>
                <a:off x="3646303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3" name="Google Shape;3393;p50"/>
              <p:cNvCxnSpPr/>
              <p:nvPr/>
            </p:nvCxnSpPr>
            <p:spPr>
              <a:xfrm rot="10800000" flipH="1">
                <a:off x="4216531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4" name="Google Shape;3394;p50"/>
              <p:cNvCxnSpPr/>
              <p:nvPr/>
            </p:nvCxnSpPr>
            <p:spPr>
              <a:xfrm rot="10800000" flipH="1">
                <a:off x="-345289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5" name="Google Shape;3395;p50"/>
              <p:cNvCxnSpPr/>
              <p:nvPr/>
            </p:nvCxnSpPr>
            <p:spPr>
              <a:xfrm>
                <a:off x="224938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6" name="Google Shape;3396;p50"/>
              <p:cNvCxnSpPr/>
              <p:nvPr/>
            </p:nvCxnSpPr>
            <p:spPr>
              <a:xfrm rot="10800000" flipH="1">
                <a:off x="795166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7" name="Google Shape;3397;p50"/>
              <p:cNvCxnSpPr/>
              <p:nvPr/>
            </p:nvCxnSpPr>
            <p:spPr>
              <a:xfrm>
                <a:off x="1365393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8" name="Google Shape;3398;p50"/>
              <p:cNvCxnSpPr/>
              <p:nvPr/>
            </p:nvCxnSpPr>
            <p:spPr>
              <a:xfrm rot="10800000" flipH="1">
                <a:off x="1935621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9" name="Google Shape;3399;p50"/>
              <p:cNvCxnSpPr/>
              <p:nvPr/>
            </p:nvCxnSpPr>
            <p:spPr>
              <a:xfrm>
                <a:off x="2505848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0" name="Google Shape;3400;p50"/>
              <p:cNvCxnSpPr/>
              <p:nvPr/>
            </p:nvCxnSpPr>
            <p:spPr>
              <a:xfrm rot="10800000" flipH="1">
                <a:off x="3076076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1" name="Google Shape;3401;p50"/>
              <p:cNvCxnSpPr/>
              <p:nvPr/>
            </p:nvCxnSpPr>
            <p:spPr>
              <a:xfrm>
                <a:off x="3646303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2" name="Google Shape;3402;p50"/>
              <p:cNvCxnSpPr/>
              <p:nvPr/>
            </p:nvCxnSpPr>
            <p:spPr>
              <a:xfrm rot="10800000" flipH="1">
                <a:off x="4216531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3" name="Google Shape;3403;p50"/>
              <p:cNvCxnSpPr/>
              <p:nvPr/>
            </p:nvCxnSpPr>
            <p:spPr>
              <a:xfrm rot="10800000" flipH="1">
                <a:off x="-345289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4" name="Google Shape;3404;p50"/>
              <p:cNvCxnSpPr/>
              <p:nvPr/>
            </p:nvCxnSpPr>
            <p:spPr>
              <a:xfrm>
                <a:off x="224938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5" name="Google Shape;3405;p50"/>
              <p:cNvCxnSpPr/>
              <p:nvPr/>
            </p:nvCxnSpPr>
            <p:spPr>
              <a:xfrm rot="10800000" flipH="1">
                <a:off x="795166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6" name="Google Shape;3406;p50"/>
              <p:cNvCxnSpPr/>
              <p:nvPr/>
            </p:nvCxnSpPr>
            <p:spPr>
              <a:xfrm>
                <a:off x="1365393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7" name="Google Shape;3407;p50"/>
              <p:cNvCxnSpPr/>
              <p:nvPr/>
            </p:nvCxnSpPr>
            <p:spPr>
              <a:xfrm rot="10800000" flipH="1">
                <a:off x="1935621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8" name="Google Shape;3408;p50"/>
              <p:cNvCxnSpPr/>
              <p:nvPr/>
            </p:nvCxnSpPr>
            <p:spPr>
              <a:xfrm>
                <a:off x="2505848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9" name="Google Shape;3409;p50"/>
              <p:cNvCxnSpPr/>
              <p:nvPr/>
            </p:nvCxnSpPr>
            <p:spPr>
              <a:xfrm rot="10800000" flipH="1">
                <a:off x="3076076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0" name="Google Shape;3410;p50"/>
              <p:cNvCxnSpPr/>
              <p:nvPr/>
            </p:nvCxnSpPr>
            <p:spPr>
              <a:xfrm>
                <a:off x="3646303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1" name="Google Shape;3411;p50"/>
              <p:cNvCxnSpPr/>
              <p:nvPr/>
            </p:nvCxnSpPr>
            <p:spPr>
              <a:xfrm rot="10800000" flipH="1">
                <a:off x="4216531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2" name="Google Shape;3412;p50"/>
              <p:cNvCxnSpPr/>
              <p:nvPr/>
            </p:nvCxnSpPr>
            <p:spPr>
              <a:xfrm rot="10800000" flipH="1">
                <a:off x="-345289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3" name="Google Shape;3413;p50"/>
              <p:cNvCxnSpPr/>
              <p:nvPr/>
            </p:nvCxnSpPr>
            <p:spPr>
              <a:xfrm>
                <a:off x="224938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4" name="Google Shape;3414;p50"/>
              <p:cNvCxnSpPr/>
              <p:nvPr/>
            </p:nvCxnSpPr>
            <p:spPr>
              <a:xfrm rot="10800000" flipH="1">
                <a:off x="795166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5" name="Google Shape;3415;p50"/>
              <p:cNvCxnSpPr/>
              <p:nvPr/>
            </p:nvCxnSpPr>
            <p:spPr>
              <a:xfrm>
                <a:off x="1365393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6" name="Google Shape;3416;p50"/>
              <p:cNvCxnSpPr/>
              <p:nvPr/>
            </p:nvCxnSpPr>
            <p:spPr>
              <a:xfrm rot="10800000" flipH="1">
                <a:off x="1935621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7" name="Google Shape;3417;p50"/>
              <p:cNvCxnSpPr/>
              <p:nvPr/>
            </p:nvCxnSpPr>
            <p:spPr>
              <a:xfrm>
                <a:off x="2505848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8" name="Google Shape;3418;p50"/>
              <p:cNvCxnSpPr/>
              <p:nvPr/>
            </p:nvCxnSpPr>
            <p:spPr>
              <a:xfrm rot="10800000" flipH="1">
                <a:off x="3076076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9" name="Google Shape;3419;p50"/>
              <p:cNvCxnSpPr/>
              <p:nvPr/>
            </p:nvCxnSpPr>
            <p:spPr>
              <a:xfrm>
                <a:off x="3646303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0" name="Google Shape;3420;p50"/>
              <p:cNvCxnSpPr/>
              <p:nvPr/>
            </p:nvCxnSpPr>
            <p:spPr>
              <a:xfrm rot="10800000" flipH="1">
                <a:off x="4216531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1" name="Google Shape;3421;p50"/>
              <p:cNvCxnSpPr/>
              <p:nvPr/>
            </p:nvCxnSpPr>
            <p:spPr>
              <a:xfrm>
                <a:off x="4786753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2" name="Google Shape;3422;p50"/>
              <p:cNvCxnSpPr/>
              <p:nvPr/>
            </p:nvCxnSpPr>
            <p:spPr>
              <a:xfrm>
                <a:off x="4786753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3" name="Google Shape;3423;p50"/>
              <p:cNvCxnSpPr/>
              <p:nvPr/>
            </p:nvCxnSpPr>
            <p:spPr>
              <a:xfrm>
                <a:off x="4786753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4" name="Google Shape;3424;p50"/>
              <p:cNvCxnSpPr/>
              <p:nvPr/>
            </p:nvCxnSpPr>
            <p:spPr>
              <a:xfrm>
                <a:off x="4786753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5" name="Google Shape;3425;p50"/>
              <p:cNvCxnSpPr/>
              <p:nvPr/>
            </p:nvCxnSpPr>
            <p:spPr>
              <a:xfrm>
                <a:off x="4786753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6" name="Google Shape;3426;p50"/>
              <p:cNvCxnSpPr/>
              <p:nvPr/>
            </p:nvCxnSpPr>
            <p:spPr>
              <a:xfrm>
                <a:off x="4786753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7" name="Google Shape;3427;p50"/>
              <p:cNvCxnSpPr/>
              <p:nvPr/>
            </p:nvCxnSpPr>
            <p:spPr>
              <a:xfrm>
                <a:off x="4786753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8" name="Google Shape;3428;p50"/>
              <p:cNvCxnSpPr/>
              <p:nvPr/>
            </p:nvCxnSpPr>
            <p:spPr>
              <a:xfrm>
                <a:off x="4786753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9" name="Google Shape;3429;p50"/>
              <p:cNvCxnSpPr/>
              <p:nvPr/>
            </p:nvCxnSpPr>
            <p:spPr>
              <a:xfrm>
                <a:off x="4786753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0" name="Google Shape;3430;p50"/>
              <p:cNvCxnSpPr/>
              <p:nvPr/>
            </p:nvCxnSpPr>
            <p:spPr>
              <a:xfrm>
                <a:off x="4786753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1" name="Google Shape;3431;p50"/>
              <p:cNvCxnSpPr/>
              <p:nvPr/>
            </p:nvCxnSpPr>
            <p:spPr>
              <a:xfrm>
                <a:off x="4786753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2" name="Google Shape;3432;p50"/>
              <p:cNvCxnSpPr/>
              <p:nvPr/>
            </p:nvCxnSpPr>
            <p:spPr>
              <a:xfrm>
                <a:off x="4786753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3" name="Google Shape;3433;p50"/>
              <p:cNvCxnSpPr/>
              <p:nvPr/>
            </p:nvCxnSpPr>
            <p:spPr>
              <a:xfrm>
                <a:off x="4786753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4" name="Google Shape;3434;p50"/>
              <p:cNvCxnSpPr/>
              <p:nvPr/>
            </p:nvCxnSpPr>
            <p:spPr>
              <a:xfrm>
                <a:off x="4786753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5" name="Google Shape;3435;p50"/>
              <p:cNvCxnSpPr/>
              <p:nvPr/>
            </p:nvCxnSpPr>
            <p:spPr>
              <a:xfrm>
                <a:off x="4786753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436" name="Google Shape;3436;p50"/>
          <p:cNvGrpSpPr/>
          <p:nvPr/>
        </p:nvGrpSpPr>
        <p:grpSpPr>
          <a:xfrm>
            <a:off x="-172442" y="12"/>
            <a:ext cx="9485433" cy="5144772"/>
            <a:chOff x="-172442" y="12"/>
            <a:chExt cx="9485433" cy="5144772"/>
          </a:xfrm>
        </p:grpSpPr>
        <p:grpSp>
          <p:nvGrpSpPr>
            <p:cNvPr id="3437" name="Google Shape;3437;p50"/>
            <p:cNvGrpSpPr/>
            <p:nvPr/>
          </p:nvGrpSpPr>
          <p:grpSpPr>
            <a:xfrm>
              <a:off x="-172442" y="12"/>
              <a:ext cx="2255253" cy="3207241"/>
              <a:chOff x="2358475" y="838125"/>
              <a:chExt cx="3237050" cy="4603475"/>
            </a:xfrm>
          </p:grpSpPr>
          <p:sp>
            <p:nvSpPr>
              <p:cNvPr id="3438" name="Google Shape;3438;p50"/>
              <p:cNvSpPr/>
              <p:nvPr/>
            </p:nvSpPr>
            <p:spPr>
              <a:xfrm>
                <a:off x="4395500" y="8381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0" y="24001"/>
                    </a:lnTo>
                    <a:lnTo>
                      <a:pt x="24000" y="24001"/>
                    </a:lnTo>
                    <a:lnTo>
                      <a:pt x="2400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50"/>
              <p:cNvSpPr/>
              <p:nvPr/>
            </p:nvSpPr>
            <p:spPr>
              <a:xfrm>
                <a:off x="3194200" y="2038150"/>
                <a:ext cx="601300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52" extrusionOk="0">
                    <a:moveTo>
                      <a:pt x="1" y="0"/>
                    </a:moveTo>
                    <a:lnTo>
                      <a:pt x="1" y="24051"/>
                    </a:lnTo>
                    <a:lnTo>
                      <a:pt x="24052" y="24051"/>
                    </a:lnTo>
                    <a:lnTo>
                      <a:pt x="2405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50"/>
              <p:cNvSpPr/>
              <p:nvPr/>
            </p:nvSpPr>
            <p:spPr>
              <a:xfrm>
                <a:off x="3142525" y="1438125"/>
                <a:ext cx="1253000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50120" h="24052" extrusionOk="0">
                    <a:moveTo>
                      <a:pt x="1" y="1"/>
                    </a:moveTo>
                    <a:lnTo>
                      <a:pt x="1" y="24052"/>
                    </a:lnTo>
                    <a:lnTo>
                      <a:pt x="50119" y="24052"/>
                    </a:lnTo>
                    <a:lnTo>
                      <a:pt x="501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1" name="Google Shape;3441;p50"/>
              <p:cNvSpPr/>
              <p:nvPr/>
            </p:nvSpPr>
            <p:spPr>
              <a:xfrm>
                <a:off x="2594200" y="8381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0" y="24001"/>
                    </a:ln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2" name="Google Shape;3442;p50"/>
              <p:cNvSpPr/>
              <p:nvPr/>
            </p:nvSpPr>
            <p:spPr>
              <a:xfrm>
                <a:off x="3194200" y="838125"/>
                <a:ext cx="60130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01" extrusionOk="0">
                    <a:moveTo>
                      <a:pt x="1" y="0"/>
                    </a:moveTo>
                    <a:lnTo>
                      <a:pt x="1" y="24001"/>
                    </a:lnTo>
                    <a:lnTo>
                      <a:pt x="24052" y="24001"/>
                    </a:lnTo>
                    <a:lnTo>
                      <a:pt x="2405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3" name="Google Shape;3443;p50"/>
              <p:cNvSpPr/>
              <p:nvPr/>
            </p:nvSpPr>
            <p:spPr>
              <a:xfrm>
                <a:off x="3194200" y="838125"/>
                <a:ext cx="6000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1" extrusionOk="0">
                    <a:moveTo>
                      <a:pt x="24001" y="0"/>
                    </a:moveTo>
                    <a:lnTo>
                      <a:pt x="1" y="0"/>
                    </a:lnTo>
                  </a:path>
                </a:pathLst>
              </a:custGeom>
              <a:solidFill>
                <a:srgbClr val="A61D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4" name="Google Shape;3444;p50"/>
              <p:cNvSpPr/>
              <p:nvPr/>
            </p:nvSpPr>
            <p:spPr>
              <a:xfrm>
                <a:off x="3194200" y="838125"/>
                <a:ext cx="60130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01" extrusionOk="0">
                    <a:moveTo>
                      <a:pt x="1" y="0"/>
                    </a:moveTo>
                    <a:lnTo>
                      <a:pt x="24052" y="24001"/>
                    </a:lnTo>
                    <a:lnTo>
                      <a:pt x="240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5" name="Google Shape;3445;p50"/>
              <p:cNvSpPr/>
              <p:nvPr/>
            </p:nvSpPr>
            <p:spPr>
              <a:xfrm>
                <a:off x="3795475" y="838125"/>
                <a:ext cx="60005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24001" extrusionOk="0">
                    <a:moveTo>
                      <a:pt x="1" y="0"/>
                    </a:moveTo>
                    <a:lnTo>
                      <a:pt x="1" y="24001"/>
                    </a:lnTo>
                    <a:lnTo>
                      <a:pt x="24001" y="240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6" name="Google Shape;3446;p50"/>
              <p:cNvSpPr/>
              <p:nvPr/>
            </p:nvSpPr>
            <p:spPr>
              <a:xfrm>
                <a:off x="4995500" y="8381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24001" y="0"/>
                    </a:moveTo>
                    <a:lnTo>
                      <a:pt x="0" y="24001"/>
                    </a:ln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7" name="Google Shape;3447;p50"/>
              <p:cNvSpPr/>
              <p:nvPr/>
            </p:nvSpPr>
            <p:spPr>
              <a:xfrm>
                <a:off x="3795475" y="1438125"/>
                <a:ext cx="600050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24052" extrusionOk="0">
                    <a:moveTo>
                      <a:pt x="24001" y="1"/>
                    </a:moveTo>
                    <a:lnTo>
                      <a:pt x="1" y="24052"/>
                    </a:lnTo>
                    <a:lnTo>
                      <a:pt x="24001" y="24052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8" name="Google Shape;3448;p50"/>
              <p:cNvSpPr/>
              <p:nvPr/>
            </p:nvSpPr>
            <p:spPr>
              <a:xfrm>
                <a:off x="2594200" y="26394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0" y="24001"/>
                    </a:ln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9" name="Google Shape;3449;p50"/>
              <p:cNvSpPr/>
              <p:nvPr/>
            </p:nvSpPr>
            <p:spPr>
              <a:xfrm>
                <a:off x="3795475" y="2039400"/>
                <a:ext cx="600050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24002" extrusionOk="0">
                    <a:moveTo>
                      <a:pt x="1" y="1"/>
                    </a:moveTo>
                    <a:lnTo>
                      <a:pt x="1" y="24001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0" name="Google Shape;3450;p50"/>
              <p:cNvSpPr/>
              <p:nvPr/>
            </p:nvSpPr>
            <p:spPr>
              <a:xfrm>
                <a:off x="3194200" y="1438125"/>
                <a:ext cx="601300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52" extrusionOk="0">
                    <a:moveTo>
                      <a:pt x="1" y="1"/>
                    </a:moveTo>
                    <a:lnTo>
                      <a:pt x="1" y="24052"/>
                    </a:lnTo>
                    <a:lnTo>
                      <a:pt x="2405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1" name="Google Shape;3451;p50"/>
              <p:cNvSpPr/>
              <p:nvPr/>
            </p:nvSpPr>
            <p:spPr>
              <a:xfrm>
                <a:off x="2594200" y="1438125"/>
                <a:ext cx="600025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52" extrusionOk="0">
                    <a:moveTo>
                      <a:pt x="0" y="1"/>
                    </a:moveTo>
                    <a:lnTo>
                      <a:pt x="0" y="24052"/>
                    </a:lnTo>
                    <a:lnTo>
                      <a:pt x="24001" y="24052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2" name="Google Shape;3452;p50"/>
              <p:cNvSpPr/>
              <p:nvPr/>
            </p:nvSpPr>
            <p:spPr>
              <a:xfrm>
                <a:off x="2594200" y="26394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3" name="Google Shape;3453;p50"/>
              <p:cNvSpPr/>
              <p:nvPr/>
            </p:nvSpPr>
            <p:spPr>
              <a:xfrm>
                <a:off x="2594200" y="2039400"/>
                <a:ext cx="600025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2" extrusionOk="0">
                    <a:moveTo>
                      <a:pt x="0" y="1"/>
                    </a:moveTo>
                    <a:lnTo>
                      <a:pt x="24001" y="24001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4" name="Google Shape;3454;p50"/>
              <p:cNvSpPr/>
              <p:nvPr/>
            </p:nvSpPr>
            <p:spPr>
              <a:xfrm>
                <a:off x="2594200" y="3239425"/>
                <a:ext cx="600025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2" extrusionOk="0">
                    <a:moveTo>
                      <a:pt x="0" y="1"/>
                    </a:moveTo>
                    <a:lnTo>
                      <a:pt x="0" y="24001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5" name="Google Shape;3455;p50"/>
              <p:cNvSpPr/>
              <p:nvPr/>
            </p:nvSpPr>
            <p:spPr>
              <a:xfrm>
                <a:off x="3194200" y="2039400"/>
                <a:ext cx="601300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02" extrusionOk="0">
                    <a:moveTo>
                      <a:pt x="1" y="1"/>
                    </a:moveTo>
                    <a:lnTo>
                      <a:pt x="1" y="24001"/>
                    </a:lnTo>
                    <a:lnTo>
                      <a:pt x="24052" y="240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6" name="Google Shape;3456;p50"/>
              <p:cNvSpPr/>
              <p:nvPr/>
            </p:nvSpPr>
            <p:spPr>
              <a:xfrm>
                <a:off x="3795475" y="2639425"/>
                <a:ext cx="60005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24001" extrusionOk="0">
                    <a:moveTo>
                      <a:pt x="1" y="0"/>
                    </a:move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50"/>
              <p:cNvSpPr/>
              <p:nvPr/>
            </p:nvSpPr>
            <p:spPr>
              <a:xfrm>
                <a:off x="3794225" y="838125"/>
                <a:ext cx="601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1" extrusionOk="0">
                    <a:moveTo>
                      <a:pt x="24051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A61D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50"/>
              <p:cNvSpPr/>
              <p:nvPr/>
            </p:nvSpPr>
            <p:spPr>
              <a:xfrm>
                <a:off x="4395500" y="838125"/>
                <a:ext cx="6000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1" extrusionOk="0">
                    <a:moveTo>
                      <a:pt x="24000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A61D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50"/>
              <p:cNvSpPr/>
              <p:nvPr/>
            </p:nvSpPr>
            <p:spPr>
              <a:xfrm>
                <a:off x="2594200" y="8381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50"/>
              <p:cNvSpPr/>
              <p:nvPr/>
            </p:nvSpPr>
            <p:spPr>
              <a:xfrm>
                <a:off x="3142525" y="2878925"/>
                <a:ext cx="60130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01" extrusionOk="0">
                    <a:moveTo>
                      <a:pt x="24051" y="0"/>
                    </a:moveTo>
                    <a:lnTo>
                      <a:pt x="1" y="24001"/>
                    </a:lnTo>
                    <a:lnTo>
                      <a:pt x="24051" y="24001"/>
                    </a:lnTo>
                    <a:lnTo>
                      <a:pt x="240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50"/>
              <p:cNvSpPr/>
              <p:nvPr/>
            </p:nvSpPr>
            <p:spPr>
              <a:xfrm>
                <a:off x="2594200" y="4404150"/>
                <a:ext cx="600025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2" extrusionOk="0">
                    <a:moveTo>
                      <a:pt x="0" y="1"/>
                    </a:moveTo>
                    <a:lnTo>
                      <a:pt x="0" y="24001"/>
                    </a:lnTo>
                    <a:lnTo>
                      <a:pt x="24001" y="240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50"/>
              <p:cNvSpPr/>
              <p:nvPr/>
            </p:nvSpPr>
            <p:spPr>
              <a:xfrm>
                <a:off x="4002200" y="3178925"/>
                <a:ext cx="121050" cy="121025"/>
              </a:xfrm>
              <a:custGeom>
                <a:avLst/>
                <a:gdLst/>
                <a:ahLst/>
                <a:cxnLst/>
                <a:rect l="l" t="t" r="r" b="b"/>
                <a:pathLst>
                  <a:path w="4842" h="4841" extrusionOk="0">
                    <a:moveTo>
                      <a:pt x="4841" y="0"/>
                    </a:moveTo>
                    <a:lnTo>
                      <a:pt x="1" y="4841"/>
                    </a:lnTo>
                    <a:lnTo>
                      <a:pt x="4841" y="4841"/>
                    </a:lnTo>
                    <a:lnTo>
                      <a:pt x="48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50"/>
              <p:cNvSpPr/>
              <p:nvPr/>
            </p:nvSpPr>
            <p:spPr>
              <a:xfrm>
                <a:off x="2716475" y="5086100"/>
                <a:ext cx="355475" cy="355500"/>
              </a:xfrm>
              <a:custGeom>
                <a:avLst/>
                <a:gdLst/>
                <a:ahLst/>
                <a:cxnLst/>
                <a:rect l="l" t="t" r="r" b="b"/>
                <a:pathLst>
                  <a:path w="14219" h="14220" extrusionOk="0">
                    <a:moveTo>
                      <a:pt x="14219" y="0"/>
                    </a:moveTo>
                    <a:lnTo>
                      <a:pt x="0" y="14219"/>
                    </a:lnTo>
                    <a:lnTo>
                      <a:pt x="14219" y="14219"/>
                    </a:lnTo>
                    <a:lnTo>
                      <a:pt x="142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50"/>
              <p:cNvSpPr/>
              <p:nvPr/>
            </p:nvSpPr>
            <p:spPr>
              <a:xfrm>
                <a:off x="4616075" y="1701575"/>
                <a:ext cx="341625" cy="341625"/>
              </a:xfrm>
              <a:custGeom>
                <a:avLst/>
                <a:gdLst/>
                <a:ahLst/>
                <a:cxnLst/>
                <a:rect l="l" t="t" r="r" b="b"/>
                <a:pathLst>
                  <a:path w="13665" h="13665" extrusionOk="0">
                    <a:moveTo>
                      <a:pt x="1" y="1"/>
                    </a:moveTo>
                    <a:lnTo>
                      <a:pt x="13665" y="13665"/>
                    </a:lnTo>
                    <a:lnTo>
                      <a:pt x="136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50"/>
              <p:cNvSpPr/>
              <p:nvPr/>
            </p:nvSpPr>
            <p:spPr>
              <a:xfrm>
                <a:off x="2901775" y="3642800"/>
                <a:ext cx="388250" cy="872300"/>
              </a:xfrm>
              <a:custGeom>
                <a:avLst/>
                <a:gdLst/>
                <a:ahLst/>
                <a:cxnLst/>
                <a:rect l="l" t="t" r="r" b="b"/>
                <a:pathLst>
                  <a:path w="15530" h="34892" extrusionOk="0">
                    <a:moveTo>
                      <a:pt x="0" y="0"/>
                    </a:moveTo>
                    <a:lnTo>
                      <a:pt x="0" y="34892"/>
                    </a:lnTo>
                    <a:cubicBezTo>
                      <a:pt x="8874" y="33883"/>
                      <a:pt x="15530" y="26371"/>
                      <a:pt x="15530" y="17446"/>
                    </a:cubicBezTo>
                    <a:cubicBezTo>
                      <a:pt x="15530" y="8522"/>
                      <a:pt x="8874" y="1009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50"/>
              <p:cNvSpPr/>
              <p:nvPr/>
            </p:nvSpPr>
            <p:spPr>
              <a:xfrm>
                <a:off x="2358475" y="3505400"/>
                <a:ext cx="831975" cy="831975"/>
              </a:xfrm>
              <a:custGeom>
                <a:avLst/>
                <a:gdLst/>
                <a:ahLst/>
                <a:cxnLst/>
                <a:rect l="l" t="t" r="r" b="b"/>
                <a:pathLst>
                  <a:path w="33279" h="33279" fill="none" extrusionOk="0">
                    <a:moveTo>
                      <a:pt x="6253" y="33278"/>
                    </a:moveTo>
                    <a:lnTo>
                      <a:pt x="31514" y="8017"/>
                    </a:lnTo>
                    <a:cubicBezTo>
                      <a:pt x="33279" y="6303"/>
                      <a:pt x="33279" y="3479"/>
                      <a:pt x="31514" y="1765"/>
                    </a:cubicBezTo>
                    <a:lnTo>
                      <a:pt x="31514" y="1765"/>
                    </a:lnTo>
                    <a:cubicBezTo>
                      <a:pt x="29800" y="0"/>
                      <a:pt x="26976" y="0"/>
                      <a:pt x="25262" y="1765"/>
                    </a:cubicBezTo>
                    <a:lnTo>
                      <a:pt x="1" y="27026"/>
                    </a:lnTo>
                  </a:path>
                </a:pathLst>
              </a:custGeom>
              <a:noFill/>
              <a:ln w="16375" cap="flat" cmpd="sng">
                <a:solidFill>
                  <a:schemeClr val="dk1"/>
                </a:solidFill>
                <a:prstDash val="solid"/>
                <a:miter lim="5042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67" name="Google Shape;3467;p50"/>
            <p:cNvGrpSpPr/>
            <p:nvPr/>
          </p:nvGrpSpPr>
          <p:grpSpPr>
            <a:xfrm rot="10800000">
              <a:off x="7057739" y="1937543"/>
              <a:ext cx="2255253" cy="3207241"/>
              <a:chOff x="2358475" y="838125"/>
              <a:chExt cx="3237050" cy="4603475"/>
            </a:xfrm>
          </p:grpSpPr>
          <p:sp>
            <p:nvSpPr>
              <p:cNvPr id="3468" name="Google Shape;3468;p50"/>
              <p:cNvSpPr/>
              <p:nvPr/>
            </p:nvSpPr>
            <p:spPr>
              <a:xfrm>
                <a:off x="4395500" y="8381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0" y="24001"/>
                    </a:lnTo>
                    <a:lnTo>
                      <a:pt x="24000" y="24001"/>
                    </a:lnTo>
                    <a:lnTo>
                      <a:pt x="2400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50"/>
              <p:cNvSpPr/>
              <p:nvPr/>
            </p:nvSpPr>
            <p:spPr>
              <a:xfrm>
                <a:off x="3194200" y="2038150"/>
                <a:ext cx="601300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52" extrusionOk="0">
                    <a:moveTo>
                      <a:pt x="1" y="0"/>
                    </a:moveTo>
                    <a:lnTo>
                      <a:pt x="1" y="24051"/>
                    </a:lnTo>
                    <a:lnTo>
                      <a:pt x="24052" y="24051"/>
                    </a:lnTo>
                    <a:lnTo>
                      <a:pt x="2405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50"/>
              <p:cNvSpPr/>
              <p:nvPr/>
            </p:nvSpPr>
            <p:spPr>
              <a:xfrm>
                <a:off x="3142525" y="1438125"/>
                <a:ext cx="1253000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50120" h="24052" extrusionOk="0">
                    <a:moveTo>
                      <a:pt x="1" y="1"/>
                    </a:moveTo>
                    <a:lnTo>
                      <a:pt x="1" y="24052"/>
                    </a:lnTo>
                    <a:lnTo>
                      <a:pt x="50119" y="24052"/>
                    </a:lnTo>
                    <a:lnTo>
                      <a:pt x="501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50"/>
              <p:cNvSpPr/>
              <p:nvPr/>
            </p:nvSpPr>
            <p:spPr>
              <a:xfrm>
                <a:off x="2594200" y="8381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0" y="24001"/>
                    </a:ln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50"/>
              <p:cNvSpPr/>
              <p:nvPr/>
            </p:nvSpPr>
            <p:spPr>
              <a:xfrm>
                <a:off x="3194200" y="838125"/>
                <a:ext cx="60130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01" extrusionOk="0">
                    <a:moveTo>
                      <a:pt x="1" y="0"/>
                    </a:moveTo>
                    <a:lnTo>
                      <a:pt x="1" y="24001"/>
                    </a:lnTo>
                    <a:lnTo>
                      <a:pt x="24052" y="24001"/>
                    </a:lnTo>
                    <a:lnTo>
                      <a:pt x="2405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50"/>
              <p:cNvSpPr/>
              <p:nvPr/>
            </p:nvSpPr>
            <p:spPr>
              <a:xfrm>
                <a:off x="3194200" y="838125"/>
                <a:ext cx="6000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1" extrusionOk="0">
                    <a:moveTo>
                      <a:pt x="24001" y="0"/>
                    </a:moveTo>
                    <a:lnTo>
                      <a:pt x="1" y="0"/>
                    </a:lnTo>
                  </a:path>
                </a:pathLst>
              </a:custGeom>
              <a:solidFill>
                <a:srgbClr val="A61D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50"/>
              <p:cNvSpPr/>
              <p:nvPr/>
            </p:nvSpPr>
            <p:spPr>
              <a:xfrm>
                <a:off x="3194200" y="838125"/>
                <a:ext cx="60130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01" extrusionOk="0">
                    <a:moveTo>
                      <a:pt x="1" y="0"/>
                    </a:moveTo>
                    <a:lnTo>
                      <a:pt x="24052" y="24001"/>
                    </a:lnTo>
                    <a:lnTo>
                      <a:pt x="240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50"/>
              <p:cNvSpPr/>
              <p:nvPr/>
            </p:nvSpPr>
            <p:spPr>
              <a:xfrm>
                <a:off x="3795475" y="838125"/>
                <a:ext cx="60005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24001" extrusionOk="0">
                    <a:moveTo>
                      <a:pt x="1" y="0"/>
                    </a:moveTo>
                    <a:lnTo>
                      <a:pt x="1" y="24001"/>
                    </a:lnTo>
                    <a:lnTo>
                      <a:pt x="24001" y="240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50"/>
              <p:cNvSpPr/>
              <p:nvPr/>
            </p:nvSpPr>
            <p:spPr>
              <a:xfrm>
                <a:off x="4995500" y="8381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24001" y="0"/>
                    </a:moveTo>
                    <a:lnTo>
                      <a:pt x="0" y="24001"/>
                    </a:ln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50"/>
              <p:cNvSpPr/>
              <p:nvPr/>
            </p:nvSpPr>
            <p:spPr>
              <a:xfrm>
                <a:off x="3795475" y="1438125"/>
                <a:ext cx="600050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24052" extrusionOk="0">
                    <a:moveTo>
                      <a:pt x="24001" y="1"/>
                    </a:moveTo>
                    <a:lnTo>
                      <a:pt x="1" y="24052"/>
                    </a:lnTo>
                    <a:lnTo>
                      <a:pt x="24001" y="24052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50"/>
              <p:cNvSpPr/>
              <p:nvPr/>
            </p:nvSpPr>
            <p:spPr>
              <a:xfrm>
                <a:off x="2594200" y="26394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0" y="24001"/>
                    </a:ln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50"/>
              <p:cNvSpPr/>
              <p:nvPr/>
            </p:nvSpPr>
            <p:spPr>
              <a:xfrm>
                <a:off x="3795475" y="2039400"/>
                <a:ext cx="600050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24002" extrusionOk="0">
                    <a:moveTo>
                      <a:pt x="1" y="1"/>
                    </a:moveTo>
                    <a:lnTo>
                      <a:pt x="1" y="24001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50"/>
              <p:cNvSpPr/>
              <p:nvPr/>
            </p:nvSpPr>
            <p:spPr>
              <a:xfrm>
                <a:off x="3194200" y="1438125"/>
                <a:ext cx="601300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52" extrusionOk="0">
                    <a:moveTo>
                      <a:pt x="1" y="1"/>
                    </a:moveTo>
                    <a:lnTo>
                      <a:pt x="1" y="24052"/>
                    </a:lnTo>
                    <a:lnTo>
                      <a:pt x="2405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50"/>
              <p:cNvSpPr/>
              <p:nvPr/>
            </p:nvSpPr>
            <p:spPr>
              <a:xfrm>
                <a:off x="2594200" y="1438125"/>
                <a:ext cx="600025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52" extrusionOk="0">
                    <a:moveTo>
                      <a:pt x="0" y="1"/>
                    </a:moveTo>
                    <a:lnTo>
                      <a:pt x="0" y="24052"/>
                    </a:lnTo>
                    <a:lnTo>
                      <a:pt x="24001" y="24052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2" name="Google Shape;3482;p50"/>
              <p:cNvSpPr/>
              <p:nvPr/>
            </p:nvSpPr>
            <p:spPr>
              <a:xfrm>
                <a:off x="2594200" y="26394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3" name="Google Shape;3483;p50"/>
              <p:cNvSpPr/>
              <p:nvPr/>
            </p:nvSpPr>
            <p:spPr>
              <a:xfrm>
                <a:off x="2594200" y="2039400"/>
                <a:ext cx="600025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2" extrusionOk="0">
                    <a:moveTo>
                      <a:pt x="0" y="1"/>
                    </a:moveTo>
                    <a:lnTo>
                      <a:pt x="24001" y="24001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4" name="Google Shape;3484;p50"/>
              <p:cNvSpPr/>
              <p:nvPr/>
            </p:nvSpPr>
            <p:spPr>
              <a:xfrm>
                <a:off x="2594200" y="3239425"/>
                <a:ext cx="600025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2" extrusionOk="0">
                    <a:moveTo>
                      <a:pt x="0" y="1"/>
                    </a:moveTo>
                    <a:lnTo>
                      <a:pt x="0" y="24001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5" name="Google Shape;3485;p50"/>
              <p:cNvSpPr/>
              <p:nvPr/>
            </p:nvSpPr>
            <p:spPr>
              <a:xfrm>
                <a:off x="3194200" y="2039400"/>
                <a:ext cx="601300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02" extrusionOk="0">
                    <a:moveTo>
                      <a:pt x="1" y="1"/>
                    </a:moveTo>
                    <a:lnTo>
                      <a:pt x="1" y="24001"/>
                    </a:lnTo>
                    <a:lnTo>
                      <a:pt x="24052" y="240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6" name="Google Shape;3486;p50"/>
              <p:cNvSpPr/>
              <p:nvPr/>
            </p:nvSpPr>
            <p:spPr>
              <a:xfrm>
                <a:off x="3795475" y="2639425"/>
                <a:ext cx="60005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24001" extrusionOk="0">
                    <a:moveTo>
                      <a:pt x="1" y="0"/>
                    </a:move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7" name="Google Shape;3487;p50"/>
              <p:cNvSpPr/>
              <p:nvPr/>
            </p:nvSpPr>
            <p:spPr>
              <a:xfrm>
                <a:off x="3794225" y="838125"/>
                <a:ext cx="601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1" extrusionOk="0">
                    <a:moveTo>
                      <a:pt x="24051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A61D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8" name="Google Shape;3488;p50"/>
              <p:cNvSpPr/>
              <p:nvPr/>
            </p:nvSpPr>
            <p:spPr>
              <a:xfrm>
                <a:off x="4395500" y="838125"/>
                <a:ext cx="6000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1" extrusionOk="0">
                    <a:moveTo>
                      <a:pt x="24000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A61D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9" name="Google Shape;3489;p50"/>
              <p:cNvSpPr/>
              <p:nvPr/>
            </p:nvSpPr>
            <p:spPr>
              <a:xfrm>
                <a:off x="2594200" y="8381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0" name="Google Shape;3490;p50"/>
              <p:cNvSpPr/>
              <p:nvPr/>
            </p:nvSpPr>
            <p:spPr>
              <a:xfrm>
                <a:off x="3142525" y="2878925"/>
                <a:ext cx="60130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01" extrusionOk="0">
                    <a:moveTo>
                      <a:pt x="24051" y="0"/>
                    </a:moveTo>
                    <a:lnTo>
                      <a:pt x="1" y="24001"/>
                    </a:lnTo>
                    <a:lnTo>
                      <a:pt x="24051" y="24001"/>
                    </a:lnTo>
                    <a:lnTo>
                      <a:pt x="240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1" name="Google Shape;3491;p50"/>
              <p:cNvSpPr/>
              <p:nvPr/>
            </p:nvSpPr>
            <p:spPr>
              <a:xfrm>
                <a:off x="2594200" y="4404150"/>
                <a:ext cx="600025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2" extrusionOk="0">
                    <a:moveTo>
                      <a:pt x="0" y="1"/>
                    </a:moveTo>
                    <a:lnTo>
                      <a:pt x="0" y="24001"/>
                    </a:lnTo>
                    <a:lnTo>
                      <a:pt x="24001" y="240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2" name="Google Shape;3492;p50"/>
              <p:cNvSpPr/>
              <p:nvPr/>
            </p:nvSpPr>
            <p:spPr>
              <a:xfrm>
                <a:off x="4002200" y="3178925"/>
                <a:ext cx="121050" cy="121025"/>
              </a:xfrm>
              <a:custGeom>
                <a:avLst/>
                <a:gdLst/>
                <a:ahLst/>
                <a:cxnLst/>
                <a:rect l="l" t="t" r="r" b="b"/>
                <a:pathLst>
                  <a:path w="4842" h="4841" extrusionOk="0">
                    <a:moveTo>
                      <a:pt x="4841" y="0"/>
                    </a:moveTo>
                    <a:lnTo>
                      <a:pt x="1" y="4841"/>
                    </a:lnTo>
                    <a:lnTo>
                      <a:pt x="4841" y="4841"/>
                    </a:lnTo>
                    <a:lnTo>
                      <a:pt x="48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3" name="Google Shape;3493;p50"/>
              <p:cNvSpPr/>
              <p:nvPr/>
            </p:nvSpPr>
            <p:spPr>
              <a:xfrm>
                <a:off x="2716475" y="5086100"/>
                <a:ext cx="355475" cy="355500"/>
              </a:xfrm>
              <a:custGeom>
                <a:avLst/>
                <a:gdLst/>
                <a:ahLst/>
                <a:cxnLst/>
                <a:rect l="l" t="t" r="r" b="b"/>
                <a:pathLst>
                  <a:path w="14219" h="14220" extrusionOk="0">
                    <a:moveTo>
                      <a:pt x="14219" y="0"/>
                    </a:moveTo>
                    <a:lnTo>
                      <a:pt x="0" y="14219"/>
                    </a:lnTo>
                    <a:lnTo>
                      <a:pt x="14219" y="14219"/>
                    </a:lnTo>
                    <a:lnTo>
                      <a:pt x="142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4" name="Google Shape;3494;p50"/>
              <p:cNvSpPr/>
              <p:nvPr/>
            </p:nvSpPr>
            <p:spPr>
              <a:xfrm>
                <a:off x="4616075" y="1701575"/>
                <a:ext cx="341625" cy="341625"/>
              </a:xfrm>
              <a:custGeom>
                <a:avLst/>
                <a:gdLst/>
                <a:ahLst/>
                <a:cxnLst/>
                <a:rect l="l" t="t" r="r" b="b"/>
                <a:pathLst>
                  <a:path w="13665" h="13665" extrusionOk="0">
                    <a:moveTo>
                      <a:pt x="1" y="1"/>
                    </a:moveTo>
                    <a:lnTo>
                      <a:pt x="13665" y="13665"/>
                    </a:lnTo>
                    <a:lnTo>
                      <a:pt x="136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5" name="Google Shape;3495;p50"/>
              <p:cNvSpPr/>
              <p:nvPr/>
            </p:nvSpPr>
            <p:spPr>
              <a:xfrm>
                <a:off x="2901775" y="3642800"/>
                <a:ext cx="388250" cy="872300"/>
              </a:xfrm>
              <a:custGeom>
                <a:avLst/>
                <a:gdLst/>
                <a:ahLst/>
                <a:cxnLst/>
                <a:rect l="l" t="t" r="r" b="b"/>
                <a:pathLst>
                  <a:path w="15530" h="34892" extrusionOk="0">
                    <a:moveTo>
                      <a:pt x="0" y="0"/>
                    </a:moveTo>
                    <a:lnTo>
                      <a:pt x="0" y="34892"/>
                    </a:lnTo>
                    <a:cubicBezTo>
                      <a:pt x="8874" y="33883"/>
                      <a:pt x="15530" y="26371"/>
                      <a:pt x="15530" y="17446"/>
                    </a:cubicBezTo>
                    <a:cubicBezTo>
                      <a:pt x="15530" y="8522"/>
                      <a:pt x="8874" y="1009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6" name="Google Shape;3496;p50"/>
              <p:cNvSpPr/>
              <p:nvPr/>
            </p:nvSpPr>
            <p:spPr>
              <a:xfrm>
                <a:off x="2358475" y="3505400"/>
                <a:ext cx="831975" cy="831975"/>
              </a:xfrm>
              <a:custGeom>
                <a:avLst/>
                <a:gdLst/>
                <a:ahLst/>
                <a:cxnLst/>
                <a:rect l="l" t="t" r="r" b="b"/>
                <a:pathLst>
                  <a:path w="33279" h="33279" fill="none" extrusionOk="0">
                    <a:moveTo>
                      <a:pt x="6253" y="33278"/>
                    </a:moveTo>
                    <a:lnTo>
                      <a:pt x="31514" y="8017"/>
                    </a:lnTo>
                    <a:cubicBezTo>
                      <a:pt x="33279" y="6303"/>
                      <a:pt x="33279" y="3479"/>
                      <a:pt x="31514" y="1765"/>
                    </a:cubicBezTo>
                    <a:lnTo>
                      <a:pt x="31514" y="1765"/>
                    </a:lnTo>
                    <a:cubicBezTo>
                      <a:pt x="29800" y="0"/>
                      <a:pt x="26976" y="0"/>
                      <a:pt x="25262" y="1765"/>
                    </a:cubicBezTo>
                    <a:lnTo>
                      <a:pt x="1" y="27026"/>
                    </a:lnTo>
                  </a:path>
                </a:pathLst>
              </a:custGeom>
              <a:noFill/>
              <a:ln w="16375" cap="flat" cmpd="sng">
                <a:solidFill>
                  <a:schemeClr val="dk1"/>
                </a:solidFill>
                <a:prstDash val="solid"/>
                <a:miter lim="5042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497" name="Google Shape;3497;p50"/>
          <p:cNvSpPr txBox="1">
            <a:spLocks noGrp="1"/>
          </p:cNvSpPr>
          <p:nvPr>
            <p:ph type="title"/>
          </p:nvPr>
        </p:nvSpPr>
        <p:spPr>
          <a:xfrm>
            <a:off x="2879558" y="6919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3498" name="Google Shape;3498;p50"/>
          <p:cNvSpPr txBox="1">
            <a:spLocks noGrp="1"/>
          </p:cNvSpPr>
          <p:nvPr>
            <p:ph type="title" idx="2"/>
          </p:nvPr>
        </p:nvSpPr>
        <p:spPr>
          <a:xfrm>
            <a:off x="2345712" y="194407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499" name="Google Shape;3499;p50"/>
          <p:cNvSpPr txBox="1">
            <a:spLocks noGrp="1"/>
          </p:cNvSpPr>
          <p:nvPr>
            <p:ph type="subTitle" idx="1"/>
          </p:nvPr>
        </p:nvSpPr>
        <p:spPr>
          <a:xfrm>
            <a:off x="2832475" y="2908550"/>
            <a:ext cx="34755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500" name="Google Shape;3500;p50"/>
          <p:cNvSpPr txBox="1">
            <a:spLocks noGrp="1"/>
          </p:cNvSpPr>
          <p:nvPr>
            <p:ph type="subTitle" idx="3"/>
          </p:nvPr>
        </p:nvSpPr>
        <p:spPr>
          <a:xfrm>
            <a:off x="2773325" y="1585525"/>
            <a:ext cx="36087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501" name="Google Shape;3501;p50"/>
          <p:cNvSpPr txBox="1">
            <a:spLocks noGrp="1"/>
          </p:cNvSpPr>
          <p:nvPr>
            <p:ph type="subTitle" idx="4"/>
          </p:nvPr>
        </p:nvSpPr>
        <p:spPr>
          <a:xfrm>
            <a:off x="2345688" y="2631013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6">
  <p:cSld name="CUSTOM_1_1_1_1_1_1_1_1_1_1_1_1_1_1_1_1_1_1_1_1_1_1_1_1_1_1">
    <p:spTree>
      <p:nvGrpSpPr>
        <p:cNvPr id="1" name="Shape 3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3" name="Google Shape;3503;p51"/>
          <p:cNvGrpSpPr/>
          <p:nvPr/>
        </p:nvGrpSpPr>
        <p:grpSpPr>
          <a:xfrm>
            <a:off x="2" y="0"/>
            <a:ext cx="9144000" cy="5143500"/>
            <a:chOff x="2" y="0"/>
            <a:chExt cx="9144000" cy="5143500"/>
          </a:xfrm>
        </p:grpSpPr>
        <p:sp>
          <p:nvSpPr>
            <p:cNvPr id="3504" name="Google Shape;3504;p51"/>
            <p:cNvSpPr/>
            <p:nvPr/>
          </p:nvSpPr>
          <p:spPr>
            <a:xfrm>
              <a:off x="2" y="0"/>
              <a:ext cx="9144000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51"/>
            <p:cNvSpPr/>
            <p:nvPr/>
          </p:nvSpPr>
          <p:spPr>
            <a:xfrm>
              <a:off x="721013" y="525625"/>
              <a:ext cx="7717800" cy="4075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06" name="Google Shape;3506;p51"/>
            <p:cNvGrpSpPr/>
            <p:nvPr/>
          </p:nvGrpSpPr>
          <p:grpSpPr>
            <a:xfrm flipH="1">
              <a:off x="6874490" y="463304"/>
              <a:ext cx="1657535" cy="1651407"/>
              <a:chOff x="1510750" y="1418700"/>
              <a:chExt cx="2353450" cy="2344750"/>
            </a:xfrm>
          </p:grpSpPr>
          <p:sp>
            <p:nvSpPr>
              <p:cNvPr id="3507" name="Google Shape;3507;p51"/>
              <p:cNvSpPr/>
              <p:nvPr/>
            </p:nvSpPr>
            <p:spPr>
              <a:xfrm>
                <a:off x="1510750" y="1418700"/>
                <a:ext cx="898800" cy="8988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8" name="Google Shape;3508;p51"/>
              <p:cNvSpPr/>
              <p:nvPr/>
            </p:nvSpPr>
            <p:spPr>
              <a:xfrm>
                <a:off x="2208975" y="2116925"/>
                <a:ext cx="401100" cy="4011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9" name="Google Shape;3509;p51"/>
              <p:cNvSpPr/>
              <p:nvPr/>
            </p:nvSpPr>
            <p:spPr>
              <a:xfrm>
                <a:off x="1702700" y="1610650"/>
                <a:ext cx="257400" cy="2574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10" name="Google Shape;3510;p51"/>
              <p:cNvCxnSpPr/>
              <p:nvPr/>
            </p:nvCxnSpPr>
            <p:spPr>
              <a:xfrm>
                <a:off x="1831400" y="1944250"/>
                <a:ext cx="0" cy="181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511" name="Google Shape;3511;p51"/>
              <p:cNvCxnSpPr/>
              <p:nvPr/>
            </p:nvCxnSpPr>
            <p:spPr>
              <a:xfrm>
                <a:off x="2036300" y="1739350"/>
                <a:ext cx="1827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sp>
            <p:nvSpPr>
              <p:cNvPr id="3512" name="Google Shape;3512;p51"/>
              <p:cNvSpPr/>
              <p:nvPr/>
            </p:nvSpPr>
            <p:spPr>
              <a:xfrm>
                <a:off x="2688600" y="1874300"/>
                <a:ext cx="108900" cy="108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3" name="Google Shape;3513;p51"/>
              <p:cNvSpPr/>
              <p:nvPr/>
            </p:nvSpPr>
            <p:spPr>
              <a:xfrm>
                <a:off x="2936657" y="1874300"/>
                <a:ext cx="81300" cy="813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4" name="Google Shape;3514;p51"/>
              <p:cNvSpPr/>
              <p:nvPr/>
            </p:nvSpPr>
            <p:spPr>
              <a:xfrm>
                <a:off x="3156994" y="1874300"/>
                <a:ext cx="54900" cy="54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5" name="Google Shape;3515;p51"/>
              <p:cNvSpPr/>
              <p:nvPr/>
            </p:nvSpPr>
            <p:spPr>
              <a:xfrm rot="-5400000" flipH="1">
                <a:off x="1960147" y="2592203"/>
                <a:ext cx="108900" cy="108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6" name="Google Shape;3516;p51"/>
              <p:cNvSpPr/>
              <p:nvPr/>
            </p:nvSpPr>
            <p:spPr>
              <a:xfrm rot="-5400000" flipH="1">
                <a:off x="1960147" y="2840260"/>
                <a:ext cx="81300" cy="813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7" name="Google Shape;3517;p51"/>
              <p:cNvSpPr/>
              <p:nvPr/>
            </p:nvSpPr>
            <p:spPr>
              <a:xfrm rot="-5400000" flipH="1">
                <a:off x="1960147" y="3060596"/>
                <a:ext cx="54900" cy="54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18" name="Google Shape;3518;p51"/>
            <p:cNvGrpSpPr/>
            <p:nvPr/>
          </p:nvGrpSpPr>
          <p:grpSpPr>
            <a:xfrm rot="10800000">
              <a:off x="6865990" y="3006654"/>
              <a:ext cx="1657535" cy="1651407"/>
              <a:chOff x="1510750" y="1418700"/>
              <a:chExt cx="2353450" cy="2344750"/>
            </a:xfrm>
          </p:grpSpPr>
          <p:sp>
            <p:nvSpPr>
              <p:cNvPr id="3519" name="Google Shape;3519;p51"/>
              <p:cNvSpPr/>
              <p:nvPr/>
            </p:nvSpPr>
            <p:spPr>
              <a:xfrm>
                <a:off x="1510750" y="1418700"/>
                <a:ext cx="898800" cy="8988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0" name="Google Shape;3520;p51"/>
              <p:cNvSpPr/>
              <p:nvPr/>
            </p:nvSpPr>
            <p:spPr>
              <a:xfrm>
                <a:off x="2208975" y="2116925"/>
                <a:ext cx="401100" cy="4011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1" name="Google Shape;3521;p51"/>
              <p:cNvSpPr/>
              <p:nvPr/>
            </p:nvSpPr>
            <p:spPr>
              <a:xfrm>
                <a:off x="1702700" y="1610650"/>
                <a:ext cx="257400" cy="2574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22" name="Google Shape;3522;p51"/>
              <p:cNvCxnSpPr/>
              <p:nvPr/>
            </p:nvCxnSpPr>
            <p:spPr>
              <a:xfrm>
                <a:off x="1831400" y="1944250"/>
                <a:ext cx="0" cy="181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523" name="Google Shape;3523;p51"/>
              <p:cNvCxnSpPr/>
              <p:nvPr/>
            </p:nvCxnSpPr>
            <p:spPr>
              <a:xfrm>
                <a:off x="2036300" y="1739350"/>
                <a:ext cx="1827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sp>
            <p:nvSpPr>
              <p:cNvPr id="3524" name="Google Shape;3524;p51"/>
              <p:cNvSpPr/>
              <p:nvPr/>
            </p:nvSpPr>
            <p:spPr>
              <a:xfrm>
                <a:off x="2688600" y="1874300"/>
                <a:ext cx="108900" cy="108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5" name="Google Shape;3525;p51"/>
              <p:cNvSpPr/>
              <p:nvPr/>
            </p:nvSpPr>
            <p:spPr>
              <a:xfrm>
                <a:off x="2936657" y="1874300"/>
                <a:ext cx="81300" cy="813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6" name="Google Shape;3526;p51"/>
              <p:cNvSpPr/>
              <p:nvPr/>
            </p:nvSpPr>
            <p:spPr>
              <a:xfrm>
                <a:off x="3156994" y="1874300"/>
                <a:ext cx="54900" cy="54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7" name="Google Shape;3527;p51"/>
              <p:cNvSpPr/>
              <p:nvPr/>
            </p:nvSpPr>
            <p:spPr>
              <a:xfrm rot="-5400000" flipH="1">
                <a:off x="1960147" y="2592203"/>
                <a:ext cx="108900" cy="108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8" name="Google Shape;3528;p51"/>
              <p:cNvSpPr/>
              <p:nvPr/>
            </p:nvSpPr>
            <p:spPr>
              <a:xfrm rot="-5400000" flipH="1">
                <a:off x="1960147" y="2840260"/>
                <a:ext cx="81300" cy="813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9" name="Google Shape;3529;p51"/>
              <p:cNvSpPr/>
              <p:nvPr/>
            </p:nvSpPr>
            <p:spPr>
              <a:xfrm rot="-5400000" flipH="1">
                <a:off x="1960147" y="3060596"/>
                <a:ext cx="54900" cy="54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30" name="Google Shape;3530;p51"/>
            <p:cNvSpPr/>
            <p:nvPr/>
          </p:nvSpPr>
          <p:spPr>
            <a:xfrm>
              <a:off x="1340775" y="4998600"/>
              <a:ext cx="6478200" cy="14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51"/>
            <p:cNvSpPr/>
            <p:nvPr/>
          </p:nvSpPr>
          <p:spPr>
            <a:xfrm>
              <a:off x="2361350" y="0"/>
              <a:ext cx="4437000" cy="258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32" name="Google Shape;3532;p51"/>
            <p:cNvGrpSpPr/>
            <p:nvPr/>
          </p:nvGrpSpPr>
          <p:grpSpPr>
            <a:xfrm>
              <a:off x="644815" y="463304"/>
              <a:ext cx="1657535" cy="1651407"/>
              <a:chOff x="1510750" y="1418700"/>
              <a:chExt cx="2353450" cy="2344750"/>
            </a:xfrm>
          </p:grpSpPr>
          <p:sp>
            <p:nvSpPr>
              <p:cNvPr id="3533" name="Google Shape;3533;p51"/>
              <p:cNvSpPr/>
              <p:nvPr/>
            </p:nvSpPr>
            <p:spPr>
              <a:xfrm>
                <a:off x="1510750" y="1418700"/>
                <a:ext cx="898800" cy="8988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4" name="Google Shape;3534;p51"/>
              <p:cNvSpPr/>
              <p:nvPr/>
            </p:nvSpPr>
            <p:spPr>
              <a:xfrm>
                <a:off x="2208975" y="2116925"/>
                <a:ext cx="401100" cy="4011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5" name="Google Shape;3535;p51"/>
              <p:cNvSpPr/>
              <p:nvPr/>
            </p:nvSpPr>
            <p:spPr>
              <a:xfrm>
                <a:off x="1702700" y="1610650"/>
                <a:ext cx="257400" cy="2574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36" name="Google Shape;3536;p51"/>
              <p:cNvCxnSpPr/>
              <p:nvPr/>
            </p:nvCxnSpPr>
            <p:spPr>
              <a:xfrm>
                <a:off x="1831400" y="1944250"/>
                <a:ext cx="0" cy="181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537" name="Google Shape;3537;p51"/>
              <p:cNvCxnSpPr/>
              <p:nvPr/>
            </p:nvCxnSpPr>
            <p:spPr>
              <a:xfrm>
                <a:off x="2036300" y="1739350"/>
                <a:ext cx="1827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sp>
            <p:nvSpPr>
              <p:cNvPr id="3538" name="Google Shape;3538;p51"/>
              <p:cNvSpPr/>
              <p:nvPr/>
            </p:nvSpPr>
            <p:spPr>
              <a:xfrm>
                <a:off x="2688600" y="1874300"/>
                <a:ext cx="108900" cy="108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9" name="Google Shape;3539;p51"/>
              <p:cNvSpPr/>
              <p:nvPr/>
            </p:nvSpPr>
            <p:spPr>
              <a:xfrm>
                <a:off x="2936657" y="1874300"/>
                <a:ext cx="81300" cy="813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0" name="Google Shape;3540;p51"/>
              <p:cNvSpPr/>
              <p:nvPr/>
            </p:nvSpPr>
            <p:spPr>
              <a:xfrm>
                <a:off x="3156994" y="1874300"/>
                <a:ext cx="54900" cy="54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1" name="Google Shape;3541;p51"/>
              <p:cNvSpPr/>
              <p:nvPr/>
            </p:nvSpPr>
            <p:spPr>
              <a:xfrm rot="-5400000" flipH="1">
                <a:off x="1960147" y="2592203"/>
                <a:ext cx="108900" cy="108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2" name="Google Shape;3542;p51"/>
              <p:cNvSpPr/>
              <p:nvPr/>
            </p:nvSpPr>
            <p:spPr>
              <a:xfrm rot="-5400000" flipH="1">
                <a:off x="1960147" y="2840260"/>
                <a:ext cx="81300" cy="813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3" name="Google Shape;3543;p51"/>
              <p:cNvSpPr/>
              <p:nvPr/>
            </p:nvSpPr>
            <p:spPr>
              <a:xfrm rot="-5400000" flipH="1">
                <a:off x="1960147" y="3060596"/>
                <a:ext cx="54900" cy="54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44" name="Google Shape;3544;p51"/>
            <p:cNvGrpSpPr/>
            <p:nvPr/>
          </p:nvGrpSpPr>
          <p:grpSpPr>
            <a:xfrm rot="10800000" flipH="1">
              <a:off x="636315" y="3006654"/>
              <a:ext cx="1657535" cy="1651407"/>
              <a:chOff x="1510750" y="1418700"/>
              <a:chExt cx="2353450" cy="2344750"/>
            </a:xfrm>
          </p:grpSpPr>
          <p:sp>
            <p:nvSpPr>
              <p:cNvPr id="3545" name="Google Shape;3545;p51"/>
              <p:cNvSpPr/>
              <p:nvPr/>
            </p:nvSpPr>
            <p:spPr>
              <a:xfrm>
                <a:off x="1510750" y="1418700"/>
                <a:ext cx="898800" cy="8988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6" name="Google Shape;3546;p51"/>
              <p:cNvSpPr/>
              <p:nvPr/>
            </p:nvSpPr>
            <p:spPr>
              <a:xfrm>
                <a:off x="2208975" y="2116925"/>
                <a:ext cx="401100" cy="4011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7" name="Google Shape;3547;p51"/>
              <p:cNvSpPr/>
              <p:nvPr/>
            </p:nvSpPr>
            <p:spPr>
              <a:xfrm>
                <a:off x="1702700" y="1610650"/>
                <a:ext cx="257400" cy="2574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48" name="Google Shape;3548;p51"/>
              <p:cNvCxnSpPr/>
              <p:nvPr/>
            </p:nvCxnSpPr>
            <p:spPr>
              <a:xfrm>
                <a:off x="1831400" y="1944250"/>
                <a:ext cx="0" cy="181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549" name="Google Shape;3549;p51"/>
              <p:cNvCxnSpPr/>
              <p:nvPr/>
            </p:nvCxnSpPr>
            <p:spPr>
              <a:xfrm>
                <a:off x="2036300" y="1739350"/>
                <a:ext cx="1827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sp>
            <p:nvSpPr>
              <p:cNvPr id="3550" name="Google Shape;3550;p51"/>
              <p:cNvSpPr/>
              <p:nvPr/>
            </p:nvSpPr>
            <p:spPr>
              <a:xfrm>
                <a:off x="2688600" y="1874300"/>
                <a:ext cx="108900" cy="108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1" name="Google Shape;3551;p51"/>
              <p:cNvSpPr/>
              <p:nvPr/>
            </p:nvSpPr>
            <p:spPr>
              <a:xfrm>
                <a:off x="2936657" y="1874300"/>
                <a:ext cx="81300" cy="813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2" name="Google Shape;3552;p51"/>
              <p:cNvSpPr/>
              <p:nvPr/>
            </p:nvSpPr>
            <p:spPr>
              <a:xfrm>
                <a:off x="3156994" y="1874300"/>
                <a:ext cx="54900" cy="54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3" name="Google Shape;3553;p51"/>
              <p:cNvSpPr/>
              <p:nvPr/>
            </p:nvSpPr>
            <p:spPr>
              <a:xfrm rot="-5400000" flipH="1">
                <a:off x="1960147" y="2592203"/>
                <a:ext cx="108900" cy="108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4" name="Google Shape;3554;p51"/>
              <p:cNvSpPr/>
              <p:nvPr/>
            </p:nvSpPr>
            <p:spPr>
              <a:xfrm rot="-5400000" flipH="1">
                <a:off x="1960147" y="2840260"/>
                <a:ext cx="81300" cy="813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5" name="Google Shape;3555;p51"/>
              <p:cNvSpPr/>
              <p:nvPr/>
            </p:nvSpPr>
            <p:spPr>
              <a:xfrm rot="-5400000" flipH="1">
                <a:off x="1960147" y="3060596"/>
                <a:ext cx="54900" cy="54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56" name="Google Shape;3556;p51"/>
          <p:cNvSpPr txBox="1">
            <a:spLocks noGrp="1"/>
          </p:cNvSpPr>
          <p:nvPr>
            <p:ph type="title"/>
          </p:nvPr>
        </p:nvSpPr>
        <p:spPr>
          <a:xfrm>
            <a:off x="2879558" y="7681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3557" name="Google Shape;3557;p51"/>
          <p:cNvSpPr txBox="1">
            <a:spLocks noGrp="1"/>
          </p:cNvSpPr>
          <p:nvPr>
            <p:ph type="title" idx="2"/>
          </p:nvPr>
        </p:nvSpPr>
        <p:spPr>
          <a:xfrm>
            <a:off x="2345712" y="202027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558" name="Google Shape;3558;p51"/>
          <p:cNvSpPr txBox="1">
            <a:spLocks noGrp="1"/>
          </p:cNvSpPr>
          <p:nvPr>
            <p:ph type="subTitle" idx="1"/>
          </p:nvPr>
        </p:nvSpPr>
        <p:spPr>
          <a:xfrm>
            <a:off x="2458600" y="2619425"/>
            <a:ext cx="42234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559" name="Google Shape;3559;p51"/>
          <p:cNvSpPr txBox="1">
            <a:spLocks noGrp="1"/>
          </p:cNvSpPr>
          <p:nvPr>
            <p:ph type="subTitle" idx="3"/>
          </p:nvPr>
        </p:nvSpPr>
        <p:spPr>
          <a:xfrm>
            <a:off x="2765875" y="1661725"/>
            <a:ext cx="36087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7">
  <p:cSld name="CUSTOM_1_1_1_1_1_1_1_1_1_1_1_1_1_1_1_1_1_1_1_1_1_1_1_1_1_1_1">
    <p:spTree>
      <p:nvGrpSpPr>
        <p:cNvPr id="1" name="Shape 3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1" name="Google Shape;3561;p52"/>
          <p:cNvGrpSpPr/>
          <p:nvPr/>
        </p:nvGrpSpPr>
        <p:grpSpPr>
          <a:xfrm>
            <a:off x="-358000" y="-1543099"/>
            <a:ext cx="9859224" cy="8234673"/>
            <a:chOff x="-358000" y="-1543099"/>
            <a:chExt cx="9859224" cy="8234673"/>
          </a:xfrm>
        </p:grpSpPr>
        <p:sp>
          <p:nvSpPr>
            <p:cNvPr id="3562" name="Google Shape;3562;p52"/>
            <p:cNvSpPr/>
            <p:nvPr/>
          </p:nvSpPr>
          <p:spPr>
            <a:xfrm>
              <a:off x="-50" y="125"/>
              <a:ext cx="9144000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52"/>
            <p:cNvSpPr/>
            <p:nvPr/>
          </p:nvSpPr>
          <p:spPr>
            <a:xfrm>
              <a:off x="-50" y="3065550"/>
              <a:ext cx="2077800" cy="20778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52"/>
            <p:cNvSpPr/>
            <p:nvPr/>
          </p:nvSpPr>
          <p:spPr>
            <a:xfrm rot="8100000">
              <a:off x="72290" y="4183664"/>
              <a:ext cx="2077621" cy="2077621"/>
            </a:xfrm>
            <a:prstGeom prst="rtTriangle">
              <a:avLst/>
            </a:prstGeom>
            <a:noFill/>
            <a:ln w="762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52"/>
            <p:cNvSpPr/>
            <p:nvPr/>
          </p:nvSpPr>
          <p:spPr>
            <a:xfrm rot="-5400000">
              <a:off x="7591025" y="3588300"/>
              <a:ext cx="1555200" cy="1555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52"/>
            <p:cNvSpPr/>
            <p:nvPr/>
          </p:nvSpPr>
          <p:spPr>
            <a:xfrm rot="10800000">
              <a:off x="7065475" y="5125"/>
              <a:ext cx="2077800" cy="20778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52"/>
            <p:cNvSpPr/>
            <p:nvPr/>
          </p:nvSpPr>
          <p:spPr>
            <a:xfrm rot="-2700000">
              <a:off x="6993314" y="-1112809"/>
              <a:ext cx="2077621" cy="2077621"/>
            </a:xfrm>
            <a:prstGeom prst="rtTriangle">
              <a:avLst/>
            </a:prstGeom>
            <a:noFill/>
            <a:ln w="762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52"/>
            <p:cNvSpPr/>
            <p:nvPr/>
          </p:nvSpPr>
          <p:spPr>
            <a:xfrm>
              <a:off x="448525" y="400100"/>
              <a:ext cx="8247000" cy="4343100"/>
            </a:xfrm>
            <a:prstGeom prst="rect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9" name="Google Shape;3569;p52"/>
          <p:cNvSpPr txBox="1">
            <a:spLocks noGrp="1"/>
          </p:cNvSpPr>
          <p:nvPr>
            <p:ph type="title"/>
          </p:nvPr>
        </p:nvSpPr>
        <p:spPr>
          <a:xfrm>
            <a:off x="2879558" y="6919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3570" name="Google Shape;3570;p52"/>
          <p:cNvSpPr txBox="1">
            <a:spLocks noGrp="1"/>
          </p:cNvSpPr>
          <p:nvPr>
            <p:ph type="title" idx="2"/>
          </p:nvPr>
        </p:nvSpPr>
        <p:spPr>
          <a:xfrm>
            <a:off x="2345712" y="194407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571" name="Google Shape;3571;p52"/>
          <p:cNvSpPr txBox="1">
            <a:spLocks noGrp="1"/>
          </p:cNvSpPr>
          <p:nvPr>
            <p:ph type="subTitle" idx="1"/>
          </p:nvPr>
        </p:nvSpPr>
        <p:spPr>
          <a:xfrm>
            <a:off x="2577425" y="2725325"/>
            <a:ext cx="39855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572" name="Google Shape;3572;p52"/>
          <p:cNvSpPr txBox="1">
            <a:spLocks noGrp="1"/>
          </p:cNvSpPr>
          <p:nvPr>
            <p:ph type="subTitle" idx="3"/>
          </p:nvPr>
        </p:nvSpPr>
        <p:spPr>
          <a:xfrm>
            <a:off x="2765875" y="1585525"/>
            <a:ext cx="36087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8">
  <p:cSld name="CUSTOM_1_1_1_1_1_1_1_1_1_1_1_1_1_1_1_1_1_1_1_1_1_1_1_1_1_1_1_1">
    <p:spTree>
      <p:nvGrpSpPr>
        <p:cNvPr id="1" name="Shape 3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4" name="Google Shape;3574;p53"/>
          <p:cNvGrpSpPr/>
          <p:nvPr/>
        </p:nvGrpSpPr>
        <p:grpSpPr>
          <a:xfrm>
            <a:off x="0" y="25"/>
            <a:ext cx="9144000" cy="5143475"/>
            <a:chOff x="0" y="25"/>
            <a:chExt cx="9144000" cy="5143475"/>
          </a:xfrm>
        </p:grpSpPr>
        <p:grpSp>
          <p:nvGrpSpPr>
            <p:cNvPr id="3575" name="Google Shape;3575;p53"/>
            <p:cNvGrpSpPr/>
            <p:nvPr/>
          </p:nvGrpSpPr>
          <p:grpSpPr>
            <a:xfrm>
              <a:off x="0" y="50"/>
              <a:ext cx="2948400" cy="5143450"/>
              <a:chOff x="0" y="50"/>
              <a:chExt cx="2948400" cy="5143450"/>
            </a:xfrm>
          </p:grpSpPr>
          <p:sp>
            <p:nvSpPr>
              <p:cNvPr id="3576" name="Google Shape;3576;p53"/>
              <p:cNvSpPr/>
              <p:nvPr/>
            </p:nvSpPr>
            <p:spPr>
              <a:xfrm rot="5400000">
                <a:off x="748200" y="-746000"/>
                <a:ext cx="1452000" cy="2948400"/>
              </a:xfrm>
              <a:prstGeom prst="rtTriangl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7" name="Google Shape;3577;p53"/>
              <p:cNvSpPr/>
              <p:nvPr/>
            </p:nvSpPr>
            <p:spPr>
              <a:xfrm rot="5400000">
                <a:off x="948600" y="-946400"/>
                <a:ext cx="1051200" cy="2948400"/>
              </a:xfrm>
              <a:prstGeom prst="rtTriangl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8" name="Google Shape;3578;p53"/>
              <p:cNvSpPr/>
              <p:nvPr/>
            </p:nvSpPr>
            <p:spPr>
              <a:xfrm rot="10800000" flipH="1">
                <a:off x="0" y="50"/>
                <a:ext cx="1659000" cy="24744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9" name="Google Shape;3579;p53"/>
              <p:cNvSpPr/>
              <p:nvPr/>
            </p:nvSpPr>
            <p:spPr>
              <a:xfrm rot="10800000" flipH="1">
                <a:off x="0" y="50"/>
                <a:ext cx="1200900" cy="24744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0" name="Google Shape;3580;p53"/>
              <p:cNvSpPr/>
              <p:nvPr/>
            </p:nvSpPr>
            <p:spPr>
              <a:xfrm>
                <a:off x="0" y="2195100"/>
                <a:ext cx="1074600" cy="2948400"/>
              </a:xfrm>
              <a:prstGeom prst="rtTriangl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1" name="Google Shape;3581;p53"/>
              <p:cNvSpPr/>
              <p:nvPr/>
            </p:nvSpPr>
            <p:spPr>
              <a:xfrm>
                <a:off x="0" y="2195100"/>
                <a:ext cx="777900" cy="2948400"/>
              </a:xfrm>
              <a:prstGeom prst="rtTriangl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82" name="Google Shape;3582;p53"/>
            <p:cNvGrpSpPr/>
            <p:nvPr/>
          </p:nvGrpSpPr>
          <p:grpSpPr>
            <a:xfrm>
              <a:off x="6195600" y="25"/>
              <a:ext cx="2948400" cy="5143450"/>
              <a:chOff x="6195600" y="25"/>
              <a:chExt cx="2948400" cy="5143450"/>
            </a:xfrm>
          </p:grpSpPr>
          <p:sp>
            <p:nvSpPr>
              <p:cNvPr id="3583" name="Google Shape;3583;p53"/>
              <p:cNvSpPr/>
              <p:nvPr/>
            </p:nvSpPr>
            <p:spPr>
              <a:xfrm rot="-5400000">
                <a:off x="6943800" y="2941125"/>
                <a:ext cx="1452000" cy="2948400"/>
              </a:xfrm>
              <a:prstGeom prst="rtTriangl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4" name="Google Shape;3584;p53"/>
              <p:cNvSpPr/>
              <p:nvPr/>
            </p:nvSpPr>
            <p:spPr>
              <a:xfrm rot="-5400000">
                <a:off x="7144200" y="3141525"/>
                <a:ext cx="1051200" cy="2948400"/>
              </a:xfrm>
              <a:prstGeom prst="rtTriangl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5" name="Google Shape;3585;p53"/>
              <p:cNvSpPr/>
              <p:nvPr/>
            </p:nvSpPr>
            <p:spPr>
              <a:xfrm flipH="1">
                <a:off x="7485000" y="2669075"/>
                <a:ext cx="1659000" cy="24744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6" name="Google Shape;3586;p53"/>
              <p:cNvSpPr/>
              <p:nvPr/>
            </p:nvSpPr>
            <p:spPr>
              <a:xfrm flipH="1">
                <a:off x="7943100" y="2669075"/>
                <a:ext cx="1200900" cy="24744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7" name="Google Shape;3587;p53"/>
              <p:cNvSpPr/>
              <p:nvPr/>
            </p:nvSpPr>
            <p:spPr>
              <a:xfrm rot="10800000">
                <a:off x="8069400" y="25"/>
                <a:ext cx="1074600" cy="2948400"/>
              </a:xfrm>
              <a:prstGeom prst="rtTriangl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8" name="Google Shape;3588;p53"/>
              <p:cNvSpPr/>
              <p:nvPr/>
            </p:nvSpPr>
            <p:spPr>
              <a:xfrm rot="10800000">
                <a:off x="8366100" y="25"/>
                <a:ext cx="777900" cy="2948400"/>
              </a:xfrm>
              <a:prstGeom prst="rtTriangl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89" name="Google Shape;3589;p53"/>
          <p:cNvSpPr txBox="1">
            <a:spLocks noGrp="1"/>
          </p:cNvSpPr>
          <p:nvPr>
            <p:ph type="title"/>
          </p:nvPr>
        </p:nvSpPr>
        <p:spPr>
          <a:xfrm>
            <a:off x="2877821" y="6919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3590" name="Google Shape;3590;p53"/>
          <p:cNvSpPr txBox="1">
            <a:spLocks noGrp="1"/>
          </p:cNvSpPr>
          <p:nvPr>
            <p:ph type="title" idx="2"/>
          </p:nvPr>
        </p:nvSpPr>
        <p:spPr>
          <a:xfrm>
            <a:off x="2345712" y="2249450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591" name="Google Shape;3591;p53"/>
          <p:cNvSpPr txBox="1">
            <a:spLocks noGrp="1"/>
          </p:cNvSpPr>
          <p:nvPr>
            <p:ph type="subTitle" idx="1"/>
          </p:nvPr>
        </p:nvSpPr>
        <p:spPr>
          <a:xfrm>
            <a:off x="2436575" y="2908550"/>
            <a:ext cx="42675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592" name="Google Shape;3592;p53"/>
          <p:cNvSpPr txBox="1">
            <a:spLocks noGrp="1"/>
          </p:cNvSpPr>
          <p:nvPr>
            <p:ph type="subTitle" idx="3"/>
          </p:nvPr>
        </p:nvSpPr>
        <p:spPr>
          <a:xfrm>
            <a:off x="2767650" y="1585525"/>
            <a:ext cx="36087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9">
  <p:cSld name="CUSTOM_1_1_1_1_1_1_1_1_1_1_1_1_1_1_1_1_1_1_1_1_1_1_1_1_1_1_1_1_1">
    <p:spTree>
      <p:nvGrpSpPr>
        <p:cNvPr id="1" name="Shape 3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4" name="Google Shape;3594;p54"/>
          <p:cNvGrpSpPr/>
          <p:nvPr/>
        </p:nvGrpSpPr>
        <p:grpSpPr>
          <a:xfrm>
            <a:off x="568450" y="354225"/>
            <a:ext cx="8018450" cy="4414950"/>
            <a:chOff x="568450" y="354225"/>
            <a:chExt cx="8018450" cy="4414950"/>
          </a:xfrm>
        </p:grpSpPr>
        <p:sp>
          <p:nvSpPr>
            <p:cNvPr id="3595" name="Google Shape;3595;p54"/>
            <p:cNvSpPr/>
            <p:nvPr/>
          </p:nvSpPr>
          <p:spPr>
            <a:xfrm>
              <a:off x="713225" y="539500"/>
              <a:ext cx="7717500" cy="4064400"/>
            </a:xfrm>
            <a:prstGeom prst="plaque">
              <a:avLst>
                <a:gd name="adj" fmla="val 8244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596" name="Google Shape;3596;p54"/>
            <p:cNvCxnSpPr/>
            <p:nvPr/>
          </p:nvCxnSpPr>
          <p:spPr>
            <a:xfrm>
              <a:off x="3498725" y="615975"/>
              <a:ext cx="21465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7" name="Google Shape;3597;p54"/>
            <p:cNvCxnSpPr/>
            <p:nvPr/>
          </p:nvCxnSpPr>
          <p:spPr>
            <a:xfrm>
              <a:off x="3498725" y="4527375"/>
              <a:ext cx="21465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8" name="Google Shape;3598;p54"/>
            <p:cNvCxnSpPr/>
            <p:nvPr/>
          </p:nvCxnSpPr>
          <p:spPr>
            <a:xfrm>
              <a:off x="8343475" y="2323350"/>
              <a:ext cx="0" cy="496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9" name="Google Shape;3599;p54"/>
            <p:cNvCxnSpPr/>
            <p:nvPr/>
          </p:nvCxnSpPr>
          <p:spPr>
            <a:xfrm>
              <a:off x="800525" y="2323350"/>
              <a:ext cx="0" cy="496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00" name="Google Shape;3600;p54"/>
            <p:cNvSpPr/>
            <p:nvPr/>
          </p:nvSpPr>
          <p:spPr>
            <a:xfrm>
              <a:off x="713225" y="528725"/>
              <a:ext cx="174600" cy="1746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54"/>
            <p:cNvSpPr/>
            <p:nvPr/>
          </p:nvSpPr>
          <p:spPr>
            <a:xfrm>
              <a:off x="713225" y="4440075"/>
              <a:ext cx="174600" cy="1746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54"/>
            <p:cNvSpPr/>
            <p:nvPr/>
          </p:nvSpPr>
          <p:spPr>
            <a:xfrm>
              <a:off x="8256175" y="528725"/>
              <a:ext cx="174600" cy="1746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54"/>
            <p:cNvSpPr/>
            <p:nvPr/>
          </p:nvSpPr>
          <p:spPr>
            <a:xfrm>
              <a:off x="8256175" y="4440075"/>
              <a:ext cx="174600" cy="1746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604" name="Google Shape;3604;p54"/>
            <p:cNvCxnSpPr/>
            <p:nvPr/>
          </p:nvCxnSpPr>
          <p:spPr>
            <a:xfrm rot="10800000">
              <a:off x="800525" y="3373275"/>
              <a:ext cx="0" cy="1395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5" name="Google Shape;3605;p54"/>
            <p:cNvCxnSpPr/>
            <p:nvPr/>
          </p:nvCxnSpPr>
          <p:spPr>
            <a:xfrm>
              <a:off x="568450" y="4524875"/>
              <a:ext cx="14136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6" name="Google Shape;3606;p54"/>
            <p:cNvCxnSpPr/>
            <p:nvPr/>
          </p:nvCxnSpPr>
          <p:spPr>
            <a:xfrm>
              <a:off x="795300" y="354225"/>
              <a:ext cx="0" cy="1404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7" name="Google Shape;3607;p54"/>
            <p:cNvCxnSpPr/>
            <p:nvPr/>
          </p:nvCxnSpPr>
          <p:spPr>
            <a:xfrm>
              <a:off x="568450" y="607250"/>
              <a:ext cx="14046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8" name="Google Shape;3608;p54"/>
            <p:cNvCxnSpPr/>
            <p:nvPr/>
          </p:nvCxnSpPr>
          <p:spPr>
            <a:xfrm>
              <a:off x="8351300" y="354225"/>
              <a:ext cx="0" cy="1404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9" name="Google Shape;3609;p54"/>
            <p:cNvCxnSpPr/>
            <p:nvPr/>
          </p:nvCxnSpPr>
          <p:spPr>
            <a:xfrm rot="10800000">
              <a:off x="7182000" y="607250"/>
              <a:ext cx="14049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0" name="Google Shape;3610;p54"/>
            <p:cNvCxnSpPr/>
            <p:nvPr/>
          </p:nvCxnSpPr>
          <p:spPr>
            <a:xfrm rot="10800000">
              <a:off x="8342575" y="3364575"/>
              <a:ext cx="0" cy="1404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1" name="Google Shape;3611;p54"/>
            <p:cNvCxnSpPr/>
            <p:nvPr/>
          </p:nvCxnSpPr>
          <p:spPr>
            <a:xfrm rot="10800000">
              <a:off x="7182000" y="4524875"/>
              <a:ext cx="14049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612" name="Google Shape;3612;p54"/>
          <p:cNvSpPr txBox="1">
            <a:spLocks noGrp="1"/>
          </p:cNvSpPr>
          <p:nvPr>
            <p:ph type="title"/>
          </p:nvPr>
        </p:nvSpPr>
        <p:spPr>
          <a:xfrm>
            <a:off x="2879558" y="8443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3600" b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3613" name="Google Shape;3613;p54"/>
          <p:cNvSpPr txBox="1">
            <a:spLocks noGrp="1"/>
          </p:cNvSpPr>
          <p:nvPr>
            <p:ph type="title" idx="2"/>
          </p:nvPr>
        </p:nvSpPr>
        <p:spPr>
          <a:xfrm>
            <a:off x="2345712" y="209647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614" name="Google Shape;3614;p54"/>
          <p:cNvSpPr txBox="1">
            <a:spLocks noGrp="1"/>
          </p:cNvSpPr>
          <p:nvPr>
            <p:ph type="subTitle" idx="1"/>
          </p:nvPr>
        </p:nvSpPr>
        <p:spPr>
          <a:xfrm>
            <a:off x="2343975" y="2705550"/>
            <a:ext cx="44526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615" name="Google Shape;3615;p54"/>
          <p:cNvSpPr txBox="1">
            <a:spLocks noGrp="1"/>
          </p:cNvSpPr>
          <p:nvPr>
            <p:ph type="subTitle" idx="3"/>
          </p:nvPr>
        </p:nvSpPr>
        <p:spPr>
          <a:xfrm>
            <a:off x="2773325" y="1661725"/>
            <a:ext cx="36087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30">
  <p:cSld name="CUSTOM_1_1_1_1_1_1_1_1_1_1_1_1_1_1_1_1_1_1_1_1_1_1_1_1_1_1_1_1_1_1">
    <p:spTree>
      <p:nvGrpSpPr>
        <p:cNvPr id="1" name="Shape 3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7" name="Google Shape;3617;p55"/>
          <p:cNvGrpSpPr/>
          <p:nvPr/>
        </p:nvGrpSpPr>
        <p:grpSpPr>
          <a:xfrm>
            <a:off x="-443525" y="-232650"/>
            <a:ext cx="9990300" cy="1761625"/>
            <a:chOff x="-443525" y="-232650"/>
            <a:chExt cx="9990300" cy="1761625"/>
          </a:xfrm>
        </p:grpSpPr>
        <p:sp>
          <p:nvSpPr>
            <p:cNvPr id="3618" name="Google Shape;3618;p55"/>
            <p:cNvSpPr/>
            <p:nvPr/>
          </p:nvSpPr>
          <p:spPr>
            <a:xfrm>
              <a:off x="-125" y="-33200"/>
              <a:ext cx="9144000" cy="572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55"/>
            <p:cNvSpPr/>
            <p:nvPr/>
          </p:nvSpPr>
          <p:spPr>
            <a:xfrm rot="10800000" flipH="1">
              <a:off x="2273475" y="-108200"/>
              <a:ext cx="1422300" cy="4107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55"/>
            <p:cNvSpPr/>
            <p:nvPr/>
          </p:nvSpPr>
          <p:spPr>
            <a:xfrm rot="10800000" flipH="1">
              <a:off x="2876825" y="379000"/>
              <a:ext cx="619200" cy="85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55"/>
            <p:cNvSpPr/>
            <p:nvPr/>
          </p:nvSpPr>
          <p:spPr>
            <a:xfrm rot="10800000">
              <a:off x="-443525" y="-232650"/>
              <a:ext cx="2826900" cy="1299000"/>
            </a:xfrm>
            <a:prstGeom prst="roundRect">
              <a:avLst>
                <a:gd name="adj" fmla="val 538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55"/>
            <p:cNvSpPr/>
            <p:nvPr/>
          </p:nvSpPr>
          <p:spPr>
            <a:xfrm rot="10800000">
              <a:off x="1086975" y="597625"/>
              <a:ext cx="1186500" cy="85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55"/>
            <p:cNvSpPr/>
            <p:nvPr/>
          </p:nvSpPr>
          <p:spPr>
            <a:xfrm rot="10800000" flipH="1">
              <a:off x="-120975" y="956275"/>
              <a:ext cx="1422300" cy="4107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55"/>
            <p:cNvSpPr/>
            <p:nvPr/>
          </p:nvSpPr>
          <p:spPr>
            <a:xfrm rot="10800000" flipH="1">
              <a:off x="-84925" y="1443475"/>
              <a:ext cx="1186500" cy="85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55"/>
            <p:cNvSpPr/>
            <p:nvPr/>
          </p:nvSpPr>
          <p:spPr>
            <a:xfrm>
              <a:off x="6082775" y="255425"/>
              <a:ext cx="1422300" cy="572700"/>
            </a:xfrm>
            <a:prstGeom prst="roundRect">
              <a:avLst>
                <a:gd name="adj" fmla="val 13711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55"/>
            <p:cNvSpPr/>
            <p:nvPr/>
          </p:nvSpPr>
          <p:spPr>
            <a:xfrm>
              <a:off x="4691900" y="54400"/>
              <a:ext cx="1186500" cy="85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55"/>
            <p:cNvSpPr/>
            <p:nvPr/>
          </p:nvSpPr>
          <p:spPr>
            <a:xfrm>
              <a:off x="6838300" y="905675"/>
              <a:ext cx="619200" cy="85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55"/>
            <p:cNvSpPr/>
            <p:nvPr/>
          </p:nvSpPr>
          <p:spPr>
            <a:xfrm>
              <a:off x="8124475" y="110425"/>
              <a:ext cx="1422300" cy="572700"/>
            </a:xfrm>
            <a:prstGeom prst="roundRect">
              <a:avLst>
                <a:gd name="adj" fmla="val 1371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9" name="Google Shape;3629;p55"/>
          <p:cNvGrpSpPr/>
          <p:nvPr/>
        </p:nvGrpSpPr>
        <p:grpSpPr>
          <a:xfrm>
            <a:off x="-125" y="4029400"/>
            <a:ext cx="9223900" cy="1309325"/>
            <a:chOff x="-125" y="4029400"/>
            <a:chExt cx="9223900" cy="1309325"/>
          </a:xfrm>
        </p:grpSpPr>
        <p:sp>
          <p:nvSpPr>
            <p:cNvPr id="3630" name="Google Shape;3630;p55"/>
            <p:cNvSpPr/>
            <p:nvPr/>
          </p:nvSpPr>
          <p:spPr>
            <a:xfrm>
              <a:off x="-125" y="4604000"/>
              <a:ext cx="9144000" cy="572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55"/>
            <p:cNvSpPr/>
            <p:nvPr/>
          </p:nvSpPr>
          <p:spPr>
            <a:xfrm>
              <a:off x="427675" y="4193325"/>
              <a:ext cx="1422300" cy="572700"/>
            </a:xfrm>
            <a:prstGeom prst="roundRect">
              <a:avLst>
                <a:gd name="adj" fmla="val 13711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55"/>
            <p:cNvSpPr/>
            <p:nvPr/>
          </p:nvSpPr>
          <p:spPr>
            <a:xfrm>
              <a:off x="4302825" y="4766025"/>
              <a:ext cx="2826900" cy="5727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55"/>
            <p:cNvSpPr/>
            <p:nvPr/>
          </p:nvSpPr>
          <p:spPr>
            <a:xfrm>
              <a:off x="7801475" y="4355325"/>
              <a:ext cx="1422300" cy="4107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55"/>
            <p:cNvSpPr/>
            <p:nvPr/>
          </p:nvSpPr>
          <p:spPr>
            <a:xfrm>
              <a:off x="179825" y="4029400"/>
              <a:ext cx="1186500" cy="85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55"/>
            <p:cNvSpPr/>
            <p:nvPr/>
          </p:nvSpPr>
          <p:spPr>
            <a:xfrm>
              <a:off x="877825" y="4844450"/>
              <a:ext cx="1186500" cy="85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55"/>
            <p:cNvSpPr/>
            <p:nvPr/>
          </p:nvSpPr>
          <p:spPr>
            <a:xfrm>
              <a:off x="4412725" y="4844450"/>
              <a:ext cx="1186500" cy="85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55"/>
            <p:cNvSpPr/>
            <p:nvPr/>
          </p:nvSpPr>
          <p:spPr>
            <a:xfrm>
              <a:off x="7837525" y="4193325"/>
              <a:ext cx="1186500" cy="85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8" name="Google Shape;3638;p55"/>
          <p:cNvSpPr txBox="1">
            <a:spLocks noGrp="1"/>
          </p:cNvSpPr>
          <p:nvPr>
            <p:ph type="title"/>
          </p:nvPr>
        </p:nvSpPr>
        <p:spPr>
          <a:xfrm>
            <a:off x="2879558" y="9205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3639" name="Google Shape;3639;p55"/>
          <p:cNvSpPr txBox="1">
            <a:spLocks noGrp="1"/>
          </p:cNvSpPr>
          <p:nvPr>
            <p:ph type="title" idx="2"/>
          </p:nvPr>
        </p:nvSpPr>
        <p:spPr>
          <a:xfrm>
            <a:off x="2345712" y="217267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640" name="Google Shape;3640;p55"/>
          <p:cNvSpPr txBox="1">
            <a:spLocks noGrp="1"/>
          </p:cNvSpPr>
          <p:nvPr>
            <p:ph type="subTitle" idx="1"/>
          </p:nvPr>
        </p:nvSpPr>
        <p:spPr>
          <a:xfrm>
            <a:off x="1805100" y="2859325"/>
            <a:ext cx="55302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641" name="Google Shape;3641;p55"/>
          <p:cNvSpPr txBox="1">
            <a:spLocks noGrp="1"/>
          </p:cNvSpPr>
          <p:nvPr>
            <p:ph type="subTitle" idx="3"/>
          </p:nvPr>
        </p:nvSpPr>
        <p:spPr>
          <a:xfrm>
            <a:off x="2773325" y="1814125"/>
            <a:ext cx="36087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3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3" name="Google Shape;3643;p56"/>
          <p:cNvGrpSpPr/>
          <p:nvPr/>
        </p:nvGrpSpPr>
        <p:grpSpPr>
          <a:xfrm>
            <a:off x="-75" y="-38450"/>
            <a:ext cx="9152350" cy="5181900"/>
            <a:chOff x="-75" y="-38450"/>
            <a:chExt cx="9152350" cy="5181900"/>
          </a:xfrm>
        </p:grpSpPr>
        <p:sp>
          <p:nvSpPr>
            <p:cNvPr id="3644" name="Google Shape;3644;p56"/>
            <p:cNvSpPr/>
            <p:nvPr/>
          </p:nvSpPr>
          <p:spPr>
            <a:xfrm>
              <a:off x="-75" y="3991450"/>
              <a:ext cx="9144000" cy="115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56"/>
            <p:cNvSpPr/>
            <p:nvPr/>
          </p:nvSpPr>
          <p:spPr>
            <a:xfrm>
              <a:off x="8430725" y="1914850"/>
              <a:ext cx="721500" cy="642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56"/>
            <p:cNvSpPr/>
            <p:nvPr/>
          </p:nvSpPr>
          <p:spPr>
            <a:xfrm>
              <a:off x="0" y="488500"/>
              <a:ext cx="1109400" cy="572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56"/>
            <p:cNvSpPr/>
            <p:nvPr/>
          </p:nvSpPr>
          <p:spPr>
            <a:xfrm>
              <a:off x="638225" y="-38450"/>
              <a:ext cx="150000" cy="1953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56"/>
            <p:cNvSpPr/>
            <p:nvPr/>
          </p:nvSpPr>
          <p:spPr>
            <a:xfrm>
              <a:off x="8237875" y="0"/>
              <a:ext cx="9144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56"/>
            <p:cNvSpPr/>
            <p:nvPr/>
          </p:nvSpPr>
          <p:spPr>
            <a:xfrm>
              <a:off x="8355775" y="2372300"/>
              <a:ext cx="150000" cy="2771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50" name="Google Shape;3650;p56"/>
            <p:cNvGrpSpPr/>
            <p:nvPr/>
          </p:nvGrpSpPr>
          <p:grpSpPr>
            <a:xfrm>
              <a:off x="7872752" y="195850"/>
              <a:ext cx="688293" cy="522692"/>
              <a:chOff x="369077" y="3781125"/>
              <a:chExt cx="688293" cy="522692"/>
            </a:xfrm>
          </p:grpSpPr>
          <p:sp>
            <p:nvSpPr>
              <p:cNvPr id="3651" name="Google Shape;3651;p56"/>
              <p:cNvSpPr/>
              <p:nvPr/>
            </p:nvSpPr>
            <p:spPr>
              <a:xfrm>
                <a:off x="369077" y="3781125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2" name="Google Shape;3652;p56"/>
              <p:cNvSpPr/>
              <p:nvPr/>
            </p:nvSpPr>
            <p:spPr>
              <a:xfrm>
                <a:off x="496415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3" name="Google Shape;3653;p56"/>
              <p:cNvSpPr/>
              <p:nvPr/>
            </p:nvSpPr>
            <p:spPr>
              <a:xfrm>
                <a:off x="623754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4" name="Google Shape;3654;p56"/>
              <p:cNvSpPr/>
              <p:nvPr/>
            </p:nvSpPr>
            <p:spPr>
              <a:xfrm>
                <a:off x="751092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5" name="Google Shape;3655;p56"/>
              <p:cNvSpPr/>
              <p:nvPr/>
            </p:nvSpPr>
            <p:spPr>
              <a:xfrm>
                <a:off x="878431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6" name="Google Shape;3656;p56"/>
              <p:cNvSpPr/>
              <p:nvPr/>
            </p:nvSpPr>
            <p:spPr>
              <a:xfrm>
                <a:off x="1005769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7" name="Google Shape;3657;p56"/>
              <p:cNvSpPr/>
              <p:nvPr/>
            </p:nvSpPr>
            <p:spPr>
              <a:xfrm>
                <a:off x="369077" y="387534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8" name="Google Shape;3658;p56"/>
              <p:cNvSpPr/>
              <p:nvPr/>
            </p:nvSpPr>
            <p:spPr>
              <a:xfrm>
                <a:off x="496415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9" name="Google Shape;3659;p56"/>
              <p:cNvSpPr/>
              <p:nvPr/>
            </p:nvSpPr>
            <p:spPr>
              <a:xfrm>
                <a:off x="623754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0" name="Google Shape;3660;p56"/>
              <p:cNvSpPr/>
              <p:nvPr/>
            </p:nvSpPr>
            <p:spPr>
              <a:xfrm>
                <a:off x="751092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1" name="Google Shape;3661;p56"/>
              <p:cNvSpPr/>
              <p:nvPr/>
            </p:nvSpPr>
            <p:spPr>
              <a:xfrm>
                <a:off x="878431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2" name="Google Shape;3662;p56"/>
              <p:cNvSpPr/>
              <p:nvPr/>
            </p:nvSpPr>
            <p:spPr>
              <a:xfrm>
                <a:off x="1005769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3" name="Google Shape;3663;p56"/>
              <p:cNvSpPr/>
              <p:nvPr/>
            </p:nvSpPr>
            <p:spPr>
              <a:xfrm>
                <a:off x="369077" y="396956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4" name="Google Shape;3664;p56"/>
              <p:cNvSpPr/>
              <p:nvPr/>
            </p:nvSpPr>
            <p:spPr>
              <a:xfrm>
                <a:off x="496415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5" name="Google Shape;3665;p56"/>
              <p:cNvSpPr/>
              <p:nvPr/>
            </p:nvSpPr>
            <p:spPr>
              <a:xfrm>
                <a:off x="623754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6" name="Google Shape;3666;p56"/>
              <p:cNvSpPr/>
              <p:nvPr/>
            </p:nvSpPr>
            <p:spPr>
              <a:xfrm>
                <a:off x="751092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7" name="Google Shape;3667;p56"/>
              <p:cNvSpPr/>
              <p:nvPr/>
            </p:nvSpPr>
            <p:spPr>
              <a:xfrm>
                <a:off x="878431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8" name="Google Shape;3668;p56"/>
              <p:cNvSpPr/>
              <p:nvPr/>
            </p:nvSpPr>
            <p:spPr>
              <a:xfrm>
                <a:off x="1005769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9" name="Google Shape;3669;p56"/>
              <p:cNvSpPr/>
              <p:nvPr/>
            </p:nvSpPr>
            <p:spPr>
              <a:xfrm>
                <a:off x="369077" y="406377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0" name="Google Shape;3670;p56"/>
              <p:cNvSpPr/>
              <p:nvPr/>
            </p:nvSpPr>
            <p:spPr>
              <a:xfrm>
                <a:off x="496415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1" name="Google Shape;3671;p56"/>
              <p:cNvSpPr/>
              <p:nvPr/>
            </p:nvSpPr>
            <p:spPr>
              <a:xfrm>
                <a:off x="623754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2" name="Google Shape;3672;p56"/>
              <p:cNvSpPr/>
              <p:nvPr/>
            </p:nvSpPr>
            <p:spPr>
              <a:xfrm>
                <a:off x="751092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3" name="Google Shape;3673;p56"/>
              <p:cNvSpPr/>
              <p:nvPr/>
            </p:nvSpPr>
            <p:spPr>
              <a:xfrm>
                <a:off x="878431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4" name="Google Shape;3674;p56"/>
              <p:cNvSpPr/>
              <p:nvPr/>
            </p:nvSpPr>
            <p:spPr>
              <a:xfrm>
                <a:off x="1005769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5" name="Google Shape;3675;p56"/>
              <p:cNvSpPr/>
              <p:nvPr/>
            </p:nvSpPr>
            <p:spPr>
              <a:xfrm>
                <a:off x="369077" y="4157994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6" name="Google Shape;3676;p56"/>
              <p:cNvSpPr/>
              <p:nvPr/>
            </p:nvSpPr>
            <p:spPr>
              <a:xfrm>
                <a:off x="496415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7" name="Google Shape;3677;p56"/>
              <p:cNvSpPr/>
              <p:nvPr/>
            </p:nvSpPr>
            <p:spPr>
              <a:xfrm>
                <a:off x="623754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8" name="Google Shape;3678;p56"/>
              <p:cNvSpPr/>
              <p:nvPr/>
            </p:nvSpPr>
            <p:spPr>
              <a:xfrm>
                <a:off x="751092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9" name="Google Shape;3679;p56"/>
              <p:cNvSpPr/>
              <p:nvPr/>
            </p:nvSpPr>
            <p:spPr>
              <a:xfrm>
                <a:off x="878431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0" name="Google Shape;3680;p56"/>
              <p:cNvSpPr/>
              <p:nvPr/>
            </p:nvSpPr>
            <p:spPr>
              <a:xfrm>
                <a:off x="1005769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1" name="Google Shape;3681;p56"/>
              <p:cNvSpPr/>
              <p:nvPr/>
            </p:nvSpPr>
            <p:spPr>
              <a:xfrm>
                <a:off x="369077" y="4252211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2" name="Google Shape;3682;p56"/>
              <p:cNvSpPr/>
              <p:nvPr/>
            </p:nvSpPr>
            <p:spPr>
              <a:xfrm>
                <a:off x="496415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3" name="Google Shape;3683;p56"/>
              <p:cNvSpPr/>
              <p:nvPr/>
            </p:nvSpPr>
            <p:spPr>
              <a:xfrm>
                <a:off x="623754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4" name="Google Shape;3684;p56"/>
              <p:cNvSpPr/>
              <p:nvPr/>
            </p:nvSpPr>
            <p:spPr>
              <a:xfrm>
                <a:off x="751092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5" name="Google Shape;3685;p56"/>
              <p:cNvSpPr/>
              <p:nvPr/>
            </p:nvSpPr>
            <p:spPr>
              <a:xfrm>
                <a:off x="878431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6" name="Google Shape;3686;p56"/>
              <p:cNvSpPr/>
              <p:nvPr/>
            </p:nvSpPr>
            <p:spPr>
              <a:xfrm>
                <a:off x="1005769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87" name="Google Shape;3687;p56"/>
            <p:cNvSpPr/>
            <p:nvPr/>
          </p:nvSpPr>
          <p:spPr>
            <a:xfrm>
              <a:off x="3450925" y="0"/>
              <a:ext cx="585900" cy="642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56"/>
            <p:cNvSpPr/>
            <p:nvPr/>
          </p:nvSpPr>
          <p:spPr>
            <a:xfrm>
              <a:off x="7397950" y="4560425"/>
              <a:ext cx="289800" cy="2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89" name="Google Shape;3689;p56"/>
            <p:cNvGrpSpPr/>
            <p:nvPr/>
          </p:nvGrpSpPr>
          <p:grpSpPr>
            <a:xfrm>
              <a:off x="1101077" y="2664950"/>
              <a:ext cx="688293" cy="522692"/>
              <a:chOff x="369077" y="3781125"/>
              <a:chExt cx="688293" cy="522692"/>
            </a:xfrm>
          </p:grpSpPr>
          <p:sp>
            <p:nvSpPr>
              <p:cNvPr id="3690" name="Google Shape;3690;p56"/>
              <p:cNvSpPr/>
              <p:nvPr/>
            </p:nvSpPr>
            <p:spPr>
              <a:xfrm>
                <a:off x="369077" y="3781125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1" name="Google Shape;3691;p56"/>
              <p:cNvSpPr/>
              <p:nvPr/>
            </p:nvSpPr>
            <p:spPr>
              <a:xfrm>
                <a:off x="496415" y="3781132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2" name="Google Shape;3692;p56"/>
              <p:cNvSpPr/>
              <p:nvPr/>
            </p:nvSpPr>
            <p:spPr>
              <a:xfrm>
                <a:off x="623754" y="3781132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3" name="Google Shape;3693;p56"/>
              <p:cNvSpPr/>
              <p:nvPr/>
            </p:nvSpPr>
            <p:spPr>
              <a:xfrm>
                <a:off x="751092" y="3781132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4" name="Google Shape;3694;p56"/>
              <p:cNvSpPr/>
              <p:nvPr/>
            </p:nvSpPr>
            <p:spPr>
              <a:xfrm>
                <a:off x="878431" y="3781132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5" name="Google Shape;3695;p56"/>
              <p:cNvSpPr/>
              <p:nvPr/>
            </p:nvSpPr>
            <p:spPr>
              <a:xfrm>
                <a:off x="1005769" y="3781132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6" name="Google Shape;3696;p56"/>
              <p:cNvSpPr/>
              <p:nvPr/>
            </p:nvSpPr>
            <p:spPr>
              <a:xfrm>
                <a:off x="369077" y="3875342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7" name="Google Shape;3697;p56"/>
              <p:cNvSpPr/>
              <p:nvPr/>
            </p:nvSpPr>
            <p:spPr>
              <a:xfrm>
                <a:off x="496415" y="3875349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8" name="Google Shape;3698;p56"/>
              <p:cNvSpPr/>
              <p:nvPr/>
            </p:nvSpPr>
            <p:spPr>
              <a:xfrm>
                <a:off x="623754" y="3875349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9" name="Google Shape;3699;p56"/>
              <p:cNvSpPr/>
              <p:nvPr/>
            </p:nvSpPr>
            <p:spPr>
              <a:xfrm>
                <a:off x="751092" y="3875349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0" name="Google Shape;3700;p56"/>
              <p:cNvSpPr/>
              <p:nvPr/>
            </p:nvSpPr>
            <p:spPr>
              <a:xfrm>
                <a:off x="878431" y="3875349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1" name="Google Shape;3701;p56"/>
              <p:cNvSpPr/>
              <p:nvPr/>
            </p:nvSpPr>
            <p:spPr>
              <a:xfrm>
                <a:off x="1005769" y="3875349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2" name="Google Shape;3702;p56"/>
              <p:cNvSpPr/>
              <p:nvPr/>
            </p:nvSpPr>
            <p:spPr>
              <a:xfrm>
                <a:off x="369077" y="3969560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3" name="Google Shape;3703;p56"/>
              <p:cNvSpPr/>
              <p:nvPr/>
            </p:nvSpPr>
            <p:spPr>
              <a:xfrm>
                <a:off x="496415" y="3969566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4" name="Google Shape;3704;p56"/>
              <p:cNvSpPr/>
              <p:nvPr/>
            </p:nvSpPr>
            <p:spPr>
              <a:xfrm>
                <a:off x="623754" y="3969566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5" name="Google Shape;3705;p56"/>
              <p:cNvSpPr/>
              <p:nvPr/>
            </p:nvSpPr>
            <p:spPr>
              <a:xfrm>
                <a:off x="751092" y="3969566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6" name="Google Shape;3706;p56"/>
              <p:cNvSpPr/>
              <p:nvPr/>
            </p:nvSpPr>
            <p:spPr>
              <a:xfrm>
                <a:off x="878431" y="3969566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7" name="Google Shape;3707;p56"/>
              <p:cNvSpPr/>
              <p:nvPr/>
            </p:nvSpPr>
            <p:spPr>
              <a:xfrm>
                <a:off x="1005769" y="3969566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8" name="Google Shape;3708;p56"/>
              <p:cNvSpPr/>
              <p:nvPr/>
            </p:nvSpPr>
            <p:spPr>
              <a:xfrm>
                <a:off x="369077" y="4063777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9" name="Google Shape;3709;p56"/>
              <p:cNvSpPr/>
              <p:nvPr/>
            </p:nvSpPr>
            <p:spPr>
              <a:xfrm>
                <a:off x="496415" y="4063783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0" name="Google Shape;3710;p56"/>
              <p:cNvSpPr/>
              <p:nvPr/>
            </p:nvSpPr>
            <p:spPr>
              <a:xfrm>
                <a:off x="623754" y="4063783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1" name="Google Shape;3711;p56"/>
              <p:cNvSpPr/>
              <p:nvPr/>
            </p:nvSpPr>
            <p:spPr>
              <a:xfrm>
                <a:off x="751092" y="4063783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2" name="Google Shape;3712;p56"/>
              <p:cNvSpPr/>
              <p:nvPr/>
            </p:nvSpPr>
            <p:spPr>
              <a:xfrm>
                <a:off x="878431" y="4063783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3" name="Google Shape;3713;p56"/>
              <p:cNvSpPr/>
              <p:nvPr/>
            </p:nvSpPr>
            <p:spPr>
              <a:xfrm>
                <a:off x="1005769" y="4063783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4" name="Google Shape;3714;p56"/>
              <p:cNvSpPr/>
              <p:nvPr/>
            </p:nvSpPr>
            <p:spPr>
              <a:xfrm>
                <a:off x="369077" y="4157994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5" name="Google Shape;3715;p56"/>
              <p:cNvSpPr/>
              <p:nvPr/>
            </p:nvSpPr>
            <p:spPr>
              <a:xfrm>
                <a:off x="496415" y="4158000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6" name="Google Shape;3716;p56"/>
              <p:cNvSpPr/>
              <p:nvPr/>
            </p:nvSpPr>
            <p:spPr>
              <a:xfrm>
                <a:off x="623754" y="4158000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7" name="Google Shape;3717;p56"/>
              <p:cNvSpPr/>
              <p:nvPr/>
            </p:nvSpPr>
            <p:spPr>
              <a:xfrm>
                <a:off x="751092" y="4158000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8" name="Google Shape;3718;p56"/>
              <p:cNvSpPr/>
              <p:nvPr/>
            </p:nvSpPr>
            <p:spPr>
              <a:xfrm>
                <a:off x="878431" y="4158000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9" name="Google Shape;3719;p56"/>
              <p:cNvSpPr/>
              <p:nvPr/>
            </p:nvSpPr>
            <p:spPr>
              <a:xfrm>
                <a:off x="1005769" y="4158000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0" name="Google Shape;3720;p56"/>
              <p:cNvSpPr/>
              <p:nvPr/>
            </p:nvSpPr>
            <p:spPr>
              <a:xfrm>
                <a:off x="369077" y="4252211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1" name="Google Shape;3721;p56"/>
              <p:cNvSpPr/>
              <p:nvPr/>
            </p:nvSpPr>
            <p:spPr>
              <a:xfrm>
                <a:off x="496415" y="4252217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2" name="Google Shape;3722;p56"/>
              <p:cNvSpPr/>
              <p:nvPr/>
            </p:nvSpPr>
            <p:spPr>
              <a:xfrm>
                <a:off x="623754" y="4252217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3" name="Google Shape;3723;p56"/>
              <p:cNvSpPr/>
              <p:nvPr/>
            </p:nvSpPr>
            <p:spPr>
              <a:xfrm>
                <a:off x="751092" y="4252217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4" name="Google Shape;3724;p56"/>
              <p:cNvSpPr/>
              <p:nvPr/>
            </p:nvSpPr>
            <p:spPr>
              <a:xfrm>
                <a:off x="878431" y="4252217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5" name="Google Shape;3725;p56"/>
              <p:cNvSpPr/>
              <p:nvPr/>
            </p:nvSpPr>
            <p:spPr>
              <a:xfrm>
                <a:off x="1005769" y="4252217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26" name="Google Shape;3726;p56"/>
            <p:cNvGrpSpPr/>
            <p:nvPr/>
          </p:nvGrpSpPr>
          <p:grpSpPr>
            <a:xfrm>
              <a:off x="501325" y="3911003"/>
              <a:ext cx="541860" cy="217043"/>
              <a:chOff x="1479100" y="271453"/>
              <a:chExt cx="541860" cy="217043"/>
            </a:xfrm>
          </p:grpSpPr>
          <p:cxnSp>
            <p:nvCxnSpPr>
              <p:cNvPr id="3727" name="Google Shape;3727;p56"/>
              <p:cNvCxnSpPr/>
              <p:nvPr/>
            </p:nvCxnSpPr>
            <p:spPr>
              <a:xfrm rot="7613001">
                <a:off x="1816600" y="386347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28" name="Google Shape;3728;p56"/>
              <p:cNvCxnSpPr/>
              <p:nvPr/>
            </p:nvCxnSpPr>
            <p:spPr>
              <a:xfrm rot="7613001">
                <a:off x="1719460" y="383161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29" name="Google Shape;3729;p56"/>
              <p:cNvCxnSpPr/>
              <p:nvPr/>
            </p:nvCxnSpPr>
            <p:spPr>
              <a:xfrm rot="7613001">
                <a:off x="1622320" y="379975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0" name="Google Shape;3730;p56"/>
              <p:cNvCxnSpPr/>
              <p:nvPr/>
            </p:nvCxnSpPr>
            <p:spPr>
              <a:xfrm rot="7613001">
                <a:off x="1525180" y="376789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1" name="Google Shape;3731;p56"/>
              <p:cNvCxnSpPr/>
              <p:nvPr/>
            </p:nvCxnSpPr>
            <p:spPr>
              <a:xfrm rot="7613001">
                <a:off x="1428040" y="373603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732" name="Google Shape;3732;p56"/>
            <p:cNvSpPr/>
            <p:nvPr/>
          </p:nvSpPr>
          <p:spPr>
            <a:xfrm>
              <a:off x="102075" y="2349450"/>
              <a:ext cx="289800" cy="289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33" name="Google Shape;3733;p56"/>
            <p:cNvGrpSpPr/>
            <p:nvPr/>
          </p:nvGrpSpPr>
          <p:grpSpPr>
            <a:xfrm rot="-5400000">
              <a:off x="5846271" y="186270"/>
              <a:ext cx="217043" cy="541860"/>
              <a:chOff x="53558" y="2300820"/>
              <a:chExt cx="217043" cy="541860"/>
            </a:xfrm>
          </p:grpSpPr>
          <p:cxnSp>
            <p:nvCxnSpPr>
              <p:cNvPr id="3734" name="Google Shape;3734;p56"/>
              <p:cNvCxnSpPr/>
              <p:nvPr/>
            </p:nvCxnSpPr>
            <p:spPr>
              <a:xfrm rot="-8586999">
                <a:off x="27998" y="276603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5" name="Google Shape;3735;p56"/>
              <p:cNvCxnSpPr/>
              <p:nvPr/>
            </p:nvCxnSpPr>
            <p:spPr>
              <a:xfrm rot="-8586999">
                <a:off x="31184" y="266889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6" name="Google Shape;3736;p56"/>
              <p:cNvCxnSpPr/>
              <p:nvPr/>
            </p:nvCxnSpPr>
            <p:spPr>
              <a:xfrm rot="-8586999">
                <a:off x="34370" y="257175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7" name="Google Shape;3737;p56"/>
              <p:cNvCxnSpPr/>
              <p:nvPr/>
            </p:nvCxnSpPr>
            <p:spPr>
              <a:xfrm rot="-8586999">
                <a:off x="37556" y="247461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8" name="Google Shape;3738;p56"/>
              <p:cNvCxnSpPr/>
              <p:nvPr/>
            </p:nvCxnSpPr>
            <p:spPr>
              <a:xfrm rot="-8586999">
                <a:off x="40742" y="237747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739" name="Google Shape;3739;p56"/>
          <p:cNvSpPr txBox="1">
            <a:spLocks noGrp="1"/>
          </p:cNvSpPr>
          <p:nvPr>
            <p:ph type="title"/>
          </p:nvPr>
        </p:nvSpPr>
        <p:spPr>
          <a:xfrm>
            <a:off x="1956275" y="1451775"/>
            <a:ext cx="5231400" cy="8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3740" name="Google Shape;3740;p56"/>
          <p:cNvSpPr txBox="1">
            <a:spLocks noGrp="1"/>
          </p:cNvSpPr>
          <p:nvPr>
            <p:ph type="subTitle" idx="1"/>
          </p:nvPr>
        </p:nvSpPr>
        <p:spPr>
          <a:xfrm>
            <a:off x="1956225" y="2316725"/>
            <a:ext cx="5231400" cy="11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41" name="Google Shape;3741;p56"/>
          <p:cNvSpPr txBox="1"/>
          <p:nvPr/>
        </p:nvSpPr>
        <p:spPr>
          <a:xfrm>
            <a:off x="2600900" y="4080250"/>
            <a:ext cx="37749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</a:t>
            </a:r>
            <a:r>
              <a:rPr lang="en-GB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: This presentation template was created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-GB" sz="12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</a:t>
            </a:r>
            <a:r>
              <a:rPr lang="en-GB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including icons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and infographics &amp; images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-GB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.</a:t>
            </a:r>
            <a:endParaRPr sz="1200" b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3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3" name="Google Shape;3743;p57"/>
          <p:cNvGrpSpPr/>
          <p:nvPr/>
        </p:nvGrpSpPr>
        <p:grpSpPr>
          <a:xfrm>
            <a:off x="-15175" y="0"/>
            <a:ext cx="9159300" cy="5143500"/>
            <a:chOff x="-15175" y="0"/>
            <a:chExt cx="9159300" cy="5143500"/>
          </a:xfrm>
        </p:grpSpPr>
        <p:sp>
          <p:nvSpPr>
            <p:cNvPr id="3744" name="Google Shape;3744;p57"/>
            <p:cNvSpPr/>
            <p:nvPr/>
          </p:nvSpPr>
          <p:spPr>
            <a:xfrm>
              <a:off x="-15175" y="0"/>
              <a:ext cx="91593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57"/>
            <p:cNvSpPr/>
            <p:nvPr/>
          </p:nvSpPr>
          <p:spPr>
            <a:xfrm>
              <a:off x="403925" y="671200"/>
              <a:ext cx="309300" cy="309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57"/>
            <p:cNvSpPr/>
            <p:nvPr/>
          </p:nvSpPr>
          <p:spPr>
            <a:xfrm>
              <a:off x="7393275" y="420400"/>
              <a:ext cx="1750800" cy="238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47" name="Google Shape;3747;p57"/>
            <p:cNvGrpSpPr/>
            <p:nvPr/>
          </p:nvGrpSpPr>
          <p:grpSpPr>
            <a:xfrm rot="5400000">
              <a:off x="131600" y="4148953"/>
              <a:ext cx="541860" cy="217043"/>
              <a:chOff x="1479100" y="271453"/>
              <a:chExt cx="541860" cy="217043"/>
            </a:xfrm>
          </p:grpSpPr>
          <p:cxnSp>
            <p:nvCxnSpPr>
              <p:cNvPr id="3748" name="Google Shape;3748;p57"/>
              <p:cNvCxnSpPr/>
              <p:nvPr/>
            </p:nvCxnSpPr>
            <p:spPr>
              <a:xfrm rot="7613001">
                <a:off x="1816600" y="386347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49" name="Google Shape;3749;p57"/>
              <p:cNvCxnSpPr/>
              <p:nvPr/>
            </p:nvCxnSpPr>
            <p:spPr>
              <a:xfrm rot="7613001">
                <a:off x="1719460" y="383161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50" name="Google Shape;3750;p57"/>
              <p:cNvCxnSpPr/>
              <p:nvPr/>
            </p:nvCxnSpPr>
            <p:spPr>
              <a:xfrm rot="7613001">
                <a:off x="1622320" y="379975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51" name="Google Shape;3751;p57"/>
              <p:cNvCxnSpPr/>
              <p:nvPr/>
            </p:nvCxnSpPr>
            <p:spPr>
              <a:xfrm rot="7613001">
                <a:off x="1525180" y="376789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52" name="Google Shape;3752;p57"/>
              <p:cNvCxnSpPr/>
              <p:nvPr/>
            </p:nvCxnSpPr>
            <p:spPr>
              <a:xfrm rot="7613001">
                <a:off x="1428040" y="373603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753" name="Google Shape;3753;p57"/>
          <p:cNvSpPr/>
          <p:nvPr/>
        </p:nvSpPr>
        <p:spPr>
          <a:xfrm>
            <a:off x="399650" y="1798375"/>
            <a:ext cx="8274000" cy="244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4" name="Google Shape;3754;p5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55" name="Google Shape;3755;p57"/>
          <p:cNvSpPr txBox="1">
            <a:spLocks noGrp="1"/>
          </p:cNvSpPr>
          <p:nvPr>
            <p:ph type="body" idx="1"/>
          </p:nvPr>
        </p:nvSpPr>
        <p:spPr>
          <a:xfrm>
            <a:off x="713225" y="1758275"/>
            <a:ext cx="7717500" cy="26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D1D7"/>
              </a:buClr>
              <a:buSzPts val="1800"/>
              <a:buFont typeface="Arial"/>
              <a:buChar char="●"/>
              <a:defRPr sz="1200"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42" Type="http://schemas.openxmlformats.org/officeDocument/2006/relationships/slideLayout" Target="../slideLayouts/slideLayout54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5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2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4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43" Type="http://schemas.openxmlformats.org/officeDocument/2006/relationships/slideLayout" Target="../slideLayouts/slideLayout55.xml"/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None/>
              <a:defRPr sz="2800" b="1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None/>
              <a:defRPr sz="2800" b="1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None/>
              <a:defRPr sz="2800" b="1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None/>
              <a:defRPr sz="2800" b="1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None/>
              <a:defRPr sz="2800" b="1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None/>
              <a:defRPr sz="2800" b="1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None/>
              <a:defRPr sz="2800" b="1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None/>
              <a:defRPr sz="2800" b="1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None/>
              <a:defRPr sz="2800" b="1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ven Pro"/>
              <a:buChar char="●"/>
              <a:defRPr sz="1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ven Pro"/>
              <a:buChar char="○"/>
              <a:defRPr sz="1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ven Pro"/>
              <a:buChar char="■"/>
              <a:defRPr sz="1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ven Pro"/>
              <a:buChar char="●"/>
              <a:defRPr sz="1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ven Pro"/>
              <a:buChar char="○"/>
              <a:defRPr sz="1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ven Pro"/>
              <a:buChar char="■"/>
              <a:defRPr sz="1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ven Pro"/>
              <a:buChar char="●"/>
              <a:defRPr sz="1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ven Pro"/>
              <a:buChar char="○"/>
              <a:defRPr sz="1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ven Pro"/>
              <a:buChar char="■"/>
              <a:defRPr sz="1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0" name="Google Shape;3760;p58"/>
          <p:cNvSpPr txBox="1">
            <a:spLocks noGrp="1"/>
          </p:cNvSpPr>
          <p:nvPr>
            <p:ph type="title"/>
          </p:nvPr>
        </p:nvSpPr>
        <p:spPr>
          <a:xfrm>
            <a:off x="3140400" y="749950"/>
            <a:ext cx="2863200" cy="7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lt2"/>
                </a:solidFill>
                <a:latin typeface="Cairo"/>
                <a:ea typeface="Cairo"/>
                <a:cs typeface="Cairo"/>
                <a:sym typeface="Cairo"/>
              </a:rPr>
              <a:t>Certificate</a:t>
            </a:r>
            <a:endParaRPr sz="2500" dirty="0">
              <a:solidFill>
                <a:schemeClr val="lt2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0" dirty="0">
                <a:latin typeface="Cairo"/>
                <a:ea typeface="Cairo"/>
                <a:cs typeface="Cairo"/>
                <a:sym typeface="Cairo"/>
              </a:rPr>
              <a:t>attending webinar</a:t>
            </a:r>
            <a:endParaRPr sz="1900" b="0"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3761" name="Google Shape;3761;p58"/>
          <p:cNvSpPr txBox="1">
            <a:spLocks noGrp="1"/>
          </p:cNvSpPr>
          <p:nvPr>
            <p:ph type="title" idx="2"/>
          </p:nvPr>
        </p:nvSpPr>
        <p:spPr>
          <a:xfrm>
            <a:off x="1525804" y="2118432"/>
            <a:ext cx="609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iro"/>
                <a:ea typeface="Cairo"/>
                <a:cs typeface="Cairo"/>
                <a:sym typeface="Cairo"/>
              </a:rPr>
              <a:t>سناء 22 المحاسنة</a:t>
            </a:r>
            <a:r>
              <a:rPr lang="en-GB" dirty="0" err="1">
                <a:latin typeface="Cairo"/>
                <a:ea typeface="Cairo"/>
                <a:cs typeface="Cairo"/>
                <a:sym typeface="Cairo"/>
              </a:rPr>
              <a:t/>
            </a:r>
            <a:r>
              <a:rPr lang="en-GB" dirty="0">
                <a:latin typeface="Cairo"/>
                <a:ea typeface="Cairo"/>
                <a:cs typeface="Cairo"/>
                <a:sym typeface="Cairo"/>
              </a:rPr>
              <a:t> </a:t>
            </a:r>
          </a:p>
        </p:txBody>
      </p:sp>
      <p:sp>
        <p:nvSpPr>
          <p:cNvPr id="3762" name="Google Shape;3762;p58"/>
          <p:cNvSpPr txBox="1">
            <a:spLocks noGrp="1"/>
          </p:cNvSpPr>
          <p:nvPr>
            <p:ph type="subTitle" idx="1"/>
          </p:nvPr>
        </p:nvSpPr>
        <p:spPr>
          <a:xfrm>
            <a:off x="1525350" y="3762725"/>
            <a:ext cx="60930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airo"/>
                <a:ea typeface="Cairo"/>
                <a:cs typeface="Cairo"/>
                <a:sym typeface="Cairo"/>
              </a:rPr>
              <a:t>12/11/2022</a:t>
            </a:r>
            <a:endParaRPr b="1" dirty="0">
              <a:latin typeface="Cairo"/>
              <a:ea typeface="Cairo"/>
              <a:cs typeface="Cairo"/>
              <a:sym typeface="Cai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airo"/>
                <a:ea typeface="Cairo"/>
                <a:cs typeface="Cairo"/>
                <a:sym typeface="Cairo"/>
              </a:rPr>
              <a:t> </a:t>
            </a:r>
            <a:endParaRPr b="1" dirty="0">
              <a:latin typeface="Cairo"/>
              <a:ea typeface="Cairo"/>
              <a:cs typeface="Cairo"/>
              <a:sym typeface="Cai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3763" name="Google Shape;3763;p58"/>
          <p:cNvSpPr txBox="1">
            <a:spLocks noGrp="1"/>
          </p:cNvSpPr>
          <p:nvPr>
            <p:ph type="subTitle" idx="3"/>
          </p:nvPr>
        </p:nvSpPr>
        <p:spPr>
          <a:xfrm>
            <a:off x="1525650" y="1699613"/>
            <a:ext cx="60927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3"/>
                </a:solidFill>
                <a:latin typeface="Cairo"/>
                <a:ea typeface="Cairo"/>
                <a:cs typeface="Cairo"/>
                <a:sym typeface="Cairo"/>
              </a:rPr>
              <a:t>We certify that</a:t>
            </a:r>
            <a:endParaRPr dirty="0">
              <a:solidFill>
                <a:schemeClr val="accent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3764" name="Google Shape;3764;p58"/>
          <p:cNvCxnSpPr/>
          <p:nvPr/>
        </p:nvCxnSpPr>
        <p:spPr>
          <a:xfrm>
            <a:off x="2556300" y="2691125"/>
            <a:ext cx="40311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765" name="Google Shape;3765;p58"/>
          <p:cNvCxnSpPr/>
          <p:nvPr/>
        </p:nvCxnSpPr>
        <p:spPr>
          <a:xfrm>
            <a:off x="3140400" y="1550450"/>
            <a:ext cx="2863200" cy="1410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66" name="Google Shape;3766;p58"/>
          <p:cNvSpPr txBox="1">
            <a:spLocks noGrp="1"/>
          </p:cNvSpPr>
          <p:nvPr>
            <p:ph type="subTitle" idx="4"/>
          </p:nvPr>
        </p:nvSpPr>
        <p:spPr>
          <a:xfrm>
            <a:off x="1525500" y="2972363"/>
            <a:ext cx="60927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chemeClr val="accent3"/>
                </a:solidFill>
                <a:latin typeface="Cairo"/>
                <a:ea typeface="Cairo"/>
                <a:cs typeface="Cairo"/>
                <a:sym typeface="Cairo"/>
              </a:rPr>
              <a:t>attended</a:t>
            </a:r>
            <a:endParaRPr sz="1200" b="0" dirty="0">
              <a:solidFill>
                <a:schemeClr val="accent3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dirty="0">
              <a:solidFill>
                <a:schemeClr val="accent3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dirty="0">
                <a:solidFill>
                  <a:schemeClr val="accent3"/>
                </a:solidFill>
                <a:latin typeface="Cairo"/>
                <a:ea typeface="Cairo"/>
                <a:cs typeface="Cairo"/>
                <a:sym typeface="Cairo"/>
              </a:rPr>
              <a:t>Webinar 22 Name</a:t>
            </a:r>
            <a:r>
              <a:rPr lang="en-GB" sz="1200" b="0" dirty="0" err="1">
                <a:solidFill>
                  <a:schemeClr val="accent3"/>
                </a:solidFill>
                <a:latin typeface="Cairo"/>
                <a:ea typeface="Cairo"/>
                <a:cs typeface="Cairo"/>
                <a:sym typeface="Cairo"/>
              </a:rPr>
              <a:t/>
            </a:r>
            <a:r>
              <a:rPr lang="en-GB" sz="1200" b="0" dirty="0">
                <a:solidFill>
                  <a:schemeClr val="accent3"/>
                </a:solidFill>
                <a:latin typeface="Cairo"/>
                <a:ea typeface="Cairo"/>
                <a:cs typeface="Cairo"/>
                <a:sym typeface="Cairo"/>
              </a:rPr>
              <a:t>, for 1234</a:t>
            </a:r>
          </a:p>
        </p:txBody>
      </p:sp>
      <p:pic>
        <p:nvPicPr>
          <p:cNvPr id="3767" name="Google Shape;376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3625" y="655646"/>
            <a:ext cx="854425" cy="986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uper Student Certificates by Slidesgo">
  <a:themeElements>
    <a:clrScheme name="Simple Light">
      <a:dk1>
        <a:srgbClr val="4E5B6D"/>
      </a:dk1>
      <a:lt1>
        <a:srgbClr val="FFFFFF"/>
      </a:lt1>
      <a:dk2>
        <a:srgbClr val="FABB69"/>
      </a:dk2>
      <a:lt2>
        <a:srgbClr val="CD6346"/>
      </a:lt2>
      <a:accent1>
        <a:srgbClr val="FFE1CC"/>
      </a:accent1>
      <a:accent2>
        <a:srgbClr val="C5CDC1"/>
      </a:accent2>
      <a:accent3>
        <a:srgbClr val="4E5B6D"/>
      </a:accent3>
      <a:accent4>
        <a:srgbClr val="FFFFFF"/>
      </a:accent4>
      <a:accent5>
        <a:srgbClr val="FABB69"/>
      </a:accent5>
      <a:accent6>
        <a:srgbClr val="CD6346"/>
      </a:accent6>
      <a:hlink>
        <a:srgbClr val="4E5B6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On-screen Show (16:9)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Merriweather Sans</vt:lpstr>
      <vt:lpstr>Roboto Condensed Light</vt:lpstr>
      <vt:lpstr>Maven Pro</vt:lpstr>
      <vt:lpstr>Arial</vt:lpstr>
      <vt:lpstr>Cairo</vt:lpstr>
      <vt:lpstr>Raleway</vt:lpstr>
      <vt:lpstr>Simple Light</vt:lpstr>
      <vt:lpstr>Super Student Certificates by Slidesgo</vt:lpstr>
      <vt:lpstr>Certificate attending webinar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شــهـــادة حضور دورة إلكترونية</dc:title>
  <cp:lastModifiedBy>muhamad kaloafah hamed alahmare</cp:lastModifiedBy>
  <cp:revision>3</cp:revision>
  <dcterms:modified xsi:type="dcterms:W3CDTF">2022-04-21T17:27:09Z</dcterms:modified>
</cp:coreProperties>
</file>